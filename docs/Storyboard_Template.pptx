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6"/>
    <p:sldMasterId id="2147483692" r:id="rId7"/>
  </p:sldMasterIdLst>
  <p:notesMasterIdLst>
    <p:notesMasterId r:id="rId12"/>
  </p:notesMasterIdLst>
  <p:handoutMasterIdLst>
    <p:handoutMasterId r:id="rId13"/>
  </p:handoutMasterIdLst>
  <p:sldIdLst>
    <p:sldId id="818" r:id="rId8"/>
    <p:sldId id="819" r:id="rId9"/>
    <p:sldId id="823" r:id="rId10"/>
    <p:sldId id="825" r:id="rId11"/>
  </p:sldIdLst>
  <p:sldSz cx="12192000" cy="6858000"/>
  <p:notesSz cx="6858000" cy="9144000"/>
  <p:defaultTextStyle>
    <a:defPPr>
      <a:defRPr lang="de-DE"/>
    </a:defPPr>
    <a:lvl1pPr marL="0" indent="0" algn="l" defTabSz="914400" rtl="0" eaLnBrk="1" latinLnBrk="0" hangingPunct="1">
      <a:lnSpc>
        <a:spcPct val="110000"/>
      </a:lnSpc>
      <a:spcBef>
        <a:spcPts val="0"/>
      </a:spcBef>
      <a:buClr>
        <a:schemeClr val="accent1"/>
      </a:buClr>
      <a:buFontTx/>
      <a:buNone/>
      <a:defRPr sz="1800" kern="1200">
        <a:solidFill>
          <a:schemeClr val="tx1"/>
        </a:solidFill>
        <a:latin typeface="+mn-lt"/>
        <a:ea typeface="+mn-ea"/>
        <a:cs typeface="+mn-cs"/>
      </a:defRPr>
    </a:lvl1pPr>
    <a:lvl2pPr marL="144000" indent="-144000" algn="l" defTabSz="914400" rtl="0" eaLnBrk="1" latinLnBrk="0" hangingPunct="1">
      <a:lnSpc>
        <a:spcPct val="110000"/>
      </a:lnSpc>
      <a:spcBef>
        <a:spcPts val="0"/>
      </a:spcBef>
      <a:buClr>
        <a:schemeClr val="accent1"/>
      </a:buClr>
      <a:buFont typeface="Arial" panose="020B0604020202020204" pitchFamily="34" charset="0"/>
      <a:buChar char="•"/>
      <a:defRPr sz="1800" kern="1200">
        <a:solidFill>
          <a:schemeClr val="tx1"/>
        </a:solidFill>
        <a:latin typeface="+mn-lt"/>
        <a:ea typeface="+mn-ea"/>
        <a:cs typeface="+mn-cs"/>
      </a:defRPr>
    </a:lvl2pPr>
    <a:lvl3pPr marL="540000" indent="-144000" algn="l" defTabSz="914400" rtl="0" eaLnBrk="1" latinLnBrk="0" hangingPunct="1">
      <a:lnSpc>
        <a:spcPct val="110000"/>
      </a:lnSpc>
      <a:spcBef>
        <a:spcPts val="0"/>
      </a:spcBef>
      <a:buClr>
        <a:schemeClr val="accent1"/>
      </a:buClr>
      <a:buFont typeface="Arial" panose="020B0604020202020204" pitchFamily="34" charset="0"/>
      <a:buChar char="•"/>
      <a:defRPr sz="1400" kern="1200">
        <a:solidFill>
          <a:schemeClr val="tx1"/>
        </a:solidFill>
        <a:latin typeface="+mn-lt"/>
        <a:ea typeface="+mn-ea"/>
        <a:cs typeface="+mn-cs"/>
      </a:defRPr>
    </a:lvl3pPr>
    <a:lvl4pPr marL="900000" indent="-144000" algn="l" defTabSz="914400" rtl="0" eaLnBrk="1" latinLnBrk="0" hangingPunct="1">
      <a:lnSpc>
        <a:spcPct val="110000"/>
      </a:lnSpc>
      <a:spcBef>
        <a:spcPts val="0"/>
      </a:spcBef>
      <a:buClr>
        <a:schemeClr val="accent1"/>
      </a:buClr>
      <a:buFont typeface="Arial" panose="020B0604020202020204" pitchFamily="34" charset="0"/>
      <a:buChar char="•"/>
      <a:defRPr sz="1200" kern="1200">
        <a:solidFill>
          <a:schemeClr val="tx1"/>
        </a:solidFill>
        <a:latin typeface="+mn-lt"/>
        <a:ea typeface="+mn-ea"/>
        <a:cs typeface="+mn-cs"/>
      </a:defRPr>
    </a:lvl4pPr>
    <a:lvl5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5pPr>
    <a:lvl6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6pPr>
    <a:lvl7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7pPr>
    <a:lvl8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8pPr>
    <a:lvl9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9pPr>
  </p:defaultTextStyle>
  <p:extLst>
    <p:ext uri="{521415D9-36F7-43E2-AB2F-B90AF26B5E84}">
      <p14:sectionLst xmlns:p14="http://schemas.microsoft.com/office/powerpoint/2010/main">
        <p14:section name="Deutsch" id="{2CCF0F9D-BE40-4604-9B8E-CD0DC118D261}">
          <p14:sldIdLst>
            <p14:sldId id="818"/>
            <p14:sldId id="819"/>
          </p14:sldIdLst>
        </p14:section>
        <p14:section name="Englisch" id="{5361005C-E297-4E21-B2B4-107026CB1469}">
          <p14:sldIdLst>
            <p14:sldId id="823"/>
            <p14:sldId id="82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1"/>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9F705B-AB45-43D6-9576-A03177258D0D}" v="16" dt="2022-12-07T09:35:23.664"/>
  </p1510:revLst>
</p1510:revInfo>
</file>

<file path=ppt/tableStyles.xml><?xml version="1.0" encoding="utf-8"?>
<a:tblStyleLst xmlns:a="http://schemas.openxmlformats.org/drawingml/2006/main" def="{3B499C51-E065-441F-A7F9-1BCB1B5F97B9}">
  <a:tblStyle styleId="{3B499C51-E065-441F-A7F9-1BCB1B5F97B9}" styleName="msg systems Standardtabelle">
    <a:wholeTbl>
      <a:tcTxStyle>
        <a:fontRef idx="minor">
          <a:scrgbClr r="0" g="0" b="0"/>
        </a:fontRef>
        <a:schemeClr val="tx1"/>
      </a:tcTxStyle>
      <a:tcStyle>
        <a:tcBdr>
          <a:left>
            <a:ln w="0" cmpd="sng">
              <a:solidFill>
                <a:schemeClr val="lt1"/>
              </a:solidFill>
            </a:ln>
          </a:left>
          <a:right>
            <a:ln w="0" cmpd="sng">
              <a:solidFill>
                <a:schemeClr val="lt1"/>
              </a:solidFill>
            </a:ln>
          </a:right>
          <a:top>
            <a:ln w="0" cmpd="sng">
              <a:solidFill>
                <a:schemeClr val="lt1"/>
              </a:solidFill>
            </a:ln>
          </a:top>
          <a:bottom>
            <a:ln w="0" cmpd="sng">
              <a:solidFill>
                <a:schemeClr val="lt1"/>
              </a:solidFill>
            </a:ln>
          </a:bottom>
          <a:insideH>
            <a:ln w="9525" cmpd="sng">
              <a:solidFill>
                <a:schemeClr val="accent3"/>
              </a:solidFill>
            </a:ln>
          </a:insideH>
          <a:insideV>
            <a:ln w="9525" cmpd="sng">
              <a:solidFill>
                <a:schemeClr val="accent3"/>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schemeClr val="accent1"/>
      </a:tcTxStyle>
      <a:tcStyle>
        <a:tcBdr>
          <a:bottom>
            <a:ln w="9525"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08" autoAdjust="0"/>
    <p:restoredTop sz="77878" autoAdjust="0"/>
  </p:normalViewPr>
  <p:slideViewPr>
    <p:cSldViewPr snapToGrid="0" showGuides="1">
      <p:cViewPr varScale="1">
        <p:scale>
          <a:sx n="78" d="100"/>
          <a:sy n="78" d="100"/>
        </p:scale>
        <p:origin x="1758" y="294"/>
      </p:cViewPr>
      <p:guideLst/>
    </p:cSldViewPr>
  </p:slideViewPr>
  <p:notesTextViewPr>
    <p:cViewPr>
      <p:scale>
        <a:sx n="1" d="1"/>
        <a:sy n="1" d="1"/>
      </p:scale>
      <p:origin x="0" y="0"/>
    </p:cViewPr>
  </p:notesTextViewPr>
  <p:notesViewPr>
    <p:cSldViewPr snapToGrid="0" showGuides="1">
      <p:cViewPr varScale="1">
        <p:scale>
          <a:sx n="76" d="100"/>
          <a:sy n="76" d="100"/>
        </p:scale>
        <p:origin x="4008"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Master" Target="slideMasters/slideMaster2.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4.xml"/><Relationship Id="rId5" Type="http://schemas.openxmlformats.org/officeDocument/2006/relationships/customXml" Target="../customXml/item5.xml"/><Relationship Id="rId15" Type="http://schemas.openxmlformats.org/officeDocument/2006/relationships/viewProps" Target="viewProps.xml"/><Relationship Id="rId10" Type="http://schemas.openxmlformats.org/officeDocument/2006/relationships/slide" Target="slides/slide3.xml"/><Relationship Id="rId19" Type="http://schemas.microsoft.com/office/2015/10/relationships/revisionInfo" Target="revisionInfo.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a Nutsi" userId="0a457da3-d15c-423d-8819-7f3dfe722bb7" providerId="ADAL" clId="{2C9F705B-AB45-43D6-9576-A03177258D0D}"/>
    <pc:docChg chg="custSel modSld">
      <pc:chgData name="Andrea Nutsi" userId="0a457da3-d15c-423d-8819-7f3dfe722bb7" providerId="ADAL" clId="{2C9F705B-AB45-43D6-9576-A03177258D0D}" dt="2022-12-07T09:35:23.664" v="49" actId="20577"/>
      <pc:docMkLst>
        <pc:docMk/>
      </pc:docMkLst>
      <pc:sldChg chg="delSp modSp mod">
        <pc:chgData name="Andrea Nutsi" userId="0a457da3-d15c-423d-8819-7f3dfe722bb7" providerId="ADAL" clId="{2C9F705B-AB45-43D6-9576-A03177258D0D}" dt="2022-12-07T09:35:15.016" v="47" actId="20577"/>
        <pc:sldMkLst>
          <pc:docMk/>
          <pc:sldMk cId="182462776" sldId="818"/>
        </pc:sldMkLst>
        <pc:spChg chg="del">
          <ac:chgData name="Andrea Nutsi" userId="0a457da3-d15c-423d-8819-7f3dfe722bb7" providerId="ADAL" clId="{2C9F705B-AB45-43D6-9576-A03177258D0D}" dt="2022-12-07T09:32:57.258" v="22" actId="478"/>
          <ac:spMkLst>
            <pc:docMk/>
            <pc:sldMk cId="182462776" sldId="818"/>
            <ac:spMk id="20" creationId="{ED0C5089-BC4B-4CA1-A2ED-E288512D1BC8}"/>
          </ac:spMkLst>
        </pc:spChg>
        <pc:spChg chg="del">
          <ac:chgData name="Andrea Nutsi" userId="0a457da3-d15c-423d-8819-7f3dfe722bb7" providerId="ADAL" clId="{2C9F705B-AB45-43D6-9576-A03177258D0D}" dt="2022-12-07T09:32:58.448" v="23" actId="478"/>
          <ac:spMkLst>
            <pc:docMk/>
            <pc:sldMk cId="182462776" sldId="818"/>
            <ac:spMk id="22" creationId="{DD6481B0-3A5F-4ADB-A580-9E022C6075DA}"/>
          </ac:spMkLst>
        </pc:spChg>
        <pc:spChg chg="del">
          <ac:chgData name="Andrea Nutsi" userId="0a457da3-d15c-423d-8819-7f3dfe722bb7" providerId="ADAL" clId="{2C9F705B-AB45-43D6-9576-A03177258D0D}" dt="2022-12-07T09:33:01.849" v="25" actId="478"/>
          <ac:spMkLst>
            <pc:docMk/>
            <pc:sldMk cId="182462776" sldId="818"/>
            <ac:spMk id="26" creationId="{3652A831-CEEE-406B-88E1-E31FC10102B4}"/>
          </ac:spMkLst>
        </pc:spChg>
        <pc:spChg chg="del">
          <ac:chgData name="Andrea Nutsi" userId="0a457da3-d15c-423d-8819-7f3dfe722bb7" providerId="ADAL" clId="{2C9F705B-AB45-43D6-9576-A03177258D0D}" dt="2022-12-07T09:32:56.055" v="21" actId="478"/>
          <ac:spMkLst>
            <pc:docMk/>
            <pc:sldMk cId="182462776" sldId="818"/>
            <ac:spMk id="27" creationId="{F0D3A288-01DA-4FA4-9AF0-0BC56C1BD4F2}"/>
          </ac:spMkLst>
        </pc:spChg>
        <pc:spChg chg="del">
          <ac:chgData name="Andrea Nutsi" userId="0a457da3-d15c-423d-8819-7f3dfe722bb7" providerId="ADAL" clId="{2C9F705B-AB45-43D6-9576-A03177258D0D}" dt="2022-12-07T09:32:59.643" v="24" actId="478"/>
          <ac:spMkLst>
            <pc:docMk/>
            <pc:sldMk cId="182462776" sldId="818"/>
            <ac:spMk id="28" creationId="{EB24BC38-AD95-4FCC-A4ED-0F479D31705F}"/>
          </ac:spMkLst>
        </pc:spChg>
        <pc:spChg chg="del">
          <ac:chgData name="Andrea Nutsi" userId="0a457da3-d15c-423d-8819-7f3dfe722bb7" providerId="ADAL" clId="{2C9F705B-AB45-43D6-9576-A03177258D0D}" dt="2022-12-07T09:33:03.482" v="26" actId="478"/>
          <ac:spMkLst>
            <pc:docMk/>
            <pc:sldMk cId="182462776" sldId="818"/>
            <ac:spMk id="29" creationId="{A9A6A5AE-EC97-4262-B18B-AD77B3AC31CB}"/>
          </ac:spMkLst>
        </pc:spChg>
        <pc:spChg chg="mod">
          <ac:chgData name="Andrea Nutsi" userId="0a457da3-d15c-423d-8819-7f3dfe722bb7" providerId="ADAL" clId="{2C9F705B-AB45-43D6-9576-A03177258D0D}" dt="2022-12-07T09:32:53.198" v="20" actId="14100"/>
          <ac:spMkLst>
            <pc:docMk/>
            <pc:sldMk cId="182462776" sldId="818"/>
            <ac:spMk id="39" creationId="{A4E2D36F-19AF-5547-A511-67963552C05C}"/>
          </ac:spMkLst>
        </pc:spChg>
        <pc:spChg chg="del">
          <ac:chgData name="Andrea Nutsi" userId="0a457da3-d15c-423d-8819-7f3dfe722bb7" providerId="ADAL" clId="{2C9F705B-AB45-43D6-9576-A03177258D0D}" dt="2022-12-07T09:33:06.320" v="27" actId="478"/>
          <ac:spMkLst>
            <pc:docMk/>
            <pc:sldMk cId="182462776" sldId="818"/>
            <ac:spMk id="40" creationId="{49B662FB-97E9-C549-97FE-36AB8AEE2E9E}"/>
          </ac:spMkLst>
        </pc:spChg>
        <pc:spChg chg="mod">
          <ac:chgData name="Andrea Nutsi" userId="0a457da3-d15c-423d-8819-7f3dfe722bb7" providerId="ADAL" clId="{2C9F705B-AB45-43D6-9576-A03177258D0D}" dt="2022-12-07T09:35:15.016" v="47" actId="20577"/>
          <ac:spMkLst>
            <pc:docMk/>
            <pc:sldMk cId="182462776" sldId="818"/>
            <ac:spMk id="41" creationId="{9AB2CC95-A601-A04D-925C-37B687613772}"/>
          </ac:spMkLst>
        </pc:spChg>
      </pc:sldChg>
      <pc:sldChg chg="delSp modSp mod">
        <pc:chgData name="Andrea Nutsi" userId="0a457da3-d15c-423d-8819-7f3dfe722bb7" providerId="ADAL" clId="{2C9F705B-AB45-43D6-9576-A03177258D0D}" dt="2022-12-07T09:35:23.664" v="49" actId="20577"/>
        <pc:sldMkLst>
          <pc:docMk/>
          <pc:sldMk cId="3244075528" sldId="819"/>
        </pc:sldMkLst>
        <pc:spChg chg="del">
          <ac:chgData name="Andrea Nutsi" userId="0a457da3-d15c-423d-8819-7f3dfe722bb7" providerId="ADAL" clId="{2C9F705B-AB45-43D6-9576-A03177258D0D}" dt="2022-12-07T09:33:52.266" v="35" actId="478"/>
          <ac:spMkLst>
            <pc:docMk/>
            <pc:sldMk cId="3244075528" sldId="819"/>
            <ac:spMk id="27" creationId="{F0D3A288-01DA-4FA4-9AF0-0BC56C1BD4F2}"/>
          </ac:spMkLst>
        </pc:spChg>
        <pc:spChg chg="del">
          <ac:chgData name="Andrea Nutsi" userId="0a457da3-d15c-423d-8819-7f3dfe722bb7" providerId="ADAL" clId="{2C9F705B-AB45-43D6-9576-A03177258D0D}" dt="2022-12-07T09:34:03.148" v="40" actId="478"/>
          <ac:spMkLst>
            <pc:docMk/>
            <pc:sldMk cId="3244075528" sldId="819"/>
            <ac:spMk id="28" creationId="{EB24BC38-AD95-4FCC-A4ED-0F479D31705F}"/>
          </ac:spMkLst>
        </pc:spChg>
        <pc:spChg chg="del">
          <ac:chgData name="Andrea Nutsi" userId="0a457da3-d15c-423d-8819-7f3dfe722bb7" providerId="ADAL" clId="{2C9F705B-AB45-43D6-9576-A03177258D0D}" dt="2022-12-07T09:34:01.107" v="39" actId="478"/>
          <ac:spMkLst>
            <pc:docMk/>
            <pc:sldMk cId="3244075528" sldId="819"/>
            <ac:spMk id="29" creationId="{A9A6A5AE-EC97-4262-B18B-AD77B3AC31CB}"/>
          </ac:spMkLst>
        </pc:spChg>
        <pc:spChg chg="mod">
          <ac:chgData name="Andrea Nutsi" userId="0a457da3-d15c-423d-8819-7f3dfe722bb7" providerId="ADAL" clId="{2C9F705B-AB45-43D6-9576-A03177258D0D}" dt="2022-12-07T09:35:23.664" v="49" actId="20577"/>
          <ac:spMkLst>
            <pc:docMk/>
            <pc:sldMk cId="3244075528" sldId="819"/>
            <ac:spMk id="30" creationId="{1B3D0A12-4D72-E941-B2D7-73FA8B2C72AC}"/>
          </ac:spMkLst>
        </pc:spChg>
        <pc:spChg chg="mod">
          <ac:chgData name="Andrea Nutsi" userId="0a457da3-d15c-423d-8819-7f3dfe722bb7" providerId="ADAL" clId="{2C9F705B-AB45-43D6-9576-A03177258D0D}" dt="2022-12-07T09:34:12.593" v="42" actId="20577"/>
          <ac:spMkLst>
            <pc:docMk/>
            <pc:sldMk cId="3244075528" sldId="819"/>
            <ac:spMk id="39" creationId="{A4E2D36F-19AF-5547-A511-67963552C05C}"/>
          </ac:spMkLst>
        </pc:spChg>
        <pc:spChg chg="mod">
          <ac:chgData name="Andrea Nutsi" userId="0a457da3-d15c-423d-8819-7f3dfe722bb7" providerId="ADAL" clId="{2C9F705B-AB45-43D6-9576-A03177258D0D}" dt="2022-12-07T09:34:21.051" v="45" actId="120"/>
          <ac:spMkLst>
            <pc:docMk/>
            <pc:sldMk cId="3244075528" sldId="819"/>
            <ac:spMk id="40" creationId="{49B662FB-97E9-C549-97FE-36AB8AEE2E9E}"/>
          </ac:spMkLst>
        </pc:spChg>
        <pc:spChg chg="del">
          <ac:chgData name="Andrea Nutsi" userId="0a457da3-d15c-423d-8819-7f3dfe722bb7" providerId="ADAL" clId="{2C9F705B-AB45-43D6-9576-A03177258D0D}" dt="2022-12-07T09:33:54.682" v="36" actId="478"/>
          <ac:spMkLst>
            <pc:docMk/>
            <pc:sldMk cId="3244075528" sldId="819"/>
            <ac:spMk id="46" creationId="{FB36A862-699E-684E-B61F-8397A583F449}"/>
          </ac:spMkLst>
        </pc:spChg>
        <pc:spChg chg="del">
          <ac:chgData name="Andrea Nutsi" userId="0a457da3-d15c-423d-8819-7f3dfe722bb7" providerId="ADAL" clId="{2C9F705B-AB45-43D6-9576-A03177258D0D}" dt="2022-12-07T09:33:57.553" v="37" actId="478"/>
          <ac:spMkLst>
            <pc:docMk/>
            <pc:sldMk cId="3244075528" sldId="819"/>
            <ac:spMk id="47" creationId="{716554EE-8ED1-7844-A334-2FDCB0FD6BEC}"/>
          </ac:spMkLst>
        </pc:spChg>
        <pc:spChg chg="del">
          <ac:chgData name="Andrea Nutsi" userId="0a457da3-d15c-423d-8819-7f3dfe722bb7" providerId="ADAL" clId="{2C9F705B-AB45-43D6-9576-A03177258D0D}" dt="2022-12-07T09:33:59.152" v="38" actId="478"/>
          <ac:spMkLst>
            <pc:docMk/>
            <pc:sldMk cId="3244075528" sldId="819"/>
            <ac:spMk id="48" creationId="{4925CE8A-05FD-314A-8791-84A7C22B4854}"/>
          </ac:spMkLst>
        </pc:spChg>
      </pc:sldChg>
    </pc:docChg>
  </pc:docChgLst>
  <pc:docChgLst>
    <pc:chgData name="Andrea Nutsi" userId="S::andrea.nutsi@msg.group::0a457da3-d15c-423d-8819-7f3dfe722bb7" providerId="AD" clId="Web-{B419D166-E25C-5199-3F57-361B6388C19D}"/>
    <pc:docChg chg="modSld">
      <pc:chgData name="Andrea Nutsi" userId="S::andrea.nutsi@msg.group::0a457da3-d15c-423d-8819-7f3dfe722bb7" providerId="AD" clId="Web-{B419D166-E25C-5199-3F57-361B6388C19D}" dt="2022-10-24T10:36:15.533" v="1"/>
      <pc:docMkLst>
        <pc:docMk/>
      </pc:docMkLst>
      <pc:sldChg chg="modNotes">
        <pc:chgData name="Andrea Nutsi" userId="S::andrea.nutsi@msg.group::0a457da3-d15c-423d-8819-7f3dfe722bb7" providerId="AD" clId="Web-{B419D166-E25C-5199-3F57-361B6388C19D}" dt="2022-10-24T10:36:10.626" v="0"/>
        <pc:sldMkLst>
          <pc:docMk/>
          <pc:sldMk cId="182462776" sldId="818"/>
        </pc:sldMkLst>
      </pc:sldChg>
      <pc:sldChg chg="modNotes">
        <pc:chgData name="Andrea Nutsi" userId="S::andrea.nutsi@msg.group::0a457da3-d15c-423d-8819-7f3dfe722bb7" providerId="AD" clId="Web-{B419D166-E25C-5199-3F57-361B6388C19D}" dt="2022-10-24T10:36:15.533" v="1"/>
        <pc:sldMkLst>
          <pc:docMk/>
          <pc:sldMk cId="3244075528" sldId="819"/>
        </pc:sldMkLst>
      </pc:sldChg>
    </pc:docChg>
  </pc:docChgLst>
  <pc:docChgLst>
    <pc:chgData name="Andrea Nutsi" userId="0a457da3-d15c-423d-8819-7f3dfe722bb7" providerId="ADAL" clId="{B051D29F-6641-44B2-B854-5ED0C36A3A98}"/>
    <pc:docChg chg="delSld modSld">
      <pc:chgData name="Andrea Nutsi" userId="0a457da3-d15c-423d-8819-7f3dfe722bb7" providerId="ADAL" clId="{B051D29F-6641-44B2-B854-5ED0C36A3A98}" dt="2021-09-27T10:14:56.782" v="25"/>
      <pc:docMkLst>
        <pc:docMk/>
      </pc:docMkLst>
      <pc:sldChg chg="modNotesTx">
        <pc:chgData name="Andrea Nutsi" userId="0a457da3-d15c-423d-8819-7f3dfe722bb7" providerId="ADAL" clId="{B051D29F-6641-44B2-B854-5ED0C36A3A98}" dt="2021-09-27T10:14:52.854" v="24"/>
        <pc:sldMkLst>
          <pc:docMk/>
          <pc:sldMk cId="182462776" sldId="818"/>
        </pc:sldMkLst>
      </pc:sldChg>
      <pc:sldChg chg="modNotesTx">
        <pc:chgData name="Andrea Nutsi" userId="0a457da3-d15c-423d-8819-7f3dfe722bb7" providerId="ADAL" clId="{B051D29F-6641-44B2-B854-5ED0C36A3A98}" dt="2021-09-27T10:14:56.782" v="25"/>
        <pc:sldMkLst>
          <pc:docMk/>
          <pc:sldMk cId="3244075528" sldId="819"/>
        </pc:sldMkLst>
      </pc:sldChg>
      <pc:sldChg chg="del">
        <pc:chgData name="Andrea Nutsi" userId="0a457da3-d15c-423d-8819-7f3dfe722bb7" providerId="ADAL" clId="{B051D29F-6641-44B2-B854-5ED0C36A3A98}" dt="2021-09-13T08:55:01.461" v="0" actId="47"/>
        <pc:sldMkLst>
          <pc:docMk/>
          <pc:sldMk cId="1467384537" sldId="82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36CCC16E-228D-43D2-8390-31111086EB6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sz="1000" dirty="0">
              <a:solidFill>
                <a:schemeClr val="tx2"/>
              </a:solidFill>
            </a:endParaRPr>
          </a:p>
        </p:txBody>
      </p:sp>
      <p:sp>
        <p:nvSpPr>
          <p:cNvPr id="3" name="Datumsplatzhalter 2">
            <a:extLst>
              <a:ext uri="{FF2B5EF4-FFF2-40B4-BE49-F238E27FC236}">
                <a16:creationId xmlns:a16="http://schemas.microsoft.com/office/drawing/2014/main" id="{58045F98-938A-49AC-BE05-5688D63C2E1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E553045-7CB0-45FC-B08A-AB6ECF2A2C91}" type="datetimeFigureOut">
              <a:rPr lang="de-DE" sz="1000" smtClean="0">
                <a:solidFill>
                  <a:schemeClr val="tx2"/>
                </a:solidFill>
              </a:rPr>
              <a:t>14.01.2026</a:t>
            </a:fld>
            <a:endParaRPr lang="de-DE" sz="1000" dirty="0">
              <a:solidFill>
                <a:schemeClr val="tx2"/>
              </a:solidFill>
            </a:endParaRPr>
          </a:p>
        </p:txBody>
      </p:sp>
      <p:sp>
        <p:nvSpPr>
          <p:cNvPr id="4" name="Fußzeilenplatzhalter 3">
            <a:extLst>
              <a:ext uri="{FF2B5EF4-FFF2-40B4-BE49-F238E27FC236}">
                <a16:creationId xmlns:a16="http://schemas.microsoft.com/office/drawing/2014/main" id="{2483A03F-57E6-4F67-AAE5-AA325AAE3FB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sz="1000" dirty="0">
              <a:solidFill>
                <a:schemeClr val="tx2"/>
              </a:solidFill>
            </a:endParaRPr>
          </a:p>
        </p:txBody>
      </p:sp>
      <p:sp>
        <p:nvSpPr>
          <p:cNvPr id="5" name="Foliennummernplatzhalter 4">
            <a:extLst>
              <a:ext uri="{FF2B5EF4-FFF2-40B4-BE49-F238E27FC236}">
                <a16:creationId xmlns:a16="http://schemas.microsoft.com/office/drawing/2014/main" id="{312D2B52-0026-41B5-AD45-1FB521DB5D1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B40D932-A563-4BE9-A9BD-2FD44D180931}" type="slidenum">
              <a:rPr lang="de-DE" sz="1000" smtClean="0">
                <a:solidFill>
                  <a:schemeClr val="tx2"/>
                </a:solidFill>
              </a:rPr>
              <a:t>‹Nr.›</a:t>
            </a:fld>
            <a:endParaRPr lang="de-DE" sz="1000">
              <a:solidFill>
                <a:schemeClr val="tx2"/>
              </a:solidFill>
            </a:endParaRPr>
          </a:p>
        </p:txBody>
      </p:sp>
    </p:spTree>
    <p:extLst>
      <p:ext uri="{BB962C8B-B14F-4D97-AF65-F5344CB8AC3E}">
        <p14:creationId xmlns:p14="http://schemas.microsoft.com/office/powerpoint/2010/main" val="13185368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000">
                <a:solidFill>
                  <a:schemeClr val="tx2"/>
                </a:solidFill>
              </a:defRPr>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000">
                <a:solidFill>
                  <a:schemeClr val="tx2"/>
                </a:solidFill>
              </a:defRPr>
            </a:lvl1pPr>
          </a:lstStyle>
          <a:p>
            <a:fld id="{5B33C12E-3F61-468E-BC90-EC3528E23546}" type="datetimeFigureOut">
              <a:rPr lang="de-DE" smtClean="0"/>
              <a:pPr/>
              <a:t>14.01.2026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0" tIns="0" rIns="0" bIns="0" rtlCol="0">
            <a:noAutofit/>
          </a:bodyPr>
          <a:lstStyle/>
          <a:p>
            <a:pPr lvl="0" indent="0">
              <a:lnSpc>
                <a:spcPct val="110000"/>
              </a:lnSpc>
              <a:spcBef>
                <a:spcPts val="0"/>
              </a:spcBef>
              <a:buClr>
                <a:schemeClr val="accent1"/>
              </a:buClr>
              <a:buFontTx/>
              <a:buNone/>
            </a:pPr>
            <a:r>
              <a:rPr lang="de-DE" dirty="0"/>
              <a:t>Mastertextformat bearbeiten</a:t>
            </a:r>
          </a:p>
          <a:p>
            <a:pPr marL="144000" lvl="1" indent="-144000">
              <a:lnSpc>
                <a:spcPct val="110000"/>
              </a:lnSpc>
              <a:spcBef>
                <a:spcPts val="0"/>
              </a:spcBef>
              <a:buClr>
                <a:schemeClr val="accent1"/>
              </a:buClr>
              <a:buFont typeface="Arial" panose="020B0604020202020204" pitchFamily="34" charset="0"/>
              <a:buChar char="•"/>
            </a:pPr>
            <a:r>
              <a:rPr lang="de-DE" dirty="0"/>
              <a:t>Zweite Ebene</a:t>
            </a:r>
          </a:p>
          <a:p>
            <a:pPr marL="540000" lvl="2" indent="-144000">
              <a:lnSpc>
                <a:spcPct val="110000"/>
              </a:lnSpc>
              <a:spcBef>
                <a:spcPts val="0"/>
              </a:spcBef>
              <a:buClr>
                <a:schemeClr val="accent1"/>
              </a:buClr>
              <a:buFont typeface="Arial" panose="020B0604020202020204" pitchFamily="34" charset="0"/>
              <a:buChar char="•"/>
            </a:pPr>
            <a:r>
              <a:rPr lang="de-DE" dirty="0"/>
              <a:t>Dritte Ebene</a:t>
            </a:r>
          </a:p>
          <a:p>
            <a:pPr marL="900000" lvl="3" indent="-144000">
              <a:lnSpc>
                <a:spcPct val="110000"/>
              </a:lnSpc>
              <a:spcBef>
                <a:spcPts val="0"/>
              </a:spcBef>
              <a:buClr>
                <a:schemeClr val="accent1"/>
              </a:buClr>
              <a:buFont typeface="Arial" panose="020B0604020202020204" pitchFamily="34" charset="0"/>
              <a:buChar char="•"/>
            </a:pPr>
            <a:r>
              <a:rPr lang="de-DE" dirty="0"/>
              <a:t>Vierte Ebene</a:t>
            </a:r>
          </a:p>
          <a:p>
            <a:pPr marL="1260000" lvl="4" indent="-144000">
              <a:lnSpc>
                <a:spcPct val="110000"/>
              </a:lnSpc>
              <a:spcBef>
                <a:spcPts val="0"/>
              </a:spcBef>
              <a:buClr>
                <a:schemeClr val="accent1"/>
              </a:buClr>
              <a:buFont typeface="Arial" panose="020B0604020202020204" pitchFamily="34" charset="0"/>
              <a:buChar char="•"/>
            </a:pPr>
            <a:r>
              <a:rPr lang="de-DE" dirty="0"/>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000">
                <a:solidFill>
                  <a:schemeClr val="tx2"/>
                </a:solidFill>
              </a:defRPr>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000">
                <a:solidFill>
                  <a:schemeClr val="tx2"/>
                </a:solidFill>
              </a:defRPr>
            </a:lvl1pPr>
          </a:lstStyle>
          <a:p>
            <a:fld id="{8EA03A34-464E-4330-B842-BE15B1004585}" type="slidenum">
              <a:rPr lang="de-DE" smtClean="0"/>
              <a:pPr/>
              <a:t>‹Nr.›</a:t>
            </a:fld>
            <a:endParaRPr lang="de-DE"/>
          </a:p>
        </p:txBody>
      </p:sp>
    </p:spTree>
    <p:extLst>
      <p:ext uri="{BB962C8B-B14F-4D97-AF65-F5344CB8AC3E}">
        <p14:creationId xmlns:p14="http://schemas.microsoft.com/office/powerpoint/2010/main" val="1923868041"/>
      </p:ext>
    </p:extLst>
  </p:cSld>
  <p:clrMap bg1="lt1" tx1="dk1" bg2="lt2" tx2="dk2" accent1="accent1" accent2="accent2" accent3="accent3" accent4="accent4" accent5="accent5" accent6="accent6" hlink="hlink" folHlink="folHlink"/>
  <p:notesStyle>
    <a:lvl1pPr marL="0" algn="l" defTabSz="914400" rtl="0" eaLnBrk="1" latinLnBrk="0" hangingPunct="1">
      <a:defRPr lang="de-DE" sz="1800" kern="1200" dirty="0">
        <a:solidFill>
          <a:schemeClr val="tx1"/>
        </a:solidFill>
        <a:latin typeface="+mn-lt"/>
        <a:ea typeface="+mn-ea"/>
        <a:cs typeface="+mn-cs"/>
      </a:defRPr>
    </a:lvl1pPr>
    <a:lvl2pPr marL="457200" algn="l" defTabSz="914400" rtl="0" eaLnBrk="1" latinLnBrk="0" hangingPunct="1">
      <a:defRPr lang="de-DE" sz="1800" kern="1200" dirty="0">
        <a:solidFill>
          <a:schemeClr val="tx1"/>
        </a:solidFill>
        <a:latin typeface="+mn-lt"/>
        <a:ea typeface="+mn-ea"/>
        <a:cs typeface="+mn-cs"/>
      </a:defRPr>
    </a:lvl2pPr>
    <a:lvl3pPr marL="914400" algn="l" defTabSz="914400" rtl="0" eaLnBrk="1" latinLnBrk="0" hangingPunct="1">
      <a:defRPr lang="de-DE" sz="1400" kern="1200" dirty="0">
        <a:solidFill>
          <a:schemeClr val="tx1"/>
        </a:solidFill>
        <a:latin typeface="+mn-lt"/>
        <a:ea typeface="+mn-ea"/>
        <a:cs typeface="+mn-cs"/>
      </a:defRPr>
    </a:lvl3pPr>
    <a:lvl4pPr marL="1371600" algn="l" defTabSz="914400" rtl="0" eaLnBrk="1" latinLnBrk="0" hangingPunct="1">
      <a:defRPr lang="de-DE" sz="1200" kern="1200" dirty="0">
        <a:solidFill>
          <a:schemeClr val="tx1"/>
        </a:solidFill>
        <a:latin typeface="+mn-lt"/>
        <a:ea typeface="+mn-ea"/>
        <a:cs typeface="+mn-cs"/>
      </a:defRPr>
    </a:lvl4pPr>
    <a:lvl5pPr marL="1828800" algn="l" defTabSz="914400" rtl="0" eaLnBrk="1" latinLnBrk="0" hangingPunct="1">
      <a:defRPr lang="de-DE" sz="1000" kern="1200" dirty="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Weitere Informationen: https://user-experience-methods.com/02_define/storyboard.html</a:t>
            </a:r>
          </a:p>
        </p:txBody>
      </p:sp>
      <p:sp>
        <p:nvSpPr>
          <p:cNvPr id="4" name="Foliennummernplatzhalter 3"/>
          <p:cNvSpPr>
            <a:spLocks noGrp="1"/>
          </p:cNvSpPr>
          <p:nvPr>
            <p:ph type="sldNum" sz="quarter" idx="5"/>
          </p:nvPr>
        </p:nvSpPr>
        <p:spPr/>
        <p:txBody>
          <a:bodyPr/>
          <a:lstStyle/>
          <a:p>
            <a:fld id="{8EA03A34-464E-4330-B842-BE15B1004585}" type="slidenum">
              <a:rPr lang="de-DE" smtClean="0"/>
              <a:pPr/>
              <a:t>1</a:t>
            </a:fld>
            <a:endParaRPr lang="de-DE" dirty="0"/>
          </a:p>
        </p:txBody>
      </p:sp>
    </p:spTree>
    <p:extLst>
      <p:ext uri="{BB962C8B-B14F-4D97-AF65-F5344CB8AC3E}">
        <p14:creationId xmlns:p14="http://schemas.microsoft.com/office/powerpoint/2010/main" val="36901108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Weitere Informationen: https://user-experience-methods.com/02_define/storyboard.html</a:t>
            </a:r>
          </a:p>
          <a:p>
            <a:endParaRPr lang="de-DE" dirty="0"/>
          </a:p>
        </p:txBody>
      </p:sp>
      <p:sp>
        <p:nvSpPr>
          <p:cNvPr id="4" name="Foliennummernplatzhalter 3"/>
          <p:cNvSpPr>
            <a:spLocks noGrp="1"/>
          </p:cNvSpPr>
          <p:nvPr>
            <p:ph type="sldNum" sz="quarter" idx="5"/>
          </p:nvPr>
        </p:nvSpPr>
        <p:spPr/>
        <p:txBody>
          <a:bodyPr/>
          <a:lstStyle/>
          <a:p>
            <a:fld id="{8EA03A34-464E-4330-B842-BE15B1004585}" type="slidenum">
              <a:rPr lang="de-DE" smtClean="0"/>
              <a:pPr/>
              <a:t>2</a:t>
            </a:fld>
            <a:endParaRPr lang="de-DE" dirty="0"/>
          </a:p>
        </p:txBody>
      </p:sp>
    </p:spTree>
    <p:extLst>
      <p:ext uri="{BB962C8B-B14F-4D97-AF65-F5344CB8AC3E}">
        <p14:creationId xmlns:p14="http://schemas.microsoft.com/office/powerpoint/2010/main" val="6353249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7B2AE-AA67-CA7B-7A1C-3DF268A4F66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1F4EAD8-2A09-4316-C94A-2A9EF6DD2E78}"/>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5F28BECE-F8BB-D3CF-36D0-8D86AD38CF1B}"/>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51D55682-4695-EFA9-2579-596330631DAA}"/>
              </a:ext>
            </a:extLst>
          </p:cNvPr>
          <p:cNvSpPr>
            <a:spLocks noGrp="1"/>
          </p:cNvSpPr>
          <p:nvPr>
            <p:ph type="sldNum" sz="quarter" idx="5"/>
          </p:nvPr>
        </p:nvSpPr>
        <p:spPr/>
        <p:txBody>
          <a:bodyPr/>
          <a:lstStyle/>
          <a:p>
            <a:fld id="{8EA03A34-464E-4330-B842-BE15B1004585}" type="slidenum">
              <a:rPr lang="de-DE" smtClean="0"/>
              <a:pPr/>
              <a:t>3</a:t>
            </a:fld>
            <a:endParaRPr lang="de-DE" dirty="0"/>
          </a:p>
        </p:txBody>
      </p:sp>
    </p:spTree>
    <p:extLst>
      <p:ext uri="{BB962C8B-B14F-4D97-AF65-F5344CB8AC3E}">
        <p14:creationId xmlns:p14="http://schemas.microsoft.com/office/powerpoint/2010/main" val="1193125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B3903-BC2D-17EC-4CA1-741A41EDBC2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B56697D-F62F-4375-A558-54DE658EEBBF}"/>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540AB936-7B03-634F-2A07-15B87AF06CE6}"/>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9E28DBB3-6052-5281-FC25-79DD67C11D02}"/>
              </a:ext>
            </a:extLst>
          </p:cNvPr>
          <p:cNvSpPr>
            <a:spLocks noGrp="1"/>
          </p:cNvSpPr>
          <p:nvPr>
            <p:ph type="sldNum" sz="quarter" idx="5"/>
          </p:nvPr>
        </p:nvSpPr>
        <p:spPr/>
        <p:txBody>
          <a:bodyPr/>
          <a:lstStyle/>
          <a:p>
            <a:fld id="{8EA03A34-464E-4330-B842-BE15B1004585}" type="slidenum">
              <a:rPr lang="de-DE" smtClean="0"/>
              <a:pPr/>
              <a:t>4</a:t>
            </a:fld>
            <a:endParaRPr lang="de-DE" dirty="0"/>
          </a:p>
        </p:txBody>
      </p:sp>
    </p:spTree>
    <p:extLst>
      <p:ext uri="{BB962C8B-B14F-4D97-AF65-F5344CB8AC3E}">
        <p14:creationId xmlns:p14="http://schemas.microsoft.com/office/powerpoint/2010/main" val="27318585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xml"/><Relationship Id="rId1" Type="http://schemas.openxmlformats.org/officeDocument/2006/relationships/tags" Target="../tags/tag3.xml"/><Relationship Id="rId5" Type="http://schemas.openxmlformats.org/officeDocument/2006/relationships/image" Target="../media/image7.emf"/><Relationship Id="rId4" Type="http://schemas.openxmlformats.org/officeDocument/2006/relationships/oleObject" Target="../embeddings/oleObject2.bin"/></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5.xml"/><Relationship Id="rId5" Type="http://schemas.openxmlformats.org/officeDocument/2006/relationships/image" Target="../media/image10.png"/><Relationship Id="rId4" Type="http://schemas.openxmlformats.org/officeDocument/2006/relationships/image" Target="../media/image7.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6.xml"/><Relationship Id="rId5" Type="http://schemas.openxmlformats.org/officeDocument/2006/relationships/image" Target="../media/image11.jpeg"/><Relationship Id="rId4" Type="http://schemas.openxmlformats.org/officeDocument/2006/relationships/image" Target="../media/image7.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7.xml"/><Relationship Id="rId4" Type="http://schemas.openxmlformats.org/officeDocument/2006/relationships/image" Target="../media/image7.emf"/></Relationships>
</file>

<file path=ppt/slideLayouts/_rels/slideLayout3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7.emf"/><Relationship Id="rId4" Type="http://schemas.openxmlformats.org/officeDocument/2006/relationships/oleObject" Target="../embeddings/oleObject5.bin"/></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10.xml"/><Relationship Id="rId5" Type="http://schemas.openxmlformats.org/officeDocument/2006/relationships/image" Target="../media/image12.png"/><Relationship Id="rId4" Type="http://schemas.openxmlformats.org/officeDocument/2006/relationships/image" Target="../media/image7.emf"/></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11.xml"/><Relationship Id="rId4" Type="http://schemas.openxmlformats.org/officeDocument/2006/relationships/image" Target="../media/image7.emf"/></Relationships>
</file>

<file path=ppt/slideLayouts/_rels/slideLayout4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3.xml"/><Relationship Id="rId1" Type="http://schemas.openxmlformats.org/officeDocument/2006/relationships/tags" Target="../tags/tag12.xml"/><Relationship Id="rId5" Type="http://schemas.openxmlformats.org/officeDocument/2006/relationships/image" Target="../media/image7.emf"/><Relationship Id="rId4" Type="http://schemas.openxmlformats.org/officeDocument/2006/relationships/oleObject" Target="../embeddings/oleObject6.bin"/></Relationships>
</file>

<file path=ppt/slideLayouts/_rels/slideLayout4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image" Target="../media/image7.emf"/><Relationship Id="rId4" Type="http://schemas.openxmlformats.org/officeDocument/2006/relationships/oleObject" Target="../embeddings/oleObject7.bin"/></Relationships>
</file>

<file path=ppt/slideLayouts/_rels/slideLayout4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7.emf"/><Relationship Id="rId4" Type="http://schemas.openxmlformats.org/officeDocument/2006/relationships/oleObject" Target="../embeddings/oleObject8.bin"/></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2.xml"/><Relationship Id="rId1" Type="http://schemas.openxmlformats.org/officeDocument/2006/relationships/tags" Target="../tags/tag18.xml"/><Relationship Id="rId4" Type="http://schemas.openxmlformats.org/officeDocument/2006/relationships/image" Target="../media/image7.emf"/></Relationships>
</file>

<file path=ppt/slideLayouts/_rels/slideLayout4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image" Target="../media/image7.emf"/><Relationship Id="rId4" Type="http://schemas.openxmlformats.org/officeDocument/2006/relationships/oleObject" Target="../embeddings/oleObject9.bin"/></Relationships>
</file>

<file path=ppt/slideLayouts/_rels/slideLayout4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2.xml"/><Relationship Id="rId1" Type="http://schemas.openxmlformats.org/officeDocument/2006/relationships/tags" Target="../tags/tag21.xml"/><Relationship Id="rId5" Type="http://schemas.openxmlformats.org/officeDocument/2006/relationships/image" Target="../media/image7.emf"/><Relationship Id="rId4" Type="http://schemas.openxmlformats.org/officeDocument/2006/relationships/oleObject" Target="../embeddings/oleObject10.bin"/></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2.xml"/><Relationship Id="rId1" Type="http://schemas.openxmlformats.org/officeDocument/2006/relationships/tags" Target="../tags/tag23.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2.xml"/><Relationship Id="rId1" Type="http://schemas.openxmlformats.org/officeDocument/2006/relationships/tags" Target="../tags/tag24.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2.xml"/><Relationship Id="rId1" Type="http://schemas.openxmlformats.org/officeDocument/2006/relationships/tags" Target="../tags/tag25.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emf"/></Relationships>
</file>

<file path=ppt/slideLayouts/_rels/slideLayout5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7.xml"/><Relationship Id="rId1" Type="http://schemas.openxmlformats.org/officeDocument/2006/relationships/tags" Target="../tags/tag26.xml"/><Relationship Id="rId5" Type="http://schemas.openxmlformats.org/officeDocument/2006/relationships/image" Target="../media/image7.emf"/><Relationship Id="rId4" Type="http://schemas.openxmlformats.org/officeDocument/2006/relationships/oleObject" Target="../embeddings/oleObject2.bin"/></Relationships>
</file>

<file path=ppt/slideLayouts/_rels/slideLayout5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9.xml"/><Relationship Id="rId1" Type="http://schemas.openxmlformats.org/officeDocument/2006/relationships/tags" Target="../tags/tag28.xml"/><Relationship Id="rId5" Type="http://schemas.openxmlformats.org/officeDocument/2006/relationships/image" Target="../media/image7.emf"/><Relationship Id="rId4" Type="http://schemas.openxmlformats.org/officeDocument/2006/relationships/oleObject" Target="../embeddings/oleObject12.bin"/></Relationships>
</file>

<file path=ppt/slideLayouts/_rels/slideLayout5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1.xml"/><Relationship Id="rId1" Type="http://schemas.openxmlformats.org/officeDocument/2006/relationships/tags" Target="../tags/tag30.xml"/><Relationship Id="rId5" Type="http://schemas.openxmlformats.org/officeDocument/2006/relationships/image" Target="../media/image7.emf"/><Relationship Id="rId4" Type="http://schemas.openxmlformats.org/officeDocument/2006/relationships/oleObject" Target="../embeddings/oleObject2.bin"/></Relationships>
</file>

<file path=ppt/slideLayouts/_rels/slideLayout53.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slideMaster" Target="../slideMasters/slideMaster2.xml"/><Relationship Id="rId7" Type="http://schemas.openxmlformats.org/officeDocument/2006/relationships/image" Target="../media/image14.png"/><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image" Target="../media/image13.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54.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slideMaster" Target="../slideMasters/slideMaster2.xml"/><Relationship Id="rId7" Type="http://schemas.openxmlformats.org/officeDocument/2006/relationships/image" Target="../media/image14.png"/><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image" Target="../media/image16.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5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xml"/><Relationship Id="rId1" Type="http://schemas.openxmlformats.org/officeDocument/2006/relationships/tags" Target="../tags/tag36.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emf"/></Relationships>
</file>

<file path=ppt/slideLayouts/_rels/slideLayout56.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slideMaster" Target="../slideMasters/slideMaster2.xml"/><Relationship Id="rId7" Type="http://schemas.openxmlformats.org/officeDocument/2006/relationships/image" Target="../media/image14.png"/><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image" Target="../media/image17.jpeg"/><Relationship Id="rId5" Type="http://schemas.openxmlformats.org/officeDocument/2006/relationships/image" Target="../media/image7.emf"/><Relationship Id="rId4" Type="http://schemas.openxmlformats.org/officeDocument/2006/relationships/oleObject" Target="../embeddings/oleObject13.bin"/></Relationships>
</file>

<file path=ppt/slideLayouts/_rels/slideLayout57.xml.rels><?xml version="1.0" encoding="UTF-8" standalone="yes"?>
<Relationships xmlns="http://schemas.openxmlformats.org/package/2006/relationships"><Relationship Id="rId3" Type="http://schemas.openxmlformats.org/officeDocument/2006/relationships/oleObject" Target="../embeddings/oleObject4.bin"/><Relationship Id="rId7" Type="http://schemas.openxmlformats.org/officeDocument/2006/relationships/image" Target="../media/image15.svg"/><Relationship Id="rId2" Type="http://schemas.openxmlformats.org/officeDocument/2006/relationships/slideMaster" Target="../slideMasters/slideMaster2.xml"/><Relationship Id="rId1" Type="http://schemas.openxmlformats.org/officeDocument/2006/relationships/tags" Target="../tags/tag39.xml"/><Relationship Id="rId6" Type="http://schemas.openxmlformats.org/officeDocument/2006/relationships/image" Target="../media/image14.png"/><Relationship Id="rId5" Type="http://schemas.openxmlformats.org/officeDocument/2006/relationships/image" Target="../media/image17.jpeg"/><Relationship Id="rId4" Type="http://schemas.openxmlformats.org/officeDocument/2006/relationships/image" Target="../media/image7.emf"/></Relationships>
</file>

<file path=ppt/slideLayouts/_rels/slideLayout58.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9.svg"/><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image" Target="../media/image8.png"/><Relationship Id="rId5" Type="http://schemas.openxmlformats.org/officeDocument/2006/relationships/image" Target="../media/image7.emf"/><Relationship Id="rId4" Type="http://schemas.openxmlformats.org/officeDocument/2006/relationships/oleObject" Target="../embeddings/oleObject3.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pic>
        <p:nvPicPr>
          <p:cNvPr id="15" name="Grafik 14">
            <a:extLst>
              <a:ext uri="{FF2B5EF4-FFF2-40B4-BE49-F238E27FC236}">
                <a16:creationId xmlns:a16="http://schemas.microsoft.com/office/drawing/2014/main" id="{75DD5F44-5ACF-4E59-A40C-C93A07A52326}"/>
              </a:ext>
            </a:extLst>
          </p:cNvPr>
          <p:cNvPicPr>
            <a:picLocks noChangeAspect="1"/>
          </p:cNvPicPr>
          <p:nvPr/>
        </p:nvPicPr>
        <p:blipFill>
          <a:blip r:embed="rId2"/>
          <a:srcRect/>
          <a:stretch/>
        </p:blipFill>
        <p:spPr>
          <a:xfrm>
            <a:off x="3048" y="0"/>
            <a:ext cx="12185904" cy="6858000"/>
          </a:xfrm>
          <a:prstGeom prst="rect">
            <a:avLst/>
          </a:prstGeom>
        </p:spPr>
      </p:pic>
      <p:grpSp>
        <p:nvGrpSpPr>
          <p:cNvPr id="28" name="Group 698">
            <a:extLst>
              <a:ext uri="{FF2B5EF4-FFF2-40B4-BE49-F238E27FC236}">
                <a16:creationId xmlns:a16="http://schemas.microsoft.com/office/drawing/2014/main" id="{C0266714-B7BA-4D27-AF2C-35BB3CBAF93E}"/>
              </a:ext>
            </a:extLst>
          </p:cNvPr>
          <p:cNvGrpSpPr>
            <a:grpSpLocks noChangeAspect="1"/>
          </p:cNvGrpSpPr>
          <p:nvPr/>
        </p:nvGrpSpPr>
        <p:grpSpPr bwMode="black">
          <a:xfrm>
            <a:off x="10468800" y="406800"/>
            <a:ext cx="1386000" cy="435600"/>
            <a:chOff x="561" y="2269"/>
            <a:chExt cx="4636" cy="1455"/>
          </a:xfrm>
        </p:grpSpPr>
        <p:sp>
          <p:nvSpPr>
            <p:cNvPr id="29" name="AutoShape 697">
              <a:extLst>
                <a:ext uri="{FF2B5EF4-FFF2-40B4-BE49-F238E27FC236}">
                  <a16:creationId xmlns:a16="http://schemas.microsoft.com/office/drawing/2014/main" id="{D54C1C37-2755-4D1E-A183-27C1C520FF40}"/>
                </a:ext>
              </a:extLst>
            </p:cNvPr>
            <p:cNvSpPr>
              <a:spLocks noChangeAspect="1" noChangeArrowheads="1" noTextEdit="1"/>
            </p:cNvSpPr>
            <p:nvPr/>
          </p:nvSpPr>
          <p:spPr bwMode="black">
            <a:xfrm>
              <a:off x="561" y="2271"/>
              <a:ext cx="4634" cy="1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30" name="Oval 699">
              <a:extLst>
                <a:ext uri="{FF2B5EF4-FFF2-40B4-BE49-F238E27FC236}">
                  <a16:creationId xmlns:a16="http://schemas.microsoft.com/office/drawing/2014/main" id="{4E4465A4-8D4D-47B0-98CB-71B6AFCA08BB}"/>
                </a:ext>
              </a:extLst>
            </p:cNvPr>
            <p:cNvSpPr>
              <a:spLocks noChangeArrowheads="1"/>
            </p:cNvSpPr>
            <p:nvPr/>
          </p:nvSpPr>
          <p:spPr bwMode="black">
            <a:xfrm>
              <a:off x="561" y="2905"/>
              <a:ext cx="483" cy="484"/>
            </a:xfrm>
            <a:prstGeom prst="ellipse">
              <a:avLst/>
            </a:prstGeom>
            <a:solidFill>
              <a:srgbClr val="A0144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31" name="Freeform 700">
              <a:extLst>
                <a:ext uri="{FF2B5EF4-FFF2-40B4-BE49-F238E27FC236}">
                  <a16:creationId xmlns:a16="http://schemas.microsoft.com/office/drawing/2014/main" id="{6C7A53C3-D8B3-4A48-A1F2-6C2F2F22F9B3}"/>
                </a:ext>
              </a:extLst>
            </p:cNvPr>
            <p:cNvSpPr>
              <a:spLocks/>
            </p:cNvSpPr>
            <p:nvPr/>
          </p:nvSpPr>
          <p:spPr bwMode="black">
            <a:xfrm>
              <a:off x="1200" y="2269"/>
              <a:ext cx="1559" cy="1113"/>
            </a:xfrm>
            <a:custGeom>
              <a:avLst/>
              <a:gdLst>
                <a:gd name="T0" fmla="*/ 0 w 659"/>
                <a:gd name="T1" fmla="*/ 0 h 469"/>
                <a:gd name="T2" fmla="*/ 0 w 659"/>
                <a:gd name="T3" fmla="*/ 469 h 469"/>
                <a:gd name="T4" fmla="*/ 85 w 659"/>
                <a:gd name="T5" fmla="*/ 469 h 469"/>
                <a:gd name="T6" fmla="*/ 85 w 659"/>
                <a:gd name="T7" fmla="*/ 72 h 469"/>
                <a:gd name="T8" fmla="*/ 282 w 659"/>
                <a:gd name="T9" fmla="*/ 72 h 469"/>
                <a:gd name="T10" fmla="*/ 282 w 659"/>
                <a:gd name="T11" fmla="*/ 469 h 469"/>
                <a:gd name="T12" fmla="*/ 367 w 659"/>
                <a:gd name="T13" fmla="*/ 469 h 469"/>
                <a:gd name="T14" fmla="*/ 367 w 659"/>
                <a:gd name="T15" fmla="*/ 72 h 469"/>
                <a:gd name="T16" fmla="*/ 498 w 659"/>
                <a:gd name="T17" fmla="*/ 72 h 469"/>
                <a:gd name="T18" fmla="*/ 573 w 659"/>
                <a:gd name="T19" fmla="*/ 155 h 469"/>
                <a:gd name="T20" fmla="*/ 573 w 659"/>
                <a:gd name="T21" fmla="*/ 469 h 469"/>
                <a:gd name="T22" fmla="*/ 659 w 659"/>
                <a:gd name="T23" fmla="*/ 469 h 469"/>
                <a:gd name="T24" fmla="*/ 659 w 659"/>
                <a:gd name="T25" fmla="*/ 132 h 469"/>
                <a:gd name="T26" fmla="*/ 541 w 659"/>
                <a:gd name="T27" fmla="*/ 0 h 469"/>
                <a:gd name="T28" fmla="*/ 0 w 659"/>
                <a:gd name="T29"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9" h="469">
                  <a:moveTo>
                    <a:pt x="0" y="0"/>
                  </a:moveTo>
                  <a:cubicBezTo>
                    <a:pt x="0" y="469"/>
                    <a:pt x="0" y="469"/>
                    <a:pt x="0" y="469"/>
                  </a:cubicBezTo>
                  <a:cubicBezTo>
                    <a:pt x="85" y="469"/>
                    <a:pt x="85" y="469"/>
                    <a:pt x="85" y="469"/>
                  </a:cubicBezTo>
                  <a:cubicBezTo>
                    <a:pt x="85" y="72"/>
                    <a:pt x="85" y="72"/>
                    <a:pt x="85" y="72"/>
                  </a:cubicBezTo>
                  <a:cubicBezTo>
                    <a:pt x="85" y="72"/>
                    <a:pt x="218" y="72"/>
                    <a:pt x="282" y="72"/>
                  </a:cubicBezTo>
                  <a:cubicBezTo>
                    <a:pt x="282" y="469"/>
                    <a:pt x="282" y="469"/>
                    <a:pt x="282" y="469"/>
                  </a:cubicBezTo>
                  <a:cubicBezTo>
                    <a:pt x="367" y="469"/>
                    <a:pt x="367" y="469"/>
                    <a:pt x="367" y="469"/>
                  </a:cubicBezTo>
                  <a:cubicBezTo>
                    <a:pt x="367" y="72"/>
                    <a:pt x="367" y="72"/>
                    <a:pt x="367" y="72"/>
                  </a:cubicBezTo>
                  <a:cubicBezTo>
                    <a:pt x="424" y="72"/>
                    <a:pt x="472" y="72"/>
                    <a:pt x="498" y="72"/>
                  </a:cubicBezTo>
                  <a:cubicBezTo>
                    <a:pt x="542" y="72"/>
                    <a:pt x="573" y="98"/>
                    <a:pt x="573" y="155"/>
                  </a:cubicBezTo>
                  <a:cubicBezTo>
                    <a:pt x="573" y="469"/>
                    <a:pt x="573" y="469"/>
                    <a:pt x="573" y="469"/>
                  </a:cubicBezTo>
                  <a:cubicBezTo>
                    <a:pt x="659" y="469"/>
                    <a:pt x="659" y="469"/>
                    <a:pt x="659" y="469"/>
                  </a:cubicBezTo>
                  <a:cubicBezTo>
                    <a:pt x="659" y="346"/>
                    <a:pt x="659" y="239"/>
                    <a:pt x="659" y="132"/>
                  </a:cubicBezTo>
                  <a:cubicBezTo>
                    <a:pt x="659" y="68"/>
                    <a:pt x="626" y="0"/>
                    <a:pt x="541" y="0"/>
                  </a:cubicBezTo>
                  <a:cubicBezTo>
                    <a:pt x="0" y="0"/>
                    <a:pt x="0" y="0"/>
                    <a:pt x="0" y="0"/>
                  </a:cubicBezTo>
                  <a:close/>
                </a:path>
              </a:pathLst>
            </a:custGeom>
            <a:solidFill>
              <a:srgbClr val="6F6F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32" name="Freeform 701">
              <a:extLst>
                <a:ext uri="{FF2B5EF4-FFF2-40B4-BE49-F238E27FC236}">
                  <a16:creationId xmlns:a16="http://schemas.microsoft.com/office/drawing/2014/main" id="{7049EE5D-E1FB-43C2-A94E-29AA2899E0B0}"/>
                </a:ext>
              </a:extLst>
            </p:cNvPr>
            <p:cNvSpPr>
              <a:spLocks/>
            </p:cNvSpPr>
            <p:nvPr/>
          </p:nvSpPr>
          <p:spPr bwMode="black">
            <a:xfrm>
              <a:off x="2877" y="2269"/>
              <a:ext cx="1107" cy="1113"/>
            </a:xfrm>
            <a:custGeom>
              <a:avLst/>
              <a:gdLst>
                <a:gd name="T0" fmla="*/ 121 w 468"/>
                <a:gd name="T1" fmla="*/ 0 h 469"/>
                <a:gd name="T2" fmla="*/ 0 w 468"/>
                <a:gd name="T3" fmla="*/ 130 h 469"/>
                <a:gd name="T4" fmla="*/ 115 w 468"/>
                <a:gd name="T5" fmla="*/ 266 h 469"/>
                <a:gd name="T6" fmla="*/ 319 w 468"/>
                <a:gd name="T7" fmla="*/ 266 h 469"/>
                <a:gd name="T8" fmla="*/ 381 w 468"/>
                <a:gd name="T9" fmla="*/ 335 h 469"/>
                <a:gd name="T10" fmla="*/ 320 w 468"/>
                <a:gd name="T11" fmla="*/ 398 h 469"/>
                <a:gd name="T12" fmla="*/ 8 w 468"/>
                <a:gd name="T13" fmla="*/ 398 h 469"/>
                <a:gd name="T14" fmla="*/ 8 w 468"/>
                <a:gd name="T15" fmla="*/ 469 h 469"/>
                <a:gd name="T16" fmla="*/ 356 w 468"/>
                <a:gd name="T17" fmla="*/ 469 h 469"/>
                <a:gd name="T18" fmla="*/ 468 w 468"/>
                <a:gd name="T19" fmla="*/ 336 h 469"/>
                <a:gd name="T20" fmla="*/ 362 w 468"/>
                <a:gd name="T21" fmla="*/ 194 h 469"/>
                <a:gd name="T22" fmla="*/ 142 w 468"/>
                <a:gd name="T23" fmla="*/ 194 h 469"/>
                <a:gd name="T24" fmla="*/ 86 w 468"/>
                <a:gd name="T25" fmla="*/ 132 h 469"/>
                <a:gd name="T26" fmla="*/ 151 w 468"/>
                <a:gd name="T27" fmla="*/ 72 h 469"/>
                <a:gd name="T28" fmla="*/ 452 w 468"/>
                <a:gd name="T29" fmla="*/ 72 h 469"/>
                <a:gd name="T30" fmla="*/ 452 w 468"/>
                <a:gd name="T31" fmla="*/ 0 h 469"/>
                <a:gd name="T32" fmla="*/ 121 w 468"/>
                <a:gd name="T33"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8" h="469">
                  <a:moveTo>
                    <a:pt x="121" y="0"/>
                  </a:moveTo>
                  <a:cubicBezTo>
                    <a:pt x="28" y="0"/>
                    <a:pt x="0" y="62"/>
                    <a:pt x="0" y="130"/>
                  </a:cubicBezTo>
                  <a:cubicBezTo>
                    <a:pt x="0" y="204"/>
                    <a:pt x="31" y="266"/>
                    <a:pt x="115" y="266"/>
                  </a:cubicBezTo>
                  <a:cubicBezTo>
                    <a:pt x="191" y="266"/>
                    <a:pt x="262" y="266"/>
                    <a:pt x="319" y="266"/>
                  </a:cubicBezTo>
                  <a:cubicBezTo>
                    <a:pt x="381" y="266"/>
                    <a:pt x="381" y="314"/>
                    <a:pt x="381" y="335"/>
                  </a:cubicBezTo>
                  <a:cubicBezTo>
                    <a:pt x="381" y="356"/>
                    <a:pt x="381" y="398"/>
                    <a:pt x="320" y="398"/>
                  </a:cubicBezTo>
                  <a:cubicBezTo>
                    <a:pt x="272" y="398"/>
                    <a:pt x="8" y="398"/>
                    <a:pt x="8" y="398"/>
                  </a:cubicBezTo>
                  <a:cubicBezTo>
                    <a:pt x="8" y="398"/>
                    <a:pt x="8" y="449"/>
                    <a:pt x="8" y="469"/>
                  </a:cubicBezTo>
                  <a:cubicBezTo>
                    <a:pt x="356" y="469"/>
                    <a:pt x="356" y="469"/>
                    <a:pt x="356" y="469"/>
                  </a:cubicBezTo>
                  <a:cubicBezTo>
                    <a:pt x="443" y="469"/>
                    <a:pt x="468" y="418"/>
                    <a:pt x="468" y="336"/>
                  </a:cubicBezTo>
                  <a:cubicBezTo>
                    <a:pt x="468" y="238"/>
                    <a:pt x="436" y="194"/>
                    <a:pt x="362" y="194"/>
                  </a:cubicBezTo>
                  <a:cubicBezTo>
                    <a:pt x="274" y="194"/>
                    <a:pt x="213" y="194"/>
                    <a:pt x="142" y="194"/>
                  </a:cubicBezTo>
                  <a:cubicBezTo>
                    <a:pt x="86" y="194"/>
                    <a:pt x="86" y="157"/>
                    <a:pt x="86" y="132"/>
                  </a:cubicBezTo>
                  <a:cubicBezTo>
                    <a:pt x="86" y="112"/>
                    <a:pt x="92" y="72"/>
                    <a:pt x="151" y="72"/>
                  </a:cubicBezTo>
                  <a:cubicBezTo>
                    <a:pt x="214" y="72"/>
                    <a:pt x="452" y="72"/>
                    <a:pt x="452" y="72"/>
                  </a:cubicBezTo>
                  <a:cubicBezTo>
                    <a:pt x="452" y="43"/>
                    <a:pt x="452" y="27"/>
                    <a:pt x="452" y="0"/>
                  </a:cubicBezTo>
                  <a:cubicBezTo>
                    <a:pt x="121" y="0"/>
                    <a:pt x="121" y="0"/>
                    <a:pt x="121" y="0"/>
                  </a:cubicBezTo>
                  <a:close/>
                </a:path>
              </a:pathLst>
            </a:custGeom>
            <a:solidFill>
              <a:srgbClr val="6F6F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33" name="Freeform 702">
              <a:extLst>
                <a:ext uri="{FF2B5EF4-FFF2-40B4-BE49-F238E27FC236}">
                  <a16:creationId xmlns:a16="http://schemas.microsoft.com/office/drawing/2014/main" id="{B686D0F4-12F9-46C8-9493-406086C40414}"/>
                </a:ext>
              </a:extLst>
            </p:cNvPr>
            <p:cNvSpPr>
              <a:spLocks noEditPoints="1"/>
            </p:cNvSpPr>
            <p:nvPr/>
          </p:nvSpPr>
          <p:spPr bwMode="black">
            <a:xfrm>
              <a:off x="4107" y="2269"/>
              <a:ext cx="1090" cy="1455"/>
            </a:xfrm>
            <a:custGeom>
              <a:avLst/>
              <a:gdLst>
                <a:gd name="T0" fmla="*/ 170 w 461"/>
                <a:gd name="T1" fmla="*/ 0 h 613"/>
                <a:gd name="T2" fmla="*/ 44 w 461"/>
                <a:gd name="T3" fmla="*/ 29 h 613"/>
                <a:gd name="T4" fmla="*/ 0 w 461"/>
                <a:gd name="T5" fmla="*/ 149 h 613"/>
                <a:gd name="T6" fmla="*/ 0 w 461"/>
                <a:gd name="T7" fmla="*/ 233 h 613"/>
                <a:gd name="T8" fmla="*/ 0 w 461"/>
                <a:gd name="T9" fmla="*/ 318 h 613"/>
                <a:gd name="T10" fmla="*/ 47 w 461"/>
                <a:gd name="T11" fmla="*/ 445 h 613"/>
                <a:gd name="T12" fmla="*/ 170 w 461"/>
                <a:gd name="T13" fmla="*/ 469 h 613"/>
                <a:gd name="T14" fmla="*/ 376 w 461"/>
                <a:gd name="T15" fmla="*/ 469 h 613"/>
                <a:gd name="T16" fmla="*/ 376 w 461"/>
                <a:gd name="T17" fmla="*/ 487 h 613"/>
                <a:gd name="T18" fmla="*/ 328 w 461"/>
                <a:gd name="T19" fmla="*/ 538 h 613"/>
                <a:gd name="T20" fmla="*/ 61 w 461"/>
                <a:gd name="T21" fmla="*/ 538 h 613"/>
                <a:gd name="T22" fmla="*/ 61 w 461"/>
                <a:gd name="T23" fmla="*/ 613 h 613"/>
                <a:gd name="T24" fmla="*/ 356 w 461"/>
                <a:gd name="T25" fmla="*/ 613 h 613"/>
                <a:gd name="T26" fmla="*/ 461 w 461"/>
                <a:gd name="T27" fmla="*/ 511 h 613"/>
                <a:gd name="T28" fmla="*/ 461 w 461"/>
                <a:gd name="T29" fmla="*/ 0 h 613"/>
                <a:gd name="T30" fmla="*/ 170 w 461"/>
                <a:gd name="T31" fmla="*/ 0 h 613"/>
                <a:gd name="T32" fmla="*/ 376 w 461"/>
                <a:gd name="T33" fmla="*/ 398 h 613"/>
                <a:gd name="T34" fmla="*/ 196 w 461"/>
                <a:gd name="T35" fmla="*/ 398 h 613"/>
                <a:gd name="T36" fmla="*/ 88 w 461"/>
                <a:gd name="T37" fmla="*/ 333 h 613"/>
                <a:gd name="T38" fmla="*/ 88 w 461"/>
                <a:gd name="T39" fmla="*/ 231 h 613"/>
                <a:gd name="T40" fmla="*/ 88 w 461"/>
                <a:gd name="T41" fmla="*/ 148 h 613"/>
                <a:gd name="T42" fmla="*/ 200 w 461"/>
                <a:gd name="T43" fmla="*/ 72 h 613"/>
                <a:gd name="T44" fmla="*/ 376 w 461"/>
                <a:gd name="T45" fmla="*/ 72 h 613"/>
                <a:gd name="T46" fmla="*/ 376 w 461"/>
                <a:gd name="T47" fmla="*/ 398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1" h="613">
                  <a:moveTo>
                    <a:pt x="170" y="0"/>
                  </a:moveTo>
                  <a:cubicBezTo>
                    <a:pt x="94" y="0"/>
                    <a:pt x="65" y="12"/>
                    <a:pt x="44" y="29"/>
                  </a:cubicBezTo>
                  <a:cubicBezTo>
                    <a:pt x="22" y="47"/>
                    <a:pt x="1" y="70"/>
                    <a:pt x="0" y="149"/>
                  </a:cubicBezTo>
                  <a:cubicBezTo>
                    <a:pt x="0" y="233"/>
                    <a:pt x="0" y="233"/>
                    <a:pt x="0" y="233"/>
                  </a:cubicBezTo>
                  <a:cubicBezTo>
                    <a:pt x="0" y="318"/>
                    <a:pt x="0" y="318"/>
                    <a:pt x="0" y="318"/>
                  </a:cubicBezTo>
                  <a:cubicBezTo>
                    <a:pt x="0" y="402"/>
                    <a:pt x="23" y="425"/>
                    <a:pt x="47" y="445"/>
                  </a:cubicBezTo>
                  <a:cubicBezTo>
                    <a:pt x="63" y="456"/>
                    <a:pt x="89" y="469"/>
                    <a:pt x="170" y="469"/>
                  </a:cubicBezTo>
                  <a:cubicBezTo>
                    <a:pt x="376" y="469"/>
                    <a:pt x="376" y="469"/>
                    <a:pt x="376" y="469"/>
                  </a:cubicBezTo>
                  <a:cubicBezTo>
                    <a:pt x="376" y="469"/>
                    <a:pt x="376" y="484"/>
                    <a:pt x="376" y="487"/>
                  </a:cubicBezTo>
                  <a:cubicBezTo>
                    <a:pt x="376" y="523"/>
                    <a:pt x="369" y="538"/>
                    <a:pt x="328" y="538"/>
                  </a:cubicBezTo>
                  <a:cubicBezTo>
                    <a:pt x="61" y="538"/>
                    <a:pt x="61" y="538"/>
                    <a:pt x="61" y="538"/>
                  </a:cubicBezTo>
                  <a:cubicBezTo>
                    <a:pt x="61" y="613"/>
                    <a:pt x="61" y="613"/>
                    <a:pt x="61" y="613"/>
                  </a:cubicBezTo>
                  <a:cubicBezTo>
                    <a:pt x="356" y="613"/>
                    <a:pt x="356" y="613"/>
                    <a:pt x="356" y="613"/>
                  </a:cubicBezTo>
                  <a:cubicBezTo>
                    <a:pt x="435" y="613"/>
                    <a:pt x="461" y="578"/>
                    <a:pt x="461" y="511"/>
                  </a:cubicBezTo>
                  <a:cubicBezTo>
                    <a:pt x="461" y="0"/>
                    <a:pt x="461" y="0"/>
                    <a:pt x="461" y="0"/>
                  </a:cubicBezTo>
                  <a:lnTo>
                    <a:pt x="170" y="0"/>
                  </a:lnTo>
                  <a:close/>
                  <a:moveTo>
                    <a:pt x="376" y="398"/>
                  </a:moveTo>
                  <a:cubicBezTo>
                    <a:pt x="196" y="398"/>
                    <a:pt x="196" y="398"/>
                    <a:pt x="196" y="398"/>
                  </a:cubicBezTo>
                  <a:cubicBezTo>
                    <a:pt x="143" y="398"/>
                    <a:pt x="89" y="402"/>
                    <a:pt x="88" y="333"/>
                  </a:cubicBezTo>
                  <a:cubicBezTo>
                    <a:pt x="88" y="330"/>
                    <a:pt x="88" y="305"/>
                    <a:pt x="88" y="231"/>
                  </a:cubicBezTo>
                  <a:cubicBezTo>
                    <a:pt x="88" y="169"/>
                    <a:pt x="87" y="154"/>
                    <a:pt x="88" y="148"/>
                  </a:cubicBezTo>
                  <a:cubicBezTo>
                    <a:pt x="91" y="90"/>
                    <a:pt x="112" y="70"/>
                    <a:pt x="200" y="72"/>
                  </a:cubicBezTo>
                  <a:cubicBezTo>
                    <a:pt x="205" y="72"/>
                    <a:pt x="376" y="72"/>
                    <a:pt x="376" y="72"/>
                  </a:cubicBezTo>
                  <a:lnTo>
                    <a:pt x="376" y="398"/>
                  </a:lnTo>
                  <a:close/>
                </a:path>
              </a:pathLst>
            </a:custGeom>
            <a:solidFill>
              <a:srgbClr val="6F6F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grpSp>
      <p:sp>
        <p:nvSpPr>
          <p:cNvPr id="2" name="Titel 1">
            <a:extLst>
              <a:ext uri="{FF2B5EF4-FFF2-40B4-BE49-F238E27FC236}">
                <a16:creationId xmlns:a16="http://schemas.microsoft.com/office/drawing/2014/main" id="{EA2400F4-5C47-455F-95A2-AAD5E8882964}"/>
              </a:ext>
            </a:extLst>
          </p:cNvPr>
          <p:cNvSpPr>
            <a:spLocks noGrp="1"/>
          </p:cNvSpPr>
          <p:nvPr>
            <p:ph type="ctrTitle"/>
          </p:nvPr>
        </p:nvSpPr>
        <p:spPr>
          <a:xfrm>
            <a:off x="841375" y="2854800"/>
            <a:ext cx="10510838" cy="1656000"/>
          </a:xfrm>
        </p:spPr>
        <p:txBody>
          <a:bodyPr anchor="b"/>
          <a:lstStyle>
            <a:lvl1pPr algn="l">
              <a:defRPr sz="4400"/>
            </a:lvl1pPr>
          </a:lstStyle>
          <a:p>
            <a:r>
              <a:rPr lang="de-DE"/>
              <a:t>Mastertitelformat bearbeiten</a:t>
            </a:r>
            <a:endParaRPr lang="de-DE" dirty="0"/>
          </a:p>
        </p:txBody>
      </p:sp>
      <p:sp>
        <p:nvSpPr>
          <p:cNvPr id="3" name="Untertitel 2">
            <a:extLst>
              <a:ext uri="{FF2B5EF4-FFF2-40B4-BE49-F238E27FC236}">
                <a16:creationId xmlns:a16="http://schemas.microsoft.com/office/drawing/2014/main" id="{7B252249-1E9F-4342-AA6B-F97CF43A25D3}"/>
              </a:ext>
            </a:extLst>
          </p:cNvPr>
          <p:cNvSpPr>
            <a:spLocks noGrp="1"/>
          </p:cNvSpPr>
          <p:nvPr>
            <p:ph type="subTitle" idx="1"/>
          </p:nvPr>
        </p:nvSpPr>
        <p:spPr>
          <a:xfrm>
            <a:off x="841375" y="4561200"/>
            <a:ext cx="10510838" cy="1604650"/>
          </a:xfrm>
        </p:spPr>
        <p:txBody>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DE" dirty="0"/>
          </a:p>
        </p:txBody>
      </p:sp>
      <p:sp>
        <p:nvSpPr>
          <p:cNvPr id="7" name="Fußzeilenplatzhalter 6">
            <a:extLst>
              <a:ext uri="{FF2B5EF4-FFF2-40B4-BE49-F238E27FC236}">
                <a16:creationId xmlns:a16="http://schemas.microsoft.com/office/drawing/2014/main" id="{9EB1F93A-A66C-4524-9B9B-AE652B7965C3}"/>
              </a:ext>
            </a:extLst>
          </p:cNvPr>
          <p:cNvSpPr>
            <a:spLocks noGrp="1"/>
          </p:cNvSpPr>
          <p:nvPr>
            <p:ph type="ftr" sz="quarter" idx="10"/>
          </p:nvPr>
        </p:nvSpPr>
        <p:spPr/>
        <p:txBody>
          <a:bodyPr/>
          <a:lstStyle/>
          <a:p>
            <a:r>
              <a:rPr lang="de-DE"/>
              <a:t>© msg systems ag | 2021 | Präsentationstitel</a:t>
            </a:r>
            <a:endParaRPr lang="de-DE" dirty="0"/>
          </a:p>
        </p:txBody>
      </p:sp>
      <p:sp>
        <p:nvSpPr>
          <p:cNvPr id="8" name="Foliennummernplatzhalter 7">
            <a:extLst>
              <a:ext uri="{FF2B5EF4-FFF2-40B4-BE49-F238E27FC236}">
                <a16:creationId xmlns:a16="http://schemas.microsoft.com/office/drawing/2014/main" id="{CA47D62F-6CFF-491D-8967-717FD7A1469C}"/>
              </a:ext>
            </a:extLst>
          </p:cNvPr>
          <p:cNvSpPr>
            <a:spLocks noGrp="1"/>
          </p:cNvSpPr>
          <p:nvPr>
            <p:ph type="sldNum" sz="quarter" idx="11"/>
          </p:nvPr>
        </p:nvSpPr>
        <p:spPr/>
        <p:txBody>
          <a:bodyPr/>
          <a:lstStyle/>
          <a:p>
            <a:fld id="{B27B0579-4238-4E44-9A9E-134B676F827C}" type="slidenum">
              <a:rPr lang="de-DE" smtClean="0"/>
              <a:pPr/>
              <a:t>‹Nr.›</a:t>
            </a:fld>
            <a:endParaRPr lang="de-DE" dirty="0"/>
          </a:p>
        </p:txBody>
      </p:sp>
    </p:spTree>
    <p:extLst>
      <p:ext uri="{BB962C8B-B14F-4D97-AF65-F5344CB8AC3E}">
        <p14:creationId xmlns:p14="http://schemas.microsoft.com/office/powerpoint/2010/main" val="13299023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elfolie 1">
    <p:spTree>
      <p:nvGrpSpPr>
        <p:cNvPr id="1" name=""/>
        <p:cNvGrpSpPr/>
        <p:nvPr/>
      </p:nvGrpSpPr>
      <p:grpSpPr>
        <a:xfrm>
          <a:off x="0" y="0"/>
          <a:ext cx="0" cy="0"/>
          <a:chOff x="0" y="0"/>
          <a:chExt cx="0" cy="0"/>
        </a:xfrm>
      </p:grpSpPr>
      <p:pic>
        <p:nvPicPr>
          <p:cNvPr id="17" name="Grafik 16">
            <a:extLst>
              <a:ext uri="{FF2B5EF4-FFF2-40B4-BE49-F238E27FC236}">
                <a16:creationId xmlns:a16="http://schemas.microsoft.com/office/drawing/2014/main" id="{1A8DE36F-E337-4683-8CC3-BA4841CC6896}"/>
              </a:ext>
            </a:extLst>
          </p:cNvPr>
          <p:cNvPicPr>
            <a:picLocks noChangeAspect="1"/>
          </p:cNvPicPr>
          <p:nvPr/>
        </p:nvPicPr>
        <p:blipFill>
          <a:blip r:embed="rId2"/>
          <a:srcRect/>
          <a:stretch/>
        </p:blipFill>
        <p:spPr>
          <a:xfrm>
            <a:off x="3048" y="0"/>
            <a:ext cx="12185904" cy="6858000"/>
          </a:xfrm>
          <a:prstGeom prst="rect">
            <a:avLst/>
          </a:prstGeom>
        </p:spPr>
      </p:pic>
      <p:sp>
        <p:nvSpPr>
          <p:cNvPr id="16" name="Freihandform: Form 15">
            <a:extLst>
              <a:ext uri="{FF2B5EF4-FFF2-40B4-BE49-F238E27FC236}">
                <a16:creationId xmlns:a16="http://schemas.microsoft.com/office/drawing/2014/main" id="{A9FD8374-C101-4320-A4FA-DA70D74D092B}"/>
              </a:ext>
            </a:extLst>
          </p:cNvPr>
          <p:cNvSpPr/>
          <p:nvPr/>
        </p:nvSpPr>
        <p:spPr>
          <a:xfrm>
            <a:off x="6110019" y="-18000"/>
            <a:ext cx="6099980" cy="6894000"/>
          </a:xfrm>
          <a:custGeom>
            <a:avLst/>
            <a:gdLst>
              <a:gd name="connsiteX0" fmla="*/ 1840505 w 6099980"/>
              <a:gd name="connsiteY0" fmla="*/ 0 h 6894000"/>
              <a:gd name="connsiteX1" fmla="*/ 6099980 w 6099980"/>
              <a:gd name="connsiteY1" fmla="*/ 0 h 6894000"/>
              <a:gd name="connsiteX2" fmla="*/ 6099980 w 6099980"/>
              <a:gd name="connsiteY2" fmla="*/ 6894000 h 6894000"/>
              <a:gd name="connsiteX3" fmla="*/ 1677388 w 6099980"/>
              <a:gd name="connsiteY3" fmla="*/ 6894000 h 6894000"/>
              <a:gd name="connsiteX4" fmla="*/ 1550682 w 6099980"/>
              <a:gd name="connsiteY4" fmla="*/ 6794429 h 6894000"/>
              <a:gd name="connsiteX5" fmla="*/ 0 w 6099980"/>
              <a:gd name="connsiteY5" fmla="*/ 3506278 h 6894000"/>
              <a:gd name="connsiteX6" fmla="*/ 1711657 w 6099980"/>
              <a:gd name="connsiteY6" fmla="*/ 91626 h 689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9980" h="6894000">
                <a:moveTo>
                  <a:pt x="1840505" y="0"/>
                </a:moveTo>
                <a:lnTo>
                  <a:pt x="6099980" y="0"/>
                </a:lnTo>
                <a:lnTo>
                  <a:pt x="6099980" y="6894000"/>
                </a:lnTo>
                <a:lnTo>
                  <a:pt x="1677388" y="6894000"/>
                </a:lnTo>
                <a:lnTo>
                  <a:pt x="1550682" y="6794429"/>
                </a:lnTo>
                <a:cubicBezTo>
                  <a:pt x="603642" y="6012862"/>
                  <a:pt x="0" y="4830064"/>
                  <a:pt x="0" y="3506278"/>
                </a:cubicBezTo>
                <a:cubicBezTo>
                  <a:pt x="0" y="2108949"/>
                  <a:pt x="672576" y="868708"/>
                  <a:pt x="1711657" y="91626"/>
                </a:cubicBezTo>
                <a:close/>
              </a:path>
            </a:pathLst>
          </a:custGeom>
          <a:no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b="1" i="0" dirty="0">
              <a:latin typeface="Calibri" panose="020F0502020204030204" pitchFamily="34" charset="0"/>
            </a:endParaRPr>
          </a:p>
        </p:txBody>
      </p:sp>
      <p:sp>
        <p:nvSpPr>
          <p:cNvPr id="9" name="Fußzeilenplatzhalter 8">
            <a:extLst>
              <a:ext uri="{FF2B5EF4-FFF2-40B4-BE49-F238E27FC236}">
                <a16:creationId xmlns:a16="http://schemas.microsoft.com/office/drawing/2014/main" id="{3C350885-EA58-4E93-84C8-2C045011A191}"/>
              </a:ext>
            </a:extLst>
          </p:cNvPr>
          <p:cNvSpPr>
            <a:spLocks noGrp="1"/>
          </p:cNvSpPr>
          <p:nvPr>
            <p:ph type="ftr" sz="quarter" idx="11"/>
          </p:nvPr>
        </p:nvSpPr>
        <p:spPr/>
        <p:txBody>
          <a:bodyPr/>
          <a:lstStyle/>
          <a:p>
            <a:r>
              <a:rPr lang="de-DE"/>
              <a:t>© msg systems ag | 2021 | Präsentationstitel</a:t>
            </a:r>
            <a:endParaRPr lang="de-DE" dirty="0"/>
          </a:p>
        </p:txBody>
      </p:sp>
      <p:sp>
        <p:nvSpPr>
          <p:cNvPr id="29" name="Bildplatzhalter 28">
            <a:extLst>
              <a:ext uri="{FF2B5EF4-FFF2-40B4-BE49-F238E27FC236}">
                <a16:creationId xmlns:a16="http://schemas.microsoft.com/office/drawing/2014/main" id="{EB14860C-29A9-43DE-9A81-87002DA9C22B}"/>
              </a:ext>
            </a:extLst>
          </p:cNvPr>
          <p:cNvSpPr>
            <a:spLocks noGrp="1"/>
          </p:cNvSpPr>
          <p:nvPr>
            <p:ph type="pic" sz="quarter" idx="13" hasCustomPrompt="1"/>
          </p:nvPr>
        </p:nvSpPr>
        <p:spPr bwMode="white">
          <a:xfrm>
            <a:off x="6386345" y="1"/>
            <a:ext cx="5805655" cy="6857999"/>
          </a:xfrm>
          <a:custGeom>
            <a:avLst/>
            <a:gdLst>
              <a:gd name="connsiteX0" fmla="*/ 2058797 w 5805655"/>
              <a:gd name="connsiteY0" fmla="*/ 0 h 6857999"/>
              <a:gd name="connsiteX1" fmla="*/ 5805655 w 5805655"/>
              <a:gd name="connsiteY1" fmla="*/ 0 h 6857999"/>
              <a:gd name="connsiteX2" fmla="*/ 5805655 w 5805655"/>
              <a:gd name="connsiteY2" fmla="*/ 6857999 h 6857999"/>
              <a:gd name="connsiteX3" fmla="*/ 1858903 w 5805655"/>
              <a:gd name="connsiteY3" fmla="*/ 6857999 h 6857999"/>
              <a:gd name="connsiteX4" fmla="*/ 1756895 w 5805655"/>
              <a:gd name="connsiteY4" fmla="*/ 6792603 h 6857999"/>
              <a:gd name="connsiteX5" fmla="*/ 0 w 5805655"/>
              <a:gd name="connsiteY5" fmla="*/ 3488279 h 6857999"/>
              <a:gd name="connsiteX6" fmla="*/ 1857323 w 5805655"/>
              <a:gd name="connsiteY6" fmla="*/ 118284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05655" h="6857999">
                <a:moveTo>
                  <a:pt x="2058797" y="0"/>
                </a:moveTo>
                <a:lnTo>
                  <a:pt x="5805655" y="0"/>
                </a:lnTo>
                <a:lnTo>
                  <a:pt x="5805655" y="6857999"/>
                </a:lnTo>
                <a:lnTo>
                  <a:pt x="1858903" y="6857999"/>
                </a:lnTo>
                <a:lnTo>
                  <a:pt x="1756895" y="6792603"/>
                </a:lnTo>
                <a:cubicBezTo>
                  <a:pt x="696911" y="6076491"/>
                  <a:pt x="0" y="4863771"/>
                  <a:pt x="0" y="3488279"/>
                </a:cubicBezTo>
                <a:cubicBezTo>
                  <a:pt x="0" y="2069802"/>
                  <a:pt x="741149" y="824430"/>
                  <a:pt x="1857323" y="118284"/>
                </a:cubicBezTo>
                <a:close/>
              </a:path>
            </a:pathLst>
          </a:custGeom>
          <a:solidFill>
            <a:schemeClr val="bg2"/>
          </a:solidFill>
        </p:spPr>
        <p:txBody>
          <a:bodyPr wrap="square" anchor="ctr">
            <a:noAutofit/>
          </a:bodyPr>
          <a:lstStyle>
            <a:lvl1pPr marL="7938" indent="0" algn="ctr">
              <a:buNone/>
              <a:defRPr sz="1200" b="0" i="0">
                <a:latin typeface="Calibri" panose="020F0502020204030204" pitchFamily="34" charset="0"/>
              </a:defRPr>
            </a:lvl1pPr>
          </a:lstStyle>
          <a:p>
            <a:r>
              <a:rPr lang="de-DE" dirty="0"/>
              <a:t>Bild durch Klicken auf das Symbol hinzufügen.</a:t>
            </a:r>
            <a:br>
              <a:rPr lang="de-DE" dirty="0"/>
            </a:br>
            <a:r>
              <a:rPr lang="de-DE" dirty="0"/>
              <a:t>Alternativ den Rahmen des Bildplatzhalters markieren (Klick auf die graue Fläche)</a:t>
            </a:r>
            <a:br>
              <a:rPr lang="de-DE" dirty="0"/>
            </a:br>
            <a:r>
              <a:rPr lang="de-DE" dirty="0"/>
              <a:t>und ein Bild aus den </a:t>
            </a:r>
            <a:r>
              <a:rPr lang="de-DE" dirty="0" err="1"/>
              <a:t>QuickSlide</a:t>
            </a:r>
            <a:r>
              <a:rPr lang="de-DE" dirty="0"/>
              <a:t>-Elementen hinzufügen.</a:t>
            </a:r>
            <a:br>
              <a:rPr lang="de-DE" dirty="0"/>
            </a:br>
            <a:r>
              <a:rPr lang="de-DE" dirty="0"/>
              <a:t>Anschließend die Folie zurücksetzen (Folie &gt; Zurücksetzen).</a:t>
            </a:r>
            <a:br>
              <a:rPr lang="de-DE" dirty="0"/>
            </a:br>
            <a:r>
              <a:rPr lang="de-DE" dirty="0"/>
              <a:t>Hierbei werden alle Platzhalter auf der Folie zurückgesetzt!</a:t>
            </a:r>
          </a:p>
        </p:txBody>
      </p:sp>
      <p:grpSp>
        <p:nvGrpSpPr>
          <p:cNvPr id="18" name="Group 698">
            <a:extLst>
              <a:ext uri="{FF2B5EF4-FFF2-40B4-BE49-F238E27FC236}">
                <a16:creationId xmlns:a16="http://schemas.microsoft.com/office/drawing/2014/main" id="{848E8C90-86A2-404C-9BCB-B72E6062264B}"/>
              </a:ext>
            </a:extLst>
          </p:cNvPr>
          <p:cNvGrpSpPr>
            <a:grpSpLocks noChangeAspect="1"/>
          </p:cNvGrpSpPr>
          <p:nvPr/>
        </p:nvGrpSpPr>
        <p:grpSpPr bwMode="black">
          <a:xfrm>
            <a:off x="844061" y="406800"/>
            <a:ext cx="1387170" cy="435361"/>
            <a:chOff x="561" y="2269"/>
            <a:chExt cx="4636" cy="1455"/>
          </a:xfrm>
        </p:grpSpPr>
        <p:sp>
          <p:nvSpPr>
            <p:cNvPr id="19" name="AutoShape 697">
              <a:extLst>
                <a:ext uri="{FF2B5EF4-FFF2-40B4-BE49-F238E27FC236}">
                  <a16:creationId xmlns:a16="http://schemas.microsoft.com/office/drawing/2014/main" id="{3A64E513-88BE-4405-84FB-818F3AA1E02F}"/>
                </a:ext>
              </a:extLst>
            </p:cNvPr>
            <p:cNvSpPr>
              <a:spLocks noChangeAspect="1" noChangeArrowheads="1" noTextEdit="1"/>
            </p:cNvSpPr>
            <p:nvPr/>
          </p:nvSpPr>
          <p:spPr bwMode="black">
            <a:xfrm>
              <a:off x="561" y="2271"/>
              <a:ext cx="4634" cy="1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20" name="Oval 699">
              <a:extLst>
                <a:ext uri="{FF2B5EF4-FFF2-40B4-BE49-F238E27FC236}">
                  <a16:creationId xmlns:a16="http://schemas.microsoft.com/office/drawing/2014/main" id="{9C2A0427-FADA-499E-8A08-3283DA99711F}"/>
                </a:ext>
              </a:extLst>
            </p:cNvPr>
            <p:cNvSpPr>
              <a:spLocks noChangeArrowheads="1"/>
            </p:cNvSpPr>
            <p:nvPr/>
          </p:nvSpPr>
          <p:spPr bwMode="black">
            <a:xfrm>
              <a:off x="561" y="2905"/>
              <a:ext cx="483" cy="484"/>
            </a:xfrm>
            <a:prstGeom prst="ellipse">
              <a:avLst/>
            </a:prstGeom>
            <a:solidFill>
              <a:srgbClr val="A0144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21" name="Freeform 700">
              <a:extLst>
                <a:ext uri="{FF2B5EF4-FFF2-40B4-BE49-F238E27FC236}">
                  <a16:creationId xmlns:a16="http://schemas.microsoft.com/office/drawing/2014/main" id="{B4306B0A-45F7-44E5-B997-84486021DB53}"/>
                </a:ext>
              </a:extLst>
            </p:cNvPr>
            <p:cNvSpPr>
              <a:spLocks/>
            </p:cNvSpPr>
            <p:nvPr/>
          </p:nvSpPr>
          <p:spPr bwMode="black">
            <a:xfrm>
              <a:off x="1200" y="2269"/>
              <a:ext cx="1559" cy="1113"/>
            </a:xfrm>
            <a:custGeom>
              <a:avLst/>
              <a:gdLst>
                <a:gd name="T0" fmla="*/ 0 w 659"/>
                <a:gd name="T1" fmla="*/ 0 h 469"/>
                <a:gd name="T2" fmla="*/ 0 w 659"/>
                <a:gd name="T3" fmla="*/ 469 h 469"/>
                <a:gd name="T4" fmla="*/ 85 w 659"/>
                <a:gd name="T5" fmla="*/ 469 h 469"/>
                <a:gd name="T6" fmla="*/ 85 w 659"/>
                <a:gd name="T7" fmla="*/ 72 h 469"/>
                <a:gd name="T8" fmla="*/ 282 w 659"/>
                <a:gd name="T9" fmla="*/ 72 h 469"/>
                <a:gd name="T10" fmla="*/ 282 w 659"/>
                <a:gd name="T11" fmla="*/ 469 h 469"/>
                <a:gd name="T12" fmla="*/ 367 w 659"/>
                <a:gd name="T13" fmla="*/ 469 h 469"/>
                <a:gd name="T14" fmla="*/ 367 w 659"/>
                <a:gd name="T15" fmla="*/ 72 h 469"/>
                <a:gd name="T16" fmla="*/ 498 w 659"/>
                <a:gd name="T17" fmla="*/ 72 h 469"/>
                <a:gd name="T18" fmla="*/ 573 w 659"/>
                <a:gd name="T19" fmla="*/ 155 h 469"/>
                <a:gd name="T20" fmla="*/ 573 w 659"/>
                <a:gd name="T21" fmla="*/ 469 h 469"/>
                <a:gd name="T22" fmla="*/ 659 w 659"/>
                <a:gd name="T23" fmla="*/ 469 h 469"/>
                <a:gd name="T24" fmla="*/ 659 w 659"/>
                <a:gd name="T25" fmla="*/ 132 h 469"/>
                <a:gd name="T26" fmla="*/ 541 w 659"/>
                <a:gd name="T27" fmla="*/ 0 h 469"/>
                <a:gd name="T28" fmla="*/ 0 w 659"/>
                <a:gd name="T29"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9" h="469">
                  <a:moveTo>
                    <a:pt x="0" y="0"/>
                  </a:moveTo>
                  <a:cubicBezTo>
                    <a:pt x="0" y="469"/>
                    <a:pt x="0" y="469"/>
                    <a:pt x="0" y="469"/>
                  </a:cubicBezTo>
                  <a:cubicBezTo>
                    <a:pt x="85" y="469"/>
                    <a:pt x="85" y="469"/>
                    <a:pt x="85" y="469"/>
                  </a:cubicBezTo>
                  <a:cubicBezTo>
                    <a:pt x="85" y="72"/>
                    <a:pt x="85" y="72"/>
                    <a:pt x="85" y="72"/>
                  </a:cubicBezTo>
                  <a:cubicBezTo>
                    <a:pt x="85" y="72"/>
                    <a:pt x="218" y="72"/>
                    <a:pt x="282" y="72"/>
                  </a:cubicBezTo>
                  <a:cubicBezTo>
                    <a:pt x="282" y="469"/>
                    <a:pt x="282" y="469"/>
                    <a:pt x="282" y="469"/>
                  </a:cubicBezTo>
                  <a:cubicBezTo>
                    <a:pt x="367" y="469"/>
                    <a:pt x="367" y="469"/>
                    <a:pt x="367" y="469"/>
                  </a:cubicBezTo>
                  <a:cubicBezTo>
                    <a:pt x="367" y="72"/>
                    <a:pt x="367" y="72"/>
                    <a:pt x="367" y="72"/>
                  </a:cubicBezTo>
                  <a:cubicBezTo>
                    <a:pt x="424" y="72"/>
                    <a:pt x="472" y="72"/>
                    <a:pt x="498" y="72"/>
                  </a:cubicBezTo>
                  <a:cubicBezTo>
                    <a:pt x="542" y="72"/>
                    <a:pt x="573" y="98"/>
                    <a:pt x="573" y="155"/>
                  </a:cubicBezTo>
                  <a:cubicBezTo>
                    <a:pt x="573" y="469"/>
                    <a:pt x="573" y="469"/>
                    <a:pt x="573" y="469"/>
                  </a:cubicBezTo>
                  <a:cubicBezTo>
                    <a:pt x="659" y="469"/>
                    <a:pt x="659" y="469"/>
                    <a:pt x="659" y="469"/>
                  </a:cubicBezTo>
                  <a:cubicBezTo>
                    <a:pt x="659" y="346"/>
                    <a:pt x="659" y="239"/>
                    <a:pt x="659" y="132"/>
                  </a:cubicBezTo>
                  <a:cubicBezTo>
                    <a:pt x="659" y="68"/>
                    <a:pt x="626" y="0"/>
                    <a:pt x="541" y="0"/>
                  </a:cubicBezTo>
                  <a:cubicBezTo>
                    <a:pt x="0" y="0"/>
                    <a:pt x="0" y="0"/>
                    <a:pt x="0" y="0"/>
                  </a:cubicBezTo>
                  <a:close/>
                </a:path>
              </a:pathLst>
            </a:custGeom>
            <a:solidFill>
              <a:srgbClr val="6F6F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22" name="Freeform 701">
              <a:extLst>
                <a:ext uri="{FF2B5EF4-FFF2-40B4-BE49-F238E27FC236}">
                  <a16:creationId xmlns:a16="http://schemas.microsoft.com/office/drawing/2014/main" id="{8A8EE63B-B9DE-466C-AEB0-392E214E81E9}"/>
                </a:ext>
              </a:extLst>
            </p:cNvPr>
            <p:cNvSpPr>
              <a:spLocks/>
            </p:cNvSpPr>
            <p:nvPr/>
          </p:nvSpPr>
          <p:spPr bwMode="black">
            <a:xfrm>
              <a:off x="2877" y="2269"/>
              <a:ext cx="1107" cy="1113"/>
            </a:xfrm>
            <a:custGeom>
              <a:avLst/>
              <a:gdLst>
                <a:gd name="T0" fmla="*/ 121 w 468"/>
                <a:gd name="T1" fmla="*/ 0 h 469"/>
                <a:gd name="T2" fmla="*/ 0 w 468"/>
                <a:gd name="T3" fmla="*/ 130 h 469"/>
                <a:gd name="T4" fmla="*/ 115 w 468"/>
                <a:gd name="T5" fmla="*/ 266 h 469"/>
                <a:gd name="T6" fmla="*/ 319 w 468"/>
                <a:gd name="T7" fmla="*/ 266 h 469"/>
                <a:gd name="T8" fmla="*/ 381 w 468"/>
                <a:gd name="T9" fmla="*/ 335 h 469"/>
                <a:gd name="T10" fmla="*/ 320 w 468"/>
                <a:gd name="T11" fmla="*/ 398 h 469"/>
                <a:gd name="T12" fmla="*/ 8 w 468"/>
                <a:gd name="T13" fmla="*/ 398 h 469"/>
                <a:gd name="T14" fmla="*/ 8 w 468"/>
                <a:gd name="T15" fmla="*/ 469 h 469"/>
                <a:gd name="T16" fmla="*/ 356 w 468"/>
                <a:gd name="T17" fmla="*/ 469 h 469"/>
                <a:gd name="T18" fmla="*/ 468 w 468"/>
                <a:gd name="T19" fmla="*/ 336 h 469"/>
                <a:gd name="T20" fmla="*/ 362 w 468"/>
                <a:gd name="T21" fmla="*/ 194 h 469"/>
                <a:gd name="T22" fmla="*/ 142 w 468"/>
                <a:gd name="T23" fmla="*/ 194 h 469"/>
                <a:gd name="T24" fmla="*/ 86 w 468"/>
                <a:gd name="T25" fmla="*/ 132 h 469"/>
                <a:gd name="T26" fmla="*/ 151 w 468"/>
                <a:gd name="T27" fmla="*/ 72 h 469"/>
                <a:gd name="T28" fmla="*/ 452 w 468"/>
                <a:gd name="T29" fmla="*/ 72 h 469"/>
                <a:gd name="T30" fmla="*/ 452 w 468"/>
                <a:gd name="T31" fmla="*/ 0 h 469"/>
                <a:gd name="T32" fmla="*/ 121 w 468"/>
                <a:gd name="T33"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8" h="469">
                  <a:moveTo>
                    <a:pt x="121" y="0"/>
                  </a:moveTo>
                  <a:cubicBezTo>
                    <a:pt x="28" y="0"/>
                    <a:pt x="0" y="62"/>
                    <a:pt x="0" y="130"/>
                  </a:cubicBezTo>
                  <a:cubicBezTo>
                    <a:pt x="0" y="204"/>
                    <a:pt x="31" y="266"/>
                    <a:pt x="115" y="266"/>
                  </a:cubicBezTo>
                  <a:cubicBezTo>
                    <a:pt x="191" y="266"/>
                    <a:pt x="262" y="266"/>
                    <a:pt x="319" y="266"/>
                  </a:cubicBezTo>
                  <a:cubicBezTo>
                    <a:pt x="381" y="266"/>
                    <a:pt x="381" y="314"/>
                    <a:pt x="381" y="335"/>
                  </a:cubicBezTo>
                  <a:cubicBezTo>
                    <a:pt x="381" y="356"/>
                    <a:pt x="381" y="398"/>
                    <a:pt x="320" y="398"/>
                  </a:cubicBezTo>
                  <a:cubicBezTo>
                    <a:pt x="272" y="398"/>
                    <a:pt x="8" y="398"/>
                    <a:pt x="8" y="398"/>
                  </a:cubicBezTo>
                  <a:cubicBezTo>
                    <a:pt x="8" y="398"/>
                    <a:pt x="8" y="449"/>
                    <a:pt x="8" y="469"/>
                  </a:cubicBezTo>
                  <a:cubicBezTo>
                    <a:pt x="356" y="469"/>
                    <a:pt x="356" y="469"/>
                    <a:pt x="356" y="469"/>
                  </a:cubicBezTo>
                  <a:cubicBezTo>
                    <a:pt x="443" y="469"/>
                    <a:pt x="468" y="418"/>
                    <a:pt x="468" y="336"/>
                  </a:cubicBezTo>
                  <a:cubicBezTo>
                    <a:pt x="468" y="238"/>
                    <a:pt x="436" y="194"/>
                    <a:pt x="362" y="194"/>
                  </a:cubicBezTo>
                  <a:cubicBezTo>
                    <a:pt x="274" y="194"/>
                    <a:pt x="213" y="194"/>
                    <a:pt x="142" y="194"/>
                  </a:cubicBezTo>
                  <a:cubicBezTo>
                    <a:pt x="86" y="194"/>
                    <a:pt x="86" y="157"/>
                    <a:pt x="86" y="132"/>
                  </a:cubicBezTo>
                  <a:cubicBezTo>
                    <a:pt x="86" y="112"/>
                    <a:pt x="92" y="72"/>
                    <a:pt x="151" y="72"/>
                  </a:cubicBezTo>
                  <a:cubicBezTo>
                    <a:pt x="214" y="72"/>
                    <a:pt x="452" y="72"/>
                    <a:pt x="452" y="72"/>
                  </a:cubicBezTo>
                  <a:cubicBezTo>
                    <a:pt x="452" y="43"/>
                    <a:pt x="452" y="27"/>
                    <a:pt x="452" y="0"/>
                  </a:cubicBezTo>
                  <a:cubicBezTo>
                    <a:pt x="121" y="0"/>
                    <a:pt x="121" y="0"/>
                    <a:pt x="121" y="0"/>
                  </a:cubicBezTo>
                  <a:close/>
                </a:path>
              </a:pathLst>
            </a:custGeom>
            <a:solidFill>
              <a:srgbClr val="6F6F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23" name="Freeform 702">
              <a:extLst>
                <a:ext uri="{FF2B5EF4-FFF2-40B4-BE49-F238E27FC236}">
                  <a16:creationId xmlns:a16="http://schemas.microsoft.com/office/drawing/2014/main" id="{B48E4AEA-C9EC-4DE3-878A-CEE47879CD23}"/>
                </a:ext>
              </a:extLst>
            </p:cNvPr>
            <p:cNvSpPr>
              <a:spLocks noEditPoints="1"/>
            </p:cNvSpPr>
            <p:nvPr/>
          </p:nvSpPr>
          <p:spPr bwMode="black">
            <a:xfrm>
              <a:off x="4107" y="2269"/>
              <a:ext cx="1090" cy="1455"/>
            </a:xfrm>
            <a:custGeom>
              <a:avLst/>
              <a:gdLst>
                <a:gd name="T0" fmla="*/ 170 w 461"/>
                <a:gd name="T1" fmla="*/ 0 h 613"/>
                <a:gd name="T2" fmla="*/ 44 w 461"/>
                <a:gd name="T3" fmla="*/ 29 h 613"/>
                <a:gd name="T4" fmla="*/ 0 w 461"/>
                <a:gd name="T5" fmla="*/ 149 h 613"/>
                <a:gd name="T6" fmla="*/ 0 w 461"/>
                <a:gd name="T7" fmla="*/ 233 h 613"/>
                <a:gd name="T8" fmla="*/ 0 w 461"/>
                <a:gd name="T9" fmla="*/ 318 h 613"/>
                <a:gd name="T10" fmla="*/ 47 w 461"/>
                <a:gd name="T11" fmla="*/ 445 h 613"/>
                <a:gd name="T12" fmla="*/ 170 w 461"/>
                <a:gd name="T13" fmla="*/ 469 h 613"/>
                <a:gd name="T14" fmla="*/ 376 w 461"/>
                <a:gd name="T15" fmla="*/ 469 h 613"/>
                <a:gd name="T16" fmla="*/ 376 w 461"/>
                <a:gd name="T17" fmla="*/ 487 h 613"/>
                <a:gd name="T18" fmla="*/ 328 w 461"/>
                <a:gd name="T19" fmla="*/ 538 h 613"/>
                <a:gd name="T20" fmla="*/ 61 w 461"/>
                <a:gd name="T21" fmla="*/ 538 h 613"/>
                <a:gd name="T22" fmla="*/ 61 w 461"/>
                <a:gd name="T23" fmla="*/ 613 h 613"/>
                <a:gd name="T24" fmla="*/ 356 w 461"/>
                <a:gd name="T25" fmla="*/ 613 h 613"/>
                <a:gd name="T26" fmla="*/ 461 w 461"/>
                <a:gd name="T27" fmla="*/ 511 h 613"/>
                <a:gd name="T28" fmla="*/ 461 w 461"/>
                <a:gd name="T29" fmla="*/ 0 h 613"/>
                <a:gd name="T30" fmla="*/ 170 w 461"/>
                <a:gd name="T31" fmla="*/ 0 h 613"/>
                <a:gd name="T32" fmla="*/ 376 w 461"/>
                <a:gd name="T33" fmla="*/ 398 h 613"/>
                <a:gd name="T34" fmla="*/ 196 w 461"/>
                <a:gd name="T35" fmla="*/ 398 h 613"/>
                <a:gd name="T36" fmla="*/ 88 w 461"/>
                <a:gd name="T37" fmla="*/ 333 h 613"/>
                <a:gd name="T38" fmla="*/ 88 w 461"/>
                <a:gd name="T39" fmla="*/ 231 h 613"/>
                <a:gd name="T40" fmla="*/ 88 w 461"/>
                <a:gd name="T41" fmla="*/ 148 h 613"/>
                <a:gd name="T42" fmla="*/ 200 w 461"/>
                <a:gd name="T43" fmla="*/ 72 h 613"/>
                <a:gd name="T44" fmla="*/ 376 w 461"/>
                <a:gd name="T45" fmla="*/ 72 h 613"/>
                <a:gd name="T46" fmla="*/ 376 w 461"/>
                <a:gd name="T47" fmla="*/ 398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1" h="613">
                  <a:moveTo>
                    <a:pt x="170" y="0"/>
                  </a:moveTo>
                  <a:cubicBezTo>
                    <a:pt x="94" y="0"/>
                    <a:pt x="65" y="12"/>
                    <a:pt x="44" y="29"/>
                  </a:cubicBezTo>
                  <a:cubicBezTo>
                    <a:pt x="22" y="47"/>
                    <a:pt x="1" y="70"/>
                    <a:pt x="0" y="149"/>
                  </a:cubicBezTo>
                  <a:cubicBezTo>
                    <a:pt x="0" y="233"/>
                    <a:pt x="0" y="233"/>
                    <a:pt x="0" y="233"/>
                  </a:cubicBezTo>
                  <a:cubicBezTo>
                    <a:pt x="0" y="318"/>
                    <a:pt x="0" y="318"/>
                    <a:pt x="0" y="318"/>
                  </a:cubicBezTo>
                  <a:cubicBezTo>
                    <a:pt x="0" y="402"/>
                    <a:pt x="23" y="425"/>
                    <a:pt x="47" y="445"/>
                  </a:cubicBezTo>
                  <a:cubicBezTo>
                    <a:pt x="63" y="456"/>
                    <a:pt x="89" y="469"/>
                    <a:pt x="170" y="469"/>
                  </a:cubicBezTo>
                  <a:cubicBezTo>
                    <a:pt x="376" y="469"/>
                    <a:pt x="376" y="469"/>
                    <a:pt x="376" y="469"/>
                  </a:cubicBezTo>
                  <a:cubicBezTo>
                    <a:pt x="376" y="469"/>
                    <a:pt x="376" y="484"/>
                    <a:pt x="376" y="487"/>
                  </a:cubicBezTo>
                  <a:cubicBezTo>
                    <a:pt x="376" y="523"/>
                    <a:pt x="369" y="538"/>
                    <a:pt x="328" y="538"/>
                  </a:cubicBezTo>
                  <a:cubicBezTo>
                    <a:pt x="61" y="538"/>
                    <a:pt x="61" y="538"/>
                    <a:pt x="61" y="538"/>
                  </a:cubicBezTo>
                  <a:cubicBezTo>
                    <a:pt x="61" y="613"/>
                    <a:pt x="61" y="613"/>
                    <a:pt x="61" y="613"/>
                  </a:cubicBezTo>
                  <a:cubicBezTo>
                    <a:pt x="356" y="613"/>
                    <a:pt x="356" y="613"/>
                    <a:pt x="356" y="613"/>
                  </a:cubicBezTo>
                  <a:cubicBezTo>
                    <a:pt x="435" y="613"/>
                    <a:pt x="461" y="578"/>
                    <a:pt x="461" y="511"/>
                  </a:cubicBezTo>
                  <a:cubicBezTo>
                    <a:pt x="461" y="0"/>
                    <a:pt x="461" y="0"/>
                    <a:pt x="461" y="0"/>
                  </a:cubicBezTo>
                  <a:lnTo>
                    <a:pt x="170" y="0"/>
                  </a:lnTo>
                  <a:close/>
                  <a:moveTo>
                    <a:pt x="376" y="398"/>
                  </a:moveTo>
                  <a:cubicBezTo>
                    <a:pt x="196" y="398"/>
                    <a:pt x="196" y="398"/>
                    <a:pt x="196" y="398"/>
                  </a:cubicBezTo>
                  <a:cubicBezTo>
                    <a:pt x="143" y="398"/>
                    <a:pt x="89" y="402"/>
                    <a:pt x="88" y="333"/>
                  </a:cubicBezTo>
                  <a:cubicBezTo>
                    <a:pt x="88" y="330"/>
                    <a:pt x="88" y="305"/>
                    <a:pt x="88" y="231"/>
                  </a:cubicBezTo>
                  <a:cubicBezTo>
                    <a:pt x="88" y="169"/>
                    <a:pt x="87" y="154"/>
                    <a:pt x="88" y="148"/>
                  </a:cubicBezTo>
                  <a:cubicBezTo>
                    <a:pt x="91" y="90"/>
                    <a:pt x="112" y="70"/>
                    <a:pt x="200" y="72"/>
                  </a:cubicBezTo>
                  <a:cubicBezTo>
                    <a:pt x="205" y="72"/>
                    <a:pt x="376" y="72"/>
                    <a:pt x="376" y="72"/>
                  </a:cubicBezTo>
                  <a:lnTo>
                    <a:pt x="376" y="398"/>
                  </a:lnTo>
                  <a:close/>
                </a:path>
              </a:pathLst>
            </a:custGeom>
            <a:solidFill>
              <a:srgbClr val="6F6F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grpSp>
      <p:sp>
        <p:nvSpPr>
          <p:cNvPr id="15" name="Oval 8">
            <a:extLst>
              <a:ext uri="{FF2B5EF4-FFF2-40B4-BE49-F238E27FC236}">
                <a16:creationId xmlns:a16="http://schemas.microsoft.com/office/drawing/2014/main" id="{D4EFB8C4-2EDD-4FDF-980D-31C691D89AA4}"/>
              </a:ext>
            </a:extLst>
          </p:cNvPr>
          <p:cNvSpPr/>
          <p:nvPr/>
        </p:nvSpPr>
        <p:spPr bwMode="white">
          <a:xfrm>
            <a:off x="7104112" y="6229313"/>
            <a:ext cx="158824" cy="1588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sp>
        <p:nvSpPr>
          <p:cNvPr id="2" name="Titel 1">
            <a:extLst>
              <a:ext uri="{FF2B5EF4-FFF2-40B4-BE49-F238E27FC236}">
                <a16:creationId xmlns:a16="http://schemas.microsoft.com/office/drawing/2014/main" id="{EA2400F4-5C47-455F-95A2-AAD5E8882964}"/>
              </a:ext>
            </a:extLst>
          </p:cNvPr>
          <p:cNvSpPr>
            <a:spLocks noGrp="1"/>
          </p:cNvSpPr>
          <p:nvPr>
            <p:ph type="ctrTitle"/>
          </p:nvPr>
        </p:nvSpPr>
        <p:spPr>
          <a:xfrm>
            <a:off x="842180" y="1271588"/>
            <a:ext cx="5253820" cy="2688140"/>
          </a:xfrm>
        </p:spPr>
        <p:txBody>
          <a:bodyPr anchor="b"/>
          <a:lstStyle>
            <a:lvl1pPr algn="l">
              <a:defRPr sz="4400"/>
            </a:lvl1pPr>
          </a:lstStyle>
          <a:p>
            <a:r>
              <a:rPr lang="de-DE"/>
              <a:t>Mastertitelformat bearbeiten</a:t>
            </a:r>
            <a:endParaRPr lang="de-DE" dirty="0"/>
          </a:p>
        </p:txBody>
      </p:sp>
      <p:sp>
        <p:nvSpPr>
          <p:cNvPr id="3" name="Untertitel 2">
            <a:extLst>
              <a:ext uri="{FF2B5EF4-FFF2-40B4-BE49-F238E27FC236}">
                <a16:creationId xmlns:a16="http://schemas.microsoft.com/office/drawing/2014/main" id="{7B252249-1E9F-4342-AA6B-F97CF43A25D3}"/>
              </a:ext>
            </a:extLst>
          </p:cNvPr>
          <p:cNvSpPr>
            <a:spLocks noGrp="1"/>
          </p:cNvSpPr>
          <p:nvPr>
            <p:ph type="subTitle" idx="1"/>
          </p:nvPr>
        </p:nvSpPr>
        <p:spPr>
          <a:xfrm>
            <a:off x="842180" y="4002784"/>
            <a:ext cx="5253820" cy="2163066"/>
          </a:xfrm>
        </p:spPr>
        <p:txBody>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DE" dirty="0"/>
          </a:p>
        </p:txBody>
      </p:sp>
      <p:sp>
        <p:nvSpPr>
          <p:cNvPr id="10" name="Foliennummernplatzhalter 9">
            <a:extLst>
              <a:ext uri="{FF2B5EF4-FFF2-40B4-BE49-F238E27FC236}">
                <a16:creationId xmlns:a16="http://schemas.microsoft.com/office/drawing/2014/main" id="{FB6DECA1-6CCC-447E-8310-2FFCBBD66EDF}"/>
              </a:ext>
            </a:extLst>
          </p:cNvPr>
          <p:cNvSpPr>
            <a:spLocks noGrp="1"/>
          </p:cNvSpPr>
          <p:nvPr>
            <p:ph type="sldNum" sz="quarter" idx="12"/>
          </p:nvPr>
        </p:nvSpPr>
        <p:spPr/>
        <p:txBody>
          <a:bodyPr/>
          <a:lstStyle/>
          <a:p>
            <a:fld id="{B27B0579-4238-4E44-9A9E-134B676F827C}" type="slidenum">
              <a:rPr lang="de-DE" smtClean="0"/>
              <a:pPr/>
              <a:t>‹Nr.›</a:t>
            </a:fld>
            <a:endParaRPr lang="de-DE" dirty="0"/>
          </a:p>
        </p:txBody>
      </p:sp>
    </p:spTree>
    <p:extLst>
      <p:ext uri="{BB962C8B-B14F-4D97-AF65-F5344CB8AC3E}">
        <p14:creationId xmlns:p14="http://schemas.microsoft.com/office/powerpoint/2010/main" val="1494938721"/>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elfolie 2">
    <p:bg>
      <p:bgPr>
        <a:solidFill>
          <a:schemeClr val="bg1">
            <a:lumMod val="95000"/>
          </a:schemeClr>
        </a:solidFill>
        <a:effectLst/>
      </p:bgPr>
    </p:bg>
    <p:spTree>
      <p:nvGrpSpPr>
        <p:cNvPr id="1" name=""/>
        <p:cNvGrpSpPr/>
        <p:nvPr/>
      </p:nvGrpSpPr>
      <p:grpSpPr>
        <a:xfrm>
          <a:off x="0" y="0"/>
          <a:ext cx="0" cy="0"/>
          <a:chOff x="0" y="0"/>
          <a:chExt cx="0" cy="0"/>
        </a:xfrm>
      </p:grpSpPr>
      <p:sp>
        <p:nvSpPr>
          <p:cNvPr id="6" name="Bildplatzhalter 5">
            <a:extLst>
              <a:ext uri="{FF2B5EF4-FFF2-40B4-BE49-F238E27FC236}">
                <a16:creationId xmlns:a16="http://schemas.microsoft.com/office/drawing/2014/main" id="{4D92F792-515C-4D81-B58C-4BCD9CF15EEB}"/>
              </a:ext>
            </a:extLst>
          </p:cNvPr>
          <p:cNvSpPr>
            <a:spLocks noGrp="1"/>
          </p:cNvSpPr>
          <p:nvPr>
            <p:ph type="pic" sz="quarter" idx="13" hasCustomPrompt="1"/>
          </p:nvPr>
        </p:nvSpPr>
        <p:spPr>
          <a:xfrm>
            <a:off x="0" y="0"/>
            <a:ext cx="12192000" cy="6858000"/>
          </a:xfrm>
          <a:noFill/>
        </p:spPr>
        <p:txBody>
          <a:bodyPr anchor="ctr"/>
          <a:lstStyle>
            <a:lvl1pPr marL="0" indent="0" algn="ctr">
              <a:buNone/>
              <a:defRPr sz="1200">
                <a:solidFill>
                  <a:schemeClr val="tx1"/>
                </a:solidFill>
              </a:defRPr>
            </a:lvl1pPr>
          </a:lstStyle>
          <a:p>
            <a:r>
              <a:rPr lang="de-DE" dirty="0"/>
              <a:t>Bild einfügen</a:t>
            </a:r>
          </a:p>
        </p:txBody>
      </p:sp>
      <p:sp>
        <p:nvSpPr>
          <p:cNvPr id="17" name="Textplatzhalter 3">
            <a:extLst>
              <a:ext uri="{FF2B5EF4-FFF2-40B4-BE49-F238E27FC236}">
                <a16:creationId xmlns:a16="http://schemas.microsoft.com/office/drawing/2014/main" id="{AABF8232-67BC-4EE5-8E84-B8D29993D955}"/>
              </a:ext>
            </a:extLst>
          </p:cNvPr>
          <p:cNvSpPr>
            <a:spLocks noGrp="1" noChangeAspect="1"/>
          </p:cNvSpPr>
          <p:nvPr>
            <p:ph type="body" sz="quarter" idx="14" hasCustomPrompt="1"/>
          </p:nvPr>
        </p:nvSpPr>
        <p:spPr>
          <a:xfrm>
            <a:off x="10468800" y="406800"/>
            <a:ext cx="1386000" cy="435600"/>
          </a:xfrm>
          <a:blipFill>
            <a:blip r:embed="rId2">
              <a:extLst>
                <a:ext uri="{96DAC541-7B7A-43D3-8B79-37D633B846F1}">
                  <asvg:svgBlip xmlns:asvg="http://schemas.microsoft.com/office/drawing/2016/SVG/main" r:embed="rId3"/>
                </a:ext>
              </a:extLst>
            </a:blip>
            <a:stretch>
              <a:fillRect/>
            </a:stretch>
          </a:blipFill>
        </p:spPr>
        <p:txBody>
          <a:bodyPr/>
          <a:lstStyle>
            <a:lvl1pPr>
              <a:defRPr sz="1000">
                <a:solidFill>
                  <a:schemeClr val="bg1">
                    <a:alpha val="0"/>
                  </a:schemeClr>
                </a:solidFill>
              </a:defRPr>
            </a:lvl1pPr>
          </a:lstStyle>
          <a:p>
            <a:pPr lvl="0"/>
            <a:r>
              <a:rPr lang="de-DE" dirty="0"/>
              <a:t>.</a:t>
            </a:r>
          </a:p>
        </p:txBody>
      </p:sp>
      <p:sp>
        <p:nvSpPr>
          <p:cNvPr id="2" name="Titel 1">
            <a:extLst>
              <a:ext uri="{FF2B5EF4-FFF2-40B4-BE49-F238E27FC236}">
                <a16:creationId xmlns:a16="http://schemas.microsoft.com/office/drawing/2014/main" id="{EA2400F4-5C47-455F-95A2-AAD5E8882964}"/>
              </a:ext>
            </a:extLst>
          </p:cNvPr>
          <p:cNvSpPr>
            <a:spLocks noGrp="1"/>
          </p:cNvSpPr>
          <p:nvPr>
            <p:ph type="ctrTitle"/>
          </p:nvPr>
        </p:nvSpPr>
        <p:spPr>
          <a:xfrm>
            <a:off x="0" y="4086000"/>
            <a:ext cx="12191999" cy="1440000"/>
          </a:xfrm>
          <a:solidFill>
            <a:schemeClr val="bg1"/>
          </a:solidFill>
        </p:spPr>
        <p:txBody>
          <a:bodyPr lIns="792000" anchor="ctr" anchorCtr="0"/>
          <a:lstStyle>
            <a:lvl1pPr algn="l">
              <a:defRPr sz="4400"/>
            </a:lvl1pPr>
          </a:lstStyle>
          <a:p>
            <a:r>
              <a:rPr lang="de-DE"/>
              <a:t>Mastertitelformat bearbeiten</a:t>
            </a:r>
            <a:endParaRPr lang="de-DE" dirty="0"/>
          </a:p>
        </p:txBody>
      </p:sp>
      <p:sp>
        <p:nvSpPr>
          <p:cNvPr id="9" name="Fußzeilenplatzhalter 8">
            <a:extLst>
              <a:ext uri="{FF2B5EF4-FFF2-40B4-BE49-F238E27FC236}">
                <a16:creationId xmlns:a16="http://schemas.microsoft.com/office/drawing/2014/main" id="{3C350885-EA58-4E93-84C8-2C045011A191}"/>
              </a:ext>
            </a:extLst>
          </p:cNvPr>
          <p:cNvSpPr>
            <a:spLocks noGrp="1"/>
          </p:cNvSpPr>
          <p:nvPr>
            <p:ph type="ftr" sz="quarter" idx="11"/>
          </p:nvPr>
        </p:nvSpPr>
        <p:spPr/>
        <p:txBody>
          <a:bodyPr/>
          <a:lstStyle/>
          <a:p>
            <a:r>
              <a:rPr lang="de-DE"/>
              <a:t>© msg systems ag | 2021 | Präsentationstitel</a:t>
            </a:r>
            <a:endParaRPr lang="de-DE" dirty="0"/>
          </a:p>
        </p:txBody>
      </p:sp>
      <p:sp>
        <p:nvSpPr>
          <p:cNvPr id="10" name="Foliennummernplatzhalter 9">
            <a:extLst>
              <a:ext uri="{FF2B5EF4-FFF2-40B4-BE49-F238E27FC236}">
                <a16:creationId xmlns:a16="http://schemas.microsoft.com/office/drawing/2014/main" id="{FB6DECA1-6CCC-447E-8310-2FFCBBD66EDF}"/>
              </a:ext>
            </a:extLst>
          </p:cNvPr>
          <p:cNvSpPr>
            <a:spLocks noGrp="1"/>
          </p:cNvSpPr>
          <p:nvPr>
            <p:ph type="sldNum" sz="quarter" idx="12"/>
          </p:nvPr>
        </p:nvSpPr>
        <p:spPr/>
        <p:txBody>
          <a:bodyPr/>
          <a:lstStyle/>
          <a:p>
            <a:fld id="{B27B0579-4238-4E44-9A9E-134B676F827C}" type="slidenum">
              <a:rPr lang="de-DE" smtClean="0"/>
              <a:pPr/>
              <a:t>‹Nr.›</a:t>
            </a:fld>
            <a:endParaRPr lang="de-DE" dirty="0"/>
          </a:p>
        </p:txBody>
      </p:sp>
    </p:spTree>
    <p:extLst>
      <p:ext uri="{BB962C8B-B14F-4D97-AF65-F5344CB8AC3E}">
        <p14:creationId xmlns:p14="http://schemas.microsoft.com/office/powerpoint/2010/main" val="37570795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Bild rund rechts 1">
    <p:bg bwMode="invGray">
      <p:bgPr>
        <a:solidFill>
          <a:schemeClr val="accent1"/>
        </a:solidFill>
        <a:effectLst/>
      </p:bgPr>
    </p:bg>
    <p:spTree>
      <p:nvGrpSpPr>
        <p:cNvPr id="1" name=""/>
        <p:cNvGrpSpPr/>
        <p:nvPr/>
      </p:nvGrpSpPr>
      <p:grpSpPr>
        <a:xfrm>
          <a:off x="0" y="0"/>
          <a:ext cx="0" cy="0"/>
          <a:chOff x="0" y="0"/>
          <a:chExt cx="0" cy="0"/>
        </a:xfrm>
      </p:grpSpPr>
      <p:sp>
        <p:nvSpPr>
          <p:cNvPr id="20" name="Freihandform: Form 19">
            <a:extLst>
              <a:ext uri="{FF2B5EF4-FFF2-40B4-BE49-F238E27FC236}">
                <a16:creationId xmlns:a16="http://schemas.microsoft.com/office/drawing/2014/main" id="{7D191C6D-ADCC-426B-B5FF-3E25A2BDDEC5}"/>
              </a:ext>
            </a:extLst>
          </p:cNvPr>
          <p:cNvSpPr/>
          <p:nvPr/>
        </p:nvSpPr>
        <p:spPr>
          <a:xfrm>
            <a:off x="6312025" y="-18000"/>
            <a:ext cx="5897975" cy="6894000"/>
          </a:xfrm>
          <a:custGeom>
            <a:avLst/>
            <a:gdLst>
              <a:gd name="connsiteX0" fmla="*/ 1143851 w 5897975"/>
              <a:gd name="connsiteY0" fmla="*/ 0 h 6894000"/>
              <a:gd name="connsiteX1" fmla="*/ 5897975 w 5897975"/>
              <a:gd name="connsiteY1" fmla="*/ 0 h 6894000"/>
              <a:gd name="connsiteX2" fmla="*/ 5897975 w 5897975"/>
              <a:gd name="connsiteY2" fmla="*/ 6894000 h 6894000"/>
              <a:gd name="connsiteX3" fmla="*/ 1146456 w 5897975"/>
              <a:gd name="connsiteY3" fmla="*/ 6894000 h 6894000"/>
              <a:gd name="connsiteX4" fmla="*/ 1144103 w 5897975"/>
              <a:gd name="connsiteY4" fmla="*/ 6891006 h 6894000"/>
              <a:gd name="connsiteX5" fmla="*/ 0 w 5897975"/>
              <a:gd name="connsiteY5" fmla="*/ 3445325 h 6894000"/>
              <a:gd name="connsiteX6" fmla="*/ 983542 w 5897975"/>
              <a:gd name="connsiteY6" fmla="*/ 225433 h 689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97975" h="6894000">
                <a:moveTo>
                  <a:pt x="1143851" y="0"/>
                </a:moveTo>
                <a:lnTo>
                  <a:pt x="5897975" y="0"/>
                </a:lnTo>
                <a:lnTo>
                  <a:pt x="5897975" y="6894000"/>
                </a:lnTo>
                <a:lnTo>
                  <a:pt x="1146456" y="6894000"/>
                </a:lnTo>
                <a:lnTo>
                  <a:pt x="1144103" y="6891006"/>
                </a:lnTo>
                <a:cubicBezTo>
                  <a:pt x="425533" y="5930165"/>
                  <a:pt x="0" y="4737440"/>
                  <a:pt x="0" y="3445325"/>
                </a:cubicBezTo>
                <a:cubicBezTo>
                  <a:pt x="0" y="2252604"/>
                  <a:pt x="362587" y="1144570"/>
                  <a:pt x="983542" y="22543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b="1" i="0" dirty="0">
              <a:latin typeface="Calibri" panose="020F0502020204030204" pitchFamily="34" charset="0"/>
            </a:endParaRPr>
          </a:p>
        </p:txBody>
      </p:sp>
      <p:sp>
        <p:nvSpPr>
          <p:cNvPr id="14" name="Freihandform 23">
            <a:extLst>
              <a:ext uri="{FF2B5EF4-FFF2-40B4-BE49-F238E27FC236}">
                <a16:creationId xmlns:a16="http://schemas.microsoft.com/office/drawing/2014/main" id="{CD9933A0-5E36-441A-B282-4BAF114102D1}"/>
              </a:ext>
            </a:extLst>
          </p:cNvPr>
          <p:cNvSpPr/>
          <p:nvPr/>
        </p:nvSpPr>
        <p:spPr bwMode="white">
          <a:xfrm rot="10800000" flipH="1">
            <a:off x="0" y="2087918"/>
            <a:ext cx="4295800" cy="4770082"/>
          </a:xfrm>
          <a:custGeom>
            <a:avLst/>
            <a:gdLst>
              <a:gd name="connsiteX0" fmla="*/ 0 w 5562328"/>
              <a:gd name="connsiteY0" fmla="*/ 0 h 6147385"/>
              <a:gd name="connsiteX1" fmla="*/ 4578774 w 5562328"/>
              <a:gd name="connsiteY1" fmla="*/ 0 h 6147385"/>
              <a:gd name="connsiteX2" fmla="*/ 4727110 w 5562328"/>
              <a:gd name="connsiteY2" fmla="*/ 163212 h 6147385"/>
              <a:gd name="connsiteX3" fmla="*/ 5562328 w 5562328"/>
              <a:gd name="connsiteY3" fmla="*/ 2489785 h 6147385"/>
              <a:gd name="connsiteX4" fmla="*/ 1904728 w 5562328"/>
              <a:gd name="connsiteY4" fmla="*/ 6147385 h 6147385"/>
              <a:gd name="connsiteX5" fmla="*/ 161299 w 5562328"/>
              <a:gd name="connsiteY5" fmla="*/ 5705932 h 6147385"/>
              <a:gd name="connsiteX6" fmla="*/ 0 w 5562328"/>
              <a:gd name="connsiteY6" fmla="*/ 5607941 h 6147385"/>
              <a:gd name="connsiteX7" fmla="*/ 0 w 5562328"/>
              <a:gd name="connsiteY7" fmla="*/ 0 h 614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62328" h="6147385">
                <a:moveTo>
                  <a:pt x="0" y="0"/>
                </a:moveTo>
                <a:lnTo>
                  <a:pt x="4578774" y="0"/>
                </a:lnTo>
                <a:lnTo>
                  <a:pt x="4727110" y="163212"/>
                </a:lnTo>
                <a:cubicBezTo>
                  <a:pt x="5248888" y="795461"/>
                  <a:pt x="5562328" y="1606019"/>
                  <a:pt x="5562328" y="2489785"/>
                </a:cubicBezTo>
                <a:cubicBezTo>
                  <a:pt x="5562328" y="4509822"/>
                  <a:pt x="3924765" y="6147385"/>
                  <a:pt x="1904728" y="6147385"/>
                </a:cubicBezTo>
                <a:cubicBezTo>
                  <a:pt x="1273467" y="6147385"/>
                  <a:pt x="679556" y="5987467"/>
                  <a:pt x="161299" y="5705932"/>
                </a:cubicBezTo>
                <a:lnTo>
                  <a:pt x="0" y="5607941"/>
                </a:lnTo>
                <a:lnTo>
                  <a:pt x="0" y="0"/>
                </a:lnTo>
                <a:close/>
              </a:path>
            </a:pathLst>
          </a:custGeom>
          <a:solidFill>
            <a:srgbClr val="631441">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sp>
        <p:nvSpPr>
          <p:cNvPr id="15" name="Oval 24">
            <a:extLst>
              <a:ext uri="{FF2B5EF4-FFF2-40B4-BE49-F238E27FC236}">
                <a16:creationId xmlns:a16="http://schemas.microsoft.com/office/drawing/2014/main" id="{E7EBF26C-49B3-451D-84F8-4E6638CD518C}"/>
              </a:ext>
            </a:extLst>
          </p:cNvPr>
          <p:cNvSpPr/>
          <p:nvPr/>
        </p:nvSpPr>
        <p:spPr bwMode="white">
          <a:xfrm rot="10800000">
            <a:off x="5745726" y="445403"/>
            <a:ext cx="639544" cy="639544"/>
          </a:xfrm>
          <a:prstGeom prst="ellipse">
            <a:avLst/>
          </a:prstGeom>
          <a:solidFill>
            <a:srgbClr val="631441">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sp>
        <p:nvSpPr>
          <p:cNvPr id="24" name="Oval 22">
            <a:extLst>
              <a:ext uri="{FF2B5EF4-FFF2-40B4-BE49-F238E27FC236}">
                <a16:creationId xmlns:a16="http://schemas.microsoft.com/office/drawing/2014/main" id="{B6B4683F-6753-4ADC-A683-0D363D807977}"/>
              </a:ext>
            </a:extLst>
          </p:cNvPr>
          <p:cNvSpPr/>
          <p:nvPr/>
        </p:nvSpPr>
        <p:spPr bwMode="white">
          <a:xfrm rot="10800000">
            <a:off x="2975648" y="2489173"/>
            <a:ext cx="2011494" cy="2011494"/>
          </a:xfrm>
          <a:prstGeom prst="ellipse">
            <a:avLst/>
          </a:prstGeom>
          <a:solidFill>
            <a:srgbClr val="631441">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grpSp>
        <p:nvGrpSpPr>
          <p:cNvPr id="30" name="Group 698">
            <a:extLst>
              <a:ext uri="{FF2B5EF4-FFF2-40B4-BE49-F238E27FC236}">
                <a16:creationId xmlns:a16="http://schemas.microsoft.com/office/drawing/2014/main" id="{AA97F0D4-6565-40B3-B264-5801F1FC582D}"/>
              </a:ext>
            </a:extLst>
          </p:cNvPr>
          <p:cNvGrpSpPr>
            <a:grpSpLocks noChangeAspect="1"/>
          </p:cNvGrpSpPr>
          <p:nvPr/>
        </p:nvGrpSpPr>
        <p:grpSpPr bwMode="white">
          <a:xfrm>
            <a:off x="844061" y="406800"/>
            <a:ext cx="1386000" cy="435600"/>
            <a:chOff x="561" y="2269"/>
            <a:chExt cx="4636" cy="1455"/>
          </a:xfrm>
        </p:grpSpPr>
        <p:sp>
          <p:nvSpPr>
            <p:cNvPr id="31" name="AutoShape 697">
              <a:extLst>
                <a:ext uri="{FF2B5EF4-FFF2-40B4-BE49-F238E27FC236}">
                  <a16:creationId xmlns:a16="http://schemas.microsoft.com/office/drawing/2014/main" id="{67A31F69-5CC5-4CB4-9C78-116F41C222BB}"/>
                </a:ext>
              </a:extLst>
            </p:cNvPr>
            <p:cNvSpPr>
              <a:spLocks noChangeAspect="1" noChangeArrowheads="1" noTextEdit="1"/>
            </p:cNvSpPr>
            <p:nvPr/>
          </p:nvSpPr>
          <p:spPr bwMode="white">
            <a:xfrm>
              <a:off x="561" y="2271"/>
              <a:ext cx="4634" cy="1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32" name="Oval 699">
              <a:extLst>
                <a:ext uri="{FF2B5EF4-FFF2-40B4-BE49-F238E27FC236}">
                  <a16:creationId xmlns:a16="http://schemas.microsoft.com/office/drawing/2014/main" id="{AEC0D84B-AA0D-42C1-8C21-66FE36543148}"/>
                </a:ext>
              </a:extLst>
            </p:cNvPr>
            <p:cNvSpPr>
              <a:spLocks noChangeArrowheads="1"/>
            </p:cNvSpPr>
            <p:nvPr/>
          </p:nvSpPr>
          <p:spPr bwMode="white">
            <a:xfrm>
              <a:off x="561" y="2905"/>
              <a:ext cx="483" cy="484"/>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33" name="Freeform 700">
              <a:extLst>
                <a:ext uri="{FF2B5EF4-FFF2-40B4-BE49-F238E27FC236}">
                  <a16:creationId xmlns:a16="http://schemas.microsoft.com/office/drawing/2014/main" id="{ACEB259A-1FB2-446D-8BED-6EA9D13639A5}"/>
                </a:ext>
              </a:extLst>
            </p:cNvPr>
            <p:cNvSpPr>
              <a:spLocks/>
            </p:cNvSpPr>
            <p:nvPr/>
          </p:nvSpPr>
          <p:spPr bwMode="white">
            <a:xfrm>
              <a:off x="1200" y="2269"/>
              <a:ext cx="1559" cy="1113"/>
            </a:xfrm>
            <a:custGeom>
              <a:avLst/>
              <a:gdLst>
                <a:gd name="T0" fmla="*/ 0 w 659"/>
                <a:gd name="T1" fmla="*/ 0 h 469"/>
                <a:gd name="T2" fmla="*/ 0 w 659"/>
                <a:gd name="T3" fmla="*/ 469 h 469"/>
                <a:gd name="T4" fmla="*/ 85 w 659"/>
                <a:gd name="T5" fmla="*/ 469 h 469"/>
                <a:gd name="T6" fmla="*/ 85 w 659"/>
                <a:gd name="T7" fmla="*/ 72 h 469"/>
                <a:gd name="T8" fmla="*/ 282 w 659"/>
                <a:gd name="T9" fmla="*/ 72 h 469"/>
                <a:gd name="T10" fmla="*/ 282 w 659"/>
                <a:gd name="T11" fmla="*/ 469 h 469"/>
                <a:gd name="T12" fmla="*/ 367 w 659"/>
                <a:gd name="T13" fmla="*/ 469 h 469"/>
                <a:gd name="T14" fmla="*/ 367 w 659"/>
                <a:gd name="T15" fmla="*/ 72 h 469"/>
                <a:gd name="T16" fmla="*/ 498 w 659"/>
                <a:gd name="T17" fmla="*/ 72 h 469"/>
                <a:gd name="T18" fmla="*/ 573 w 659"/>
                <a:gd name="T19" fmla="*/ 155 h 469"/>
                <a:gd name="T20" fmla="*/ 573 w 659"/>
                <a:gd name="T21" fmla="*/ 469 h 469"/>
                <a:gd name="T22" fmla="*/ 659 w 659"/>
                <a:gd name="T23" fmla="*/ 469 h 469"/>
                <a:gd name="T24" fmla="*/ 659 w 659"/>
                <a:gd name="T25" fmla="*/ 132 h 469"/>
                <a:gd name="T26" fmla="*/ 541 w 659"/>
                <a:gd name="T27" fmla="*/ 0 h 469"/>
                <a:gd name="T28" fmla="*/ 0 w 659"/>
                <a:gd name="T29"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9" h="469">
                  <a:moveTo>
                    <a:pt x="0" y="0"/>
                  </a:moveTo>
                  <a:cubicBezTo>
                    <a:pt x="0" y="469"/>
                    <a:pt x="0" y="469"/>
                    <a:pt x="0" y="469"/>
                  </a:cubicBezTo>
                  <a:cubicBezTo>
                    <a:pt x="85" y="469"/>
                    <a:pt x="85" y="469"/>
                    <a:pt x="85" y="469"/>
                  </a:cubicBezTo>
                  <a:cubicBezTo>
                    <a:pt x="85" y="72"/>
                    <a:pt x="85" y="72"/>
                    <a:pt x="85" y="72"/>
                  </a:cubicBezTo>
                  <a:cubicBezTo>
                    <a:pt x="85" y="72"/>
                    <a:pt x="218" y="72"/>
                    <a:pt x="282" y="72"/>
                  </a:cubicBezTo>
                  <a:cubicBezTo>
                    <a:pt x="282" y="469"/>
                    <a:pt x="282" y="469"/>
                    <a:pt x="282" y="469"/>
                  </a:cubicBezTo>
                  <a:cubicBezTo>
                    <a:pt x="367" y="469"/>
                    <a:pt x="367" y="469"/>
                    <a:pt x="367" y="469"/>
                  </a:cubicBezTo>
                  <a:cubicBezTo>
                    <a:pt x="367" y="72"/>
                    <a:pt x="367" y="72"/>
                    <a:pt x="367" y="72"/>
                  </a:cubicBezTo>
                  <a:cubicBezTo>
                    <a:pt x="424" y="72"/>
                    <a:pt x="472" y="72"/>
                    <a:pt x="498" y="72"/>
                  </a:cubicBezTo>
                  <a:cubicBezTo>
                    <a:pt x="542" y="72"/>
                    <a:pt x="573" y="98"/>
                    <a:pt x="573" y="155"/>
                  </a:cubicBezTo>
                  <a:cubicBezTo>
                    <a:pt x="573" y="469"/>
                    <a:pt x="573" y="469"/>
                    <a:pt x="573" y="469"/>
                  </a:cubicBezTo>
                  <a:cubicBezTo>
                    <a:pt x="659" y="469"/>
                    <a:pt x="659" y="469"/>
                    <a:pt x="659" y="469"/>
                  </a:cubicBezTo>
                  <a:cubicBezTo>
                    <a:pt x="659" y="346"/>
                    <a:pt x="659" y="239"/>
                    <a:pt x="659" y="132"/>
                  </a:cubicBezTo>
                  <a:cubicBezTo>
                    <a:pt x="659" y="68"/>
                    <a:pt x="626" y="0"/>
                    <a:pt x="541" y="0"/>
                  </a:cubicBezTo>
                  <a:cubicBezTo>
                    <a:pt x="0" y="0"/>
                    <a:pt x="0" y="0"/>
                    <a:pt x="0"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34" name="Freeform 701">
              <a:extLst>
                <a:ext uri="{FF2B5EF4-FFF2-40B4-BE49-F238E27FC236}">
                  <a16:creationId xmlns:a16="http://schemas.microsoft.com/office/drawing/2014/main" id="{C6412350-0479-456B-BA51-D4F87F0981CB}"/>
                </a:ext>
              </a:extLst>
            </p:cNvPr>
            <p:cNvSpPr>
              <a:spLocks/>
            </p:cNvSpPr>
            <p:nvPr/>
          </p:nvSpPr>
          <p:spPr bwMode="white">
            <a:xfrm>
              <a:off x="2877" y="2269"/>
              <a:ext cx="1107" cy="1113"/>
            </a:xfrm>
            <a:custGeom>
              <a:avLst/>
              <a:gdLst>
                <a:gd name="T0" fmla="*/ 121 w 468"/>
                <a:gd name="T1" fmla="*/ 0 h 469"/>
                <a:gd name="T2" fmla="*/ 0 w 468"/>
                <a:gd name="T3" fmla="*/ 130 h 469"/>
                <a:gd name="T4" fmla="*/ 115 w 468"/>
                <a:gd name="T5" fmla="*/ 266 h 469"/>
                <a:gd name="T6" fmla="*/ 319 w 468"/>
                <a:gd name="T7" fmla="*/ 266 h 469"/>
                <a:gd name="T8" fmla="*/ 381 w 468"/>
                <a:gd name="T9" fmla="*/ 335 h 469"/>
                <a:gd name="T10" fmla="*/ 320 w 468"/>
                <a:gd name="T11" fmla="*/ 398 h 469"/>
                <a:gd name="T12" fmla="*/ 8 w 468"/>
                <a:gd name="T13" fmla="*/ 398 h 469"/>
                <a:gd name="T14" fmla="*/ 8 w 468"/>
                <a:gd name="T15" fmla="*/ 469 h 469"/>
                <a:gd name="T16" fmla="*/ 356 w 468"/>
                <a:gd name="T17" fmla="*/ 469 h 469"/>
                <a:gd name="T18" fmla="*/ 468 w 468"/>
                <a:gd name="T19" fmla="*/ 336 h 469"/>
                <a:gd name="T20" fmla="*/ 362 w 468"/>
                <a:gd name="T21" fmla="*/ 194 h 469"/>
                <a:gd name="T22" fmla="*/ 142 w 468"/>
                <a:gd name="T23" fmla="*/ 194 h 469"/>
                <a:gd name="T24" fmla="*/ 86 w 468"/>
                <a:gd name="T25" fmla="*/ 132 h 469"/>
                <a:gd name="T26" fmla="*/ 151 w 468"/>
                <a:gd name="T27" fmla="*/ 72 h 469"/>
                <a:gd name="T28" fmla="*/ 452 w 468"/>
                <a:gd name="T29" fmla="*/ 72 h 469"/>
                <a:gd name="T30" fmla="*/ 452 w 468"/>
                <a:gd name="T31" fmla="*/ 0 h 469"/>
                <a:gd name="T32" fmla="*/ 121 w 468"/>
                <a:gd name="T33"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8" h="469">
                  <a:moveTo>
                    <a:pt x="121" y="0"/>
                  </a:moveTo>
                  <a:cubicBezTo>
                    <a:pt x="28" y="0"/>
                    <a:pt x="0" y="62"/>
                    <a:pt x="0" y="130"/>
                  </a:cubicBezTo>
                  <a:cubicBezTo>
                    <a:pt x="0" y="204"/>
                    <a:pt x="31" y="266"/>
                    <a:pt x="115" y="266"/>
                  </a:cubicBezTo>
                  <a:cubicBezTo>
                    <a:pt x="191" y="266"/>
                    <a:pt x="262" y="266"/>
                    <a:pt x="319" y="266"/>
                  </a:cubicBezTo>
                  <a:cubicBezTo>
                    <a:pt x="381" y="266"/>
                    <a:pt x="381" y="314"/>
                    <a:pt x="381" y="335"/>
                  </a:cubicBezTo>
                  <a:cubicBezTo>
                    <a:pt x="381" y="356"/>
                    <a:pt x="381" y="398"/>
                    <a:pt x="320" y="398"/>
                  </a:cubicBezTo>
                  <a:cubicBezTo>
                    <a:pt x="272" y="398"/>
                    <a:pt x="8" y="398"/>
                    <a:pt x="8" y="398"/>
                  </a:cubicBezTo>
                  <a:cubicBezTo>
                    <a:pt x="8" y="398"/>
                    <a:pt x="8" y="449"/>
                    <a:pt x="8" y="469"/>
                  </a:cubicBezTo>
                  <a:cubicBezTo>
                    <a:pt x="356" y="469"/>
                    <a:pt x="356" y="469"/>
                    <a:pt x="356" y="469"/>
                  </a:cubicBezTo>
                  <a:cubicBezTo>
                    <a:pt x="443" y="469"/>
                    <a:pt x="468" y="418"/>
                    <a:pt x="468" y="336"/>
                  </a:cubicBezTo>
                  <a:cubicBezTo>
                    <a:pt x="468" y="238"/>
                    <a:pt x="436" y="194"/>
                    <a:pt x="362" y="194"/>
                  </a:cubicBezTo>
                  <a:cubicBezTo>
                    <a:pt x="274" y="194"/>
                    <a:pt x="213" y="194"/>
                    <a:pt x="142" y="194"/>
                  </a:cubicBezTo>
                  <a:cubicBezTo>
                    <a:pt x="86" y="194"/>
                    <a:pt x="86" y="157"/>
                    <a:pt x="86" y="132"/>
                  </a:cubicBezTo>
                  <a:cubicBezTo>
                    <a:pt x="86" y="112"/>
                    <a:pt x="92" y="72"/>
                    <a:pt x="151" y="72"/>
                  </a:cubicBezTo>
                  <a:cubicBezTo>
                    <a:pt x="214" y="72"/>
                    <a:pt x="452" y="72"/>
                    <a:pt x="452" y="72"/>
                  </a:cubicBezTo>
                  <a:cubicBezTo>
                    <a:pt x="452" y="43"/>
                    <a:pt x="452" y="27"/>
                    <a:pt x="452" y="0"/>
                  </a:cubicBezTo>
                  <a:cubicBezTo>
                    <a:pt x="121" y="0"/>
                    <a:pt x="121" y="0"/>
                    <a:pt x="121"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35" name="Freeform 702">
              <a:extLst>
                <a:ext uri="{FF2B5EF4-FFF2-40B4-BE49-F238E27FC236}">
                  <a16:creationId xmlns:a16="http://schemas.microsoft.com/office/drawing/2014/main" id="{4964E71A-07A7-4F64-B1BF-8C264CD95261}"/>
                </a:ext>
              </a:extLst>
            </p:cNvPr>
            <p:cNvSpPr>
              <a:spLocks noEditPoints="1"/>
            </p:cNvSpPr>
            <p:nvPr/>
          </p:nvSpPr>
          <p:spPr bwMode="white">
            <a:xfrm>
              <a:off x="4107" y="2269"/>
              <a:ext cx="1090" cy="1455"/>
            </a:xfrm>
            <a:custGeom>
              <a:avLst/>
              <a:gdLst>
                <a:gd name="T0" fmla="*/ 170 w 461"/>
                <a:gd name="T1" fmla="*/ 0 h 613"/>
                <a:gd name="T2" fmla="*/ 44 w 461"/>
                <a:gd name="T3" fmla="*/ 29 h 613"/>
                <a:gd name="T4" fmla="*/ 0 w 461"/>
                <a:gd name="T5" fmla="*/ 149 h 613"/>
                <a:gd name="T6" fmla="*/ 0 w 461"/>
                <a:gd name="T7" fmla="*/ 233 h 613"/>
                <a:gd name="T8" fmla="*/ 0 w 461"/>
                <a:gd name="T9" fmla="*/ 318 h 613"/>
                <a:gd name="T10" fmla="*/ 47 w 461"/>
                <a:gd name="T11" fmla="*/ 445 h 613"/>
                <a:gd name="T12" fmla="*/ 170 w 461"/>
                <a:gd name="T13" fmla="*/ 469 h 613"/>
                <a:gd name="T14" fmla="*/ 376 w 461"/>
                <a:gd name="T15" fmla="*/ 469 h 613"/>
                <a:gd name="T16" fmla="*/ 376 w 461"/>
                <a:gd name="T17" fmla="*/ 487 h 613"/>
                <a:gd name="T18" fmla="*/ 328 w 461"/>
                <a:gd name="T19" fmla="*/ 538 h 613"/>
                <a:gd name="T20" fmla="*/ 61 w 461"/>
                <a:gd name="T21" fmla="*/ 538 h 613"/>
                <a:gd name="T22" fmla="*/ 61 w 461"/>
                <a:gd name="T23" fmla="*/ 613 h 613"/>
                <a:gd name="T24" fmla="*/ 356 w 461"/>
                <a:gd name="T25" fmla="*/ 613 h 613"/>
                <a:gd name="T26" fmla="*/ 461 w 461"/>
                <a:gd name="T27" fmla="*/ 511 h 613"/>
                <a:gd name="T28" fmla="*/ 461 w 461"/>
                <a:gd name="T29" fmla="*/ 0 h 613"/>
                <a:gd name="T30" fmla="*/ 170 w 461"/>
                <a:gd name="T31" fmla="*/ 0 h 613"/>
                <a:gd name="T32" fmla="*/ 376 w 461"/>
                <a:gd name="T33" fmla="*/ 398 h 613"/>
                <a:gd name="T34" fmla="*/ 196 w 461"/>
                <a:gd name="T35" fmla="*/ 398 h 613"/>
                <a:gd name="T36" fmla="*/ 88 w 461"/>
                <a:gd name="T37" fmla="*/ 333 h 613"/>
                <a:gd name="T38" fmla="*/ 88 w 461"/>
                <a:gd name="T39" fmla="*/ 231 h 613"/>
                <a:gd name="T40" fmla="*/ 88 w 461"/>
                <a:gd name="T41" fmla="*/ 148 h 613"/>
                <a:gd name="T42" fmla="*/ 200 w 461"/>
                <a:gd name="T43" fmla="*/ 72 h 613"/>
                <a:gd name="T44" fmla="*/ 376 w 461"/>
                <a:gd name="T45" fmla="*/ 72 h 613"/>
                <a:gd name="T46" fmla="*/ 376 w 461"/>
                <a:gd name="T47" fmla="*/ 398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1" h="613">
                  <a:moveTo>
                    <a:pt x="170" y="0"/>
                  </a:moveTo>
                  <a:cubicBezTo>
                    <a:pt x="94" y="0"/>
                    <a:pt x="65" y="12"/>
                    <a:pt x="44" y="29"/>
                  </a:cubicBezTo>
                  <a:cubicBezTo>
                    <a:pt x="22" y="47"/>
                    <a:pt x="1" y="70"/>
                    <a:pt x="0" y="149"/>
                  </a:cubicBezTo>
                  <a:cubicBezTo>
                    <a:pt x="0" y="233"/>
                    <a:pt x="0" y="233"/>
                    <a:pt x="0" y="233"/>
                  </a:cubicBezTo>
                  <a:cubicBezTo>
                    <a:pt x="0" y="318"/>
                    <a:pt x="0" y="318"/>
                    <a:pt x="0" y="318"/>
                  </a:cubicBezTo>
                  <a:cubicBezTo>
                    <a:pt x="0" y="402"/>
                    <a:pt x="23" y="425"/>
                    <a:pt x="47" y="445"/>
                  </a:cubicBezTo>
                  <a:cubicBezTo>
                    <a:pt x="63" y="456"/>
                    <a:pt x="89" y="469"/>
                    <a:pt x="170" y="469"/>
                  </a:cubicBezTo>
                  <a:cubicBezTo>
                    <a:pt x="376" y="469"/>
                    <a:pt x="376" y="469"/>
                    <a:pt x="376" y="469"/>
                  </a:cubicBezTo>
                  <a:cubicBezTo>
                    <a:pt x="376" y="469"/>
                    <a:pt x="376" y="484"/>
                    <a:pt x="376" y="487"/>
                  </a:cubicBezTo>
                  <a:cubicBezTo>
                    <a:pt x="376" y="523"/>
                    <a:pt x="369" y="538"/>
                    <a:pt x="328" y="538"/>
                  </a:cubicBezTo>
                  <a:cubicBezTo>
                    <a:pt x="61" y="538"/>
                    <a:pt x="61" y="538"/>
                    <a:pt x="61" y="538"/>
                  </a:cubicBezTo>
                  <a:cubicBezTo>
                    <a:pt x="61" y="613"/>
                    <a:pt x="61" y="613"/>
                    <a:pt x="61" y="613"/>
                  </a:cubicBezTo>
                  <a:cubicBezTo>
                    <a:pt x="356" y="613"/>
                    <a:pt x="356" y="613"/>
                    <a:pt x="356" y="613"/>
                  </a:cubicBezTo>
                  <a:cubicBezTo>
                    <a:pt x="435" y="613"/>
                    <a:pt x="461" y="578"/>
                    <a:pt x="461" y="511"/>
                  </a:cubicBezTo>
                  <a:cubicBezTo>
                    <a:pt x="461" y="0"/>
                    <a:pt x="461" y="0"/>
                    <a:pt x="461" y="0"/>
                  </a:cubicBezTo>
                  <a:lnTo>
                    <a:pt x="170" y="0"/>
                  </a:lnTo>
                  <a:close/>
                  <a:moveTo>
                    <a:pt x="376" y="398"/>
                  </a:moveTo>
                  <a:cubicBezTo>
                    <a:pt x="196" y="398"/>
                    <a:pt x="196" y="398"/>
                    <a:pt x="196" y="398"/>
                  </a:cubicBezTo>
                  <a:cubicBezTo>
                    <a:pt x="143" y="398"/>
                    <a:pt x="89" y="402"/>
                    <a:pt x="88" y="333"/>
                  </a:cubicBezTo>
                  <a:cubicBezTo>
                    <a:pt x="88" y="330"/>
                    <a:pt x="88" y="305"/>
                    <a:pt x="88" y="231"/>
                  </a:cubicBezTo>
                  <a:cubicBezTo>
                    <a:pt x="88" y="169"/>
                    <a:pt x="87" y="154"/>
                    <a:pt x="88" y="148"/>
                  </a:cubicBezTo>
                  <a:cubicBezTo>
                    <a:pt x="91" y="90"/>
                    <a:pt x="112" y="70"/>
                    <a:pt x="200" y="72"/>
                  </a:cubicBezTo>
                  <a:cubicBezTo>
                    <a:pt x="205" y="72"/>
                    <a:pt x="376" y="72"/>
                    <a:pt x="376" y="72"/>
                  </a:cubicBezTo>
                  <a:lnTo>
                    <a:pt x="376" y="39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grpSp>
      <p:sp>
        <p:nvSpPr>
          <p:cNvPr id="9" name="Fußzeilenplatzhalter 8">
            <a:extLst>
              <a:ext uri="{FF2B5EF4-FFF2-40B4-BE49-F238E27FC236}">
                <a16:creationId xmlns:a16="http://schemas.microsoft.com/office/drawing/2014/main" id="{3C350885-EA58-4E93-84C8-2C045011A191}"/>
              </a:ext>
            </a:extLst>
          </p:cNvPr>
          <p:cNvSpPr>
            <a:spLocks noGrp="1"/>
          </p:cNvSpPr>
          <p:nvPr>
            <p:ph type="ftr" sz="quarter" idx="11"/>
          </p:nvPr>
        </p:nvSpPr>
        <p:spPr/>
        <p:txBody>
          <a:bodyPr/>
          <a:lstStyle>
            <a:lvl1pPr>
              <a:defRPr>
                <a:solidFill>
                  <a:schemeClr val="bg1"/>
                </a:solidFill>
              </a:defRPr>
            </a:lvl1pPr>
          </a:lstStyle>
          <a:p>
            <a:r>
              <a:rPr lang="de-DE"/>
              <a:t>© msg systems ag | 2021 | Präsentationstitel</a:t>
            </a:r>
            <a:endParaRPr lang="de-DE" dirty="0"/>
          </a:p>
        </p:txBody>
      </p:sp>
      <p:sp>
        <p:nvSpPr>
          <p:cNvPr id="38" name="Bildplatzhalter 37">
            <a:extLst>
              <a:ext uri="{FF2B5EF4-FFF2-40B4-BE49-F238E27FC236}">
                <a16:creationId xmlns:a16="http://schemas.microsoft.com/office/drawing/2014/main" id="{8E96CF26-2AB9-4E13-8173-1D73FE403FBC}"/>
              </a:ext>
            </a:extLst>
          </p:cNvPr>
          <p:cNvSpPr>
            <a:spLocks noGrp="1"/>
          </p:cNvSpPr>
          <p:nvPr>
            <p:ph type="pic" sz="quarter" idx="14" hasCustomPrompt="1"/>
          </p:nvPr>
        </p:nvSpPr>
        <p:spPr bwMode="white">
          <a:xfrm>
            <a:off x="6588123" y="1"/>
            <a:ext cx="5603878" cy="6857999"/>
          </a:xfrm>
          <a:custGeom>
            <a:avLst/>
            <a:gdLst>
              <a:gd name="connsiteX0" fmla="*/ 1210347 w 5603878"/>
              <a:gd name="connsiteY0" fmla="*/ 0 h 6857999"/>
              <a:gd name="connsiteX1" fmla="*/ 5603878 w 5603878"/>
              <a:gd name="connsiteY1" fmla="*/ 0 h 6857999"/>
              <a:gd name="connsiteX2" fmla="*/ 5603878 w 5603878"/>
              <a:gd name="connsiteY2" fmla="*/ 6857999 h 6857999"/>
              <a:gd name="connsiteX3" fmla="*/ 1158139 w 5603878"/>
              <a:gd name="connsiteY3" fmla="*/ 6857999 h 6857999"/>
              <a:gd name="connsiteX4" fmla="*/ 1105140 w 5603878"/>
              <a:gd name="connsiteY4" fmla="*/ 6790558 h 6857999"/>
              <a:gd name="connsiteX5" fmla="*/ 0 w 5603878"/>
              <a:gd name="connsiteY5" fmla="*/ 3462217 h 6857999"/>
              <a:gd name="connsiteX6" fmla="*/ 1105141 w 5603878"/>
              <a:gd name="connsiteY6" fmla="*/ 13387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3878" h="6857999">
                <a:moveTo>
                  <a:pt x="1210347" y="0"/>
                </a:moveTo>
                <a:lnTo>
                  <a:pt x="5603878" y="0"/>
                </a:lnTo>
                <a:lnTo>
                  <a:pt x="5603878" y="6857999"/>
                </a:lnTo>
                <a:lnTo>
                  <a:pt x="1158139" y="6857999"/>
                </a:lnTo>
                <a:lnTo>
                  <a:pt x="1105140" y="6790558"/>
                </a:lnTo>
                <a:cubicBezTo>
                  <a:pt x="411041" y="5862437"/>
                  <a:pt x="0" y="4710329"/>
                  <a:pt x="0" y="3462217"/>
                </a:cubicBezTo>
                <a:cubicBezTo>
                  <a:pt x="0" y="2214104"/>
                  <a:pt x="411042" y="1061997"/>
                  <a:pt x="1105141" y="133876"/>
                </a:cubicBezTo>
                <a:close/>
              </a:path>
            </a:pathLst>
          </a:custGeom>
          <a:solidFill>
            <a:schemeClr val="bg2"/>
          </a:solidFill>
        </p:spPr>
        <p:txBody>
          <a:bodyPr vert="horz" wrap="square" lIns="0" tIns="0" rIns="0" bIns="0" rtlCol="0" anchor="ctr">
            <a:noAutofit/>
          </a:bodyPr>
          <a:lstStyle>
            <a:lvl1pPr marL="7938" algn="ctr">
              <a:defRPr lang="de-DE" sz="1200" b="0" i="0" dirty="0">
                <a:latin typeface="Calibri" panose="020F0502020204030204" pitchFamily="34" charset="0"/>
              </a:defRPr>
            </a:lvl1pPr>
          </a:lstStyle>
          <a:p>
            <a:pPr marL="7938" lvl="0" algn="ctr"/>
            <a:r>
              <a:rPr lang="de-DE"/>
              <a:t>Bild durch Klicken auf das Symbol hinzufügen.</a:t>
            </a:r>
            <a:br>
              <a:rPr lang="de-DE"/>
            </a:br>
            <a:r>
              <a:rPr lang="de-DE"/>
              <a:t>Alternativ den Rahmen des Bildplatzhalters markieren (Klick auf die graue Fläche)</a:t>
            </a:r>
            <a:br>
              <a:rPr lang="de-DE"/>
            </a:br>
            <a:r>
              <a:rPr lang="de-DE"/>
              <a:t>und ein Bild aus den QuickSlide-Elementen hinzufügen.</a:t>
            </a:r>
            <a:br>
              <a:rPr lang="de-DE"/>
            </a:br>
            <a:r>
              <a:rPr lang="de-DE"/>
              <a:t>Anschließend die Folie zurücksetzen (Folie &gt; Zurücksetzen).</a:t>
            </a:r>
            <a:br>
              <a:rPr lang="de-DE"/>
            </a:br>
            <a:r>
              <a:rPr lang="de-DE"/>
              <a:t>Hierbei werden alle Platzhalter auf der Folie zurückgesetzt!</a:t>
            </a:r>
            <a:endParaRPr lang="de-DE" dirty="0"/>
          </a:p>
        </p:txBody>
      </p:sp>
      <p:sp>
        <p:nvSpPr>
          <p:cNvPr id="16" name="Oval 34">
            <a:extLst>
              <a:ext uri="{FF2B5EF4-FFF2-40B4-BE49-F238E27FC236}">
                <a16:creationId xmlns:a16="http://schemas.microsoft.com/office/drawing/2014/main" id="{2C4383E1-96F4-4154-B069-3E21DE478B14}"/>
              </a:ext>
            </a:extLst>
          </p:cNvPr>
          <p:cNvSpPr/>
          <p:nvPr/>
        </p:nvSpPr>
        <p:spPr bwMode="white">
          <a:xfrm>
            <a:off x="6843728" y="670323"/>
            <a:ext cx="216024" cy="216024"/>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sp>
        <p:nvSpPr>
          <p:cNvPr id="19" name="Titel 18">
            <a:extLst>
              <a:ext uri="{FF2B5EF4-FFF2-40B4-BE49-F238E27FC236}">
                <a16:creationId xmlns:a16="http://schemas.microsoft.com/office/drawing/2014/main" id="{A00A1734-D132-4CA4-AFFB-50875BC65E0C}"/>
              </a:ext>
            </a:extLst>
          </p:cNvPr>
          <p:cNvSpPr>
            <a:spLocks noGrp="1"/>
          </p:cNvSpPr>
          <p:nvPr>
            <p:ph type="title"/>
          </p:nvPr>
        </p:nvSpPr>
        <p:spPr>
          <a:xfrm>
            <a:off x="841375" y="1270000"/>
            <a:ext cx="5254625" cy="2088809"/>
          </a:xfrm>
        </p:spPr>
        <p:txBody>
          <a:bodyPr anchor="b" anchorCtr="0"/>
          <a:lstStyle>
            <a:lvl1pPr>
              <a:defRPr sz="4400">
                <a:solidFill>
                  <a:schemeClr val="bg1"/>
                </a:solidFill>
              </a:defRPr>
            </a:lvl1pPr>
          </a:lstStyle>
          <a:p>
            <a:r>
              <a:rPr lang="de-DE" noProof="0"/>
              <a:t>Mastertitelformat bearbeiten</a:t>
            </a:r>
            <a:endParaRPr lang="de-DE" noProof="0" dirty="0"/>
          </a:p>
        </p:txBody>
      </p:sp>
      <p:sp>
        <p:nvSpPr>
          <p:cNvPr id="10" name="Foliennummernplatzhalter 9">
            <a:extLst>
              <a:ext uri="{FF2B5EF4-FFF2-40B4-BE49-F238E27FC236}">
                <a16:creationId xmlns:a16="http://schemas.microsoft.com/office/drawing/2014/main" id="{FB6DECA1-6CCC-447E-8310-2FFCBBD66EDF}"/>
              </a:ext>
            </a:extLst>
          </p:cNvPr>
          <p:cNvSpPr>
            <a:spLocks noGrp="1"/>
          </p:cNvSpPr>
          <p:nvPr>
            <p:ph type="sldNum" sz="quarter" idx="12"/>
          </p:nvPr>
        </p:nvSpPr>
        <p:spPr/>
        <p:txBody>
          <a:bodyPr/>
          <a:lstStyle>
            <a:lvl1pPr>
              <a:defRPr>
                <a:solidFill>
                  <a:schemeClr val="bg1"/>
                </a:solidFill>
              </a:defRPr>
            </a:lvl1pPr>
          </a:lstStyle>
          <a:p>
            <a:fld id="{B27B0579-4238-4E44-9A9E-134B676F827C}" type="slidenum">
              <a:rPr lang="de-DE" smtClean="0"/>
              <a:pPr/>
              <a:t>‹Nr.›</a:t>
            </a:fld>
            <a:endParaRPr lang="de-DE" dirty="0"/>
          </a:p>
        </p:txBody>
      </p:sp>
      <p:sp>
        <p:nvSpPr>
          <p:cNvPr id="22" name="Inhaltsplatzhalter 2">
            <a:extLst>
              <a:ext uri="{FF2B5EF4-FFF2-40B4-BE49-F238E27FC236}">
                <a16:creationId xmlns:a16="http://schemas.microsoft.com/office/drawing/2014/main" id="{BC03751E-F666-41F8-856E-9658260BACCA}"/>
              </a:ext>
            </a:extLst>
          </p:cNvPr>
          <p:cNvSpPr>
            <a:spLocks noGrp="1"/>
          </p:cNvSpPr>
          <p:nvPr>
            <p:ph sz="quarter" idx="16" hasCustomPrompt="1"/>
          </p:nvPr>
        </p:nvSpPr>
        <p:spPr>
          <a:xfrm>
            <a:off x="841375" y="3423600"/>
            <a:ext cx="5254625" cy="1872000"/>
          </a:xfrm>
        </p:spPr>
        <p:txBody>
          <a:bodyPr/>
          <a:lstStyle>
            <a:lvl1pPr>
              <a:defRPr sz="2000">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lvl="0"/>
            <a:r>
              <a:rPr lang="de-DE" dirty="0"/>
              <a:t>Untertitel bearbeiten</a:t>
            </a:r>
          </a:p>
        </p:txBody>
      </p:sp>
    </p:spTree>
    <p:extLst>
      <p:ext uri="{BB962C8B-B14F-4D97-AF65-F5344CB8AC3E}">
        <p14:creationId xmlns:p14="http://schemas.microsoft.com/office/powerpoint/2010/main" val="36509937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Bild rund rechts 2">
    <p:bg bwMode="invGray">
      <p:bgPr>
        <a:solidFill>
          <a:srgbClr val="595959"/>
        </a:solidFill>
        <a:effectLst/>
      </p:bgPr>
    </p:bg>
    <p:spTree>
      <p:nvGrpSpPr>
        <p:cNvPr id="1" name=""/>
        <p:cNvGrpSpPr/>
        <p:nvPr/>
      </p:nvGrpSpPr>
      <p:grpSpPr>
        <a:xfrm>
          <a:off x="0" y="0"/>
          <a:ext cx="0" cy="0"/>
          <a:chOff x="0" y="0"/>
          <a:chExt cx="0" cy="0"/>
        </a:xfrm>
      </p:grpSpPr>
      <p:sp>
        <p:nvSpPr>
          <p:cNvPr id="19" name="Freihandform: Form 18">
            <a:extLst>
              <a:ext uri="{FF2B5EF4-FFF2-40B4-BE49-F238E27FC236}">
                <a16:creationId xmlns:a16="http://schemas.microsoft.com/office/drawing/2014/main" id="{D258586D-5458-4E7D-AB2C-E5EFE1CD85BF}"/>
              </a:ext>
            </a:extLst>
          </p:cNvPr>
          <p:cNvSpPr/>
          <p:nvPr/>
        </p:nvSpPr>
        <p:spPr>
          <a:xfrm>
            <a:off x="6312025" y="-18000"/>
            <a:ext cx="5897975" cy="6894000"/>
          </a:xfrm>
          <a:custGeom>
            <a:avLst/>
            <a:gdLst>
              <a:gd name="connsiteX0" fmla="*/ 1143851 w 5897975"/>
              <a:gd name="connsiteY0" fmla="*/ 0 h 6894000"/>
              <a:gd name="connsiteX1" fmla="*/ 5897975 w 5897975"/>
              <a:gd name="connsiteY1" fmla="*/ 0 h 6894000"/>
              <a:gd name="connsiteX2" fmla="*/ 5897975 w 5897975"/>
              <a:gd name="connsiteY2" fmla="*/ 6894000 h 6894000"/>
              <a:gd name="connsiteX3" fmla="*/ 1146456 w 5897975"/>
              <a:gd name="connsiteY3" fmla="*/ 6894000 h 6894000"/>
              <a:gd name="connsiteX4" fmla="*/ 1144103 w 5897975"/>
              <a:gd name="connsiteY4" fmla="*/ 6891006 h 6894000"/>
              <a:gd name="connsiteX5" fmla="*/ 0 w 5897975"/>
              <a:gd name="connsiteY5" fmla="*/ 3445325 h 6894000"/>
              <a:gd name="connsiteX6" fmla="*/ 983542 w 5897975"/>
              <a:gd name="connsiteY6" fmla="*/ 225433 h 689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97975" h="6894000">
                <a:moveTo>
                  <a:pt x="1143851" y="0"/>
                </a:moveTo>
                <a:lnTo>
                  <a:pt x="5897975" y="0"/>
                </a:lnTo>
                <a:lnTo>
                  <a:pt x="5897975" y="6894000"/>
                </a:lnTo>
                <a:lnTo>
                  <a:pt x="1146456" y="6894000"/>
                </a:lnTo>
                <a:lnTo>
                  <a:pt x="1144103" y="6891006"/>
                </a:lnTo>
                <a:cubicBezTo>
                  <a:pt x="425533" y="5930165"/>
                  <a:pt x="0" y="4737440"/>
                  <a:pt x="0" y="3445325"/>
                </a:cubicBezTo>
                <a:cubicBezTo>
                  <a:pt x="0" y="2252604"/>
                  <a:pt x="362587" y="1144570"/>
                  <a:pt x="983542" y="22543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b="1" i="0" dirty="0">
              <a:latin typeface="Calibri" panose="020F0502020204030204" pitchFamily="34" charset="0"/>
            </a:endParaRPr>
          </a:p>
        </p:txBody>
      </p:sp>
      <p:sp>
        <p:nvSpPr>
          <p:cNvPr id="14" name="Freihandform 23">
            <a:extLst>
              <a:ext uri="{FF2B5EF4-FFF2-40B4-BE49-F238E27FC236}">
                <a16:creationId xmlns:a16="http://schemas.microsoft.com/office/drawing/2014/main" id="{CD9933A0-5E36-441A-B282-4BAF114102D1}"/>
              </a:ext>
            </a:extLst>
          </p:cNvPr>
          <p:cNvSpPr/>
          <p:nvPr/>
        </p:nvSpPr>
        <p:spPr bwMode="white">
          <a:xfrm rot="10800000" flipH="1">
            <a:off x="0" y="2087918"/>
            <a:ext cx="4295800" cy="4770082"/>
          </a:xfrm>
          <a:custGeom>
            <a:avLst/>
            <a:gdLst>
              <a:gd name="connsiteX0" fmla="*/ 0 w 5562328"/>
              <a:gd name="connsiteY0" fmla="*/ 0 h 6147385"/>
              <a:gd name="connsiteX1" fmla="*/ 4578774 w 5562328"/>
              <a:gd name="connsiteY1" fmla="*/ 0 h 6147385"/>
              <a:gd name="connsiteX2" fmla="*/ 4727110 w 5562328"/>
              <a:gd name="connsiteY2" fmla="*/ 163212 h 6147385"/>
              <a:gd name="connsiteX3" fmla="*/ 5562328 w 5562328"/>
              <a:gd name="connsiteY3" fmla="*/ 2489785 h 6147385"/>
              <a:gd name="connsiteX4" fmla="*/ 1904728 w 5562328"/>
              <a:gd name="connsiteY4" fmla="*/ 6147385 h 6147385"/>
              <a:gd name="connsiteX5" fmla="*/ 161299 w 5562328"/>
              <a:gd name="connsiteY5" fmla="*/ 5705932 h 6147385"/>
              <a:gd name="connsiteX6" fmla="*/ 0 w 5562328"/>
              <a:gd name="connsiteY6" fmla="*/ 5607941 h 6147385"/>
              <a:gd name="connsiteX7" fmla="*/ 0 w 5562328"/>
              <a:gd name="connsiteY7" fmla="*/ 0 h 614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62328" h="6147385">
                <a:moveTo>
                  <a:pt x="0" y="0"/>
                </a:moveTo>
                <a:lnTo>
                  <a:pt x="4578774" y="0"/>
                </a:lnTo>
                <a:lnTo>
                  <a:pt x="4727110" y="163212"/>
                </a:lnTo>
                <a:cubicBezTo>
                  <a:pt x="5248888" y="795461"/>
                  <a:pt x="5562328" y="1606019"/>
                  <a:pt x="5562328" y="2489785"/>
                </a:cubicBezTo>
                <a:cubicBezTo>
                  <a:pt x="5562328" y="4509822"/>
                  <a:pt x="3924765" y="6147385"/>
                  <a:pt x="1904728" y="6147385"/>
                </a:cubicBezTo>
                <a:cubicBezTo>
                  <a:pt x="1273467" y="6147385"/>
                  <a:pt x="679556" y="5987467"/>
                  <a:pt x="161299" y="5705932"/>
                </a:cubicBezTo>
                <a:lnTo>
                  <a:pt x="0" y="5607941"/>
                </a:lnTo>
                <a:lnTo>
                  <a:pt x="0" y="0"/>
                </a:lnTo>
                <a:close/>
              </a:path>
            </a:pathLst>
          </a:custGeom>
          <a:solidFill>
            <a:schemeClr val="tx1">
              <a:lumMod val="85000"/>
              <a:lumOff val="15000"/>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sp>
        <p:nvSpPr>
          <p:cNvPr id="15" name="Oval 24">
            <a:extLst>
              <a:ext uri="{FF2B5EF4-FFF2-40B4-BE49-F238E27FC236}">
                <a16:creationId xmlns:a16="http://schemas.microsoft.com/office/drawing/2014/main" id="{E7EBF26C-49B3-451D-84F8-4E6638CD518C}"/>
              </a:ext>
            </a:extLst>
          </p:cNvPr>
          <p:cNvSpPr/>
          <p:nvPr/>
        </p:nvSpPr>
        <p:spPr bwMode="white">
          <a:xfrm rot="10800000">
            <a:off x="5745726" y="445403"/>
            <a:ext cx="639544" cy="639544"/>
          </a:xfrm>
          <a:prstGeom prst="ellipse">
            <a:avLst/>
          </a:prstGeom>
          <a:solidFill>
            <a:schemeClr val="tx1">
              <a:lumMod val="85000"/>
              <a:lumOff val="15000"/>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sp>
        <p:nvSpPr>
          <p:cNvPr id="24" name="Oval 22">
            <a:extLst>
              <a:ext uri="{FF2B5EF4-FFF2-40B4-BE49-F238E27FC236}">
                <a16:creationId xmlns:a16="http://schemas.microsoft.com/office/drawing/2014/main" id="{B6B4683F-6753-4ADC-A683-0D363D807977}"/>
              </a:ext>
            </a:extLst>
          </p:cNvPr>
          <p:cNvSpPr/>
          <p:nvPr/>
        </p:nvSpPr>
        <p:spPr bwMode="white">
          <a:xfrm rot="10800000">
            <a:off x="2975648" y="2489173"/>
            <a:ext cx="2011494" cy="2011494"/>
          </a:xfrm>
          <a:prstGeom prst="ellipse">
            <a:avLst/>
          </a:prstGeom>
          <a:solidFill>
            <a:schemeClr val="tx1">
              <a:lumMod val="85000"/>
              <a:lumOff val="15000"/>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sp>
        <p:nvSpPr>
          <p:cNvPr id="16" name="Oval 34">
            <a:extLst>
              <a:ext uri="{FF2B5EF4-FFF2-40B4-BE49-F238E27FC236}">
                <a16:creationId xmlns:a16="http://schemas.microsoft.com/office/drawing/2014/main" id="{2C4383E1-96F4-4154-B069-3E21DE478B14}"/>
              </a:ext>
            </a:extLst>
          </p:cNvPr>
          <p:cNvSpPr/>
          <p:nvPr/>
        </p:nvSpPr>
        <p:spPr bwMode="white">
          <a:xfrm>
            <a:off x="6843728" y="670323"/>
            <a:ext cx="216024" cy="2160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sp>
        <p:nvSpPr>
          <p:cNvPr id="2" name="Fußzeilenplatzhalter 1">
            <a:extLst>
              <a:ext uri="{FF2B5EF4-FFF2-40B4-BE49-F238E27FC236}">
                <a16:creationId xmlns:a16="http://schemas.microsoft.com/office/drawing/2014/main" id="{FDC6A33B-2F7E-4227-A8BF-358811E121A3}"/>
              </a:ext>
            </a:extLst>
          </p:cNvPr>
          <p:cNvSpPr>
            <a:spLocks noGrp="1"/>
          </p:cNvSpPr>
          <p:nvPr>
            <p:ph type="ftr" sz="quarter" idx="17"/>
          </p:nvPr>
        </p:nvSpPr>
        <p:spPr/>
        <p:txBody>
          <a:bodyPr/>
          <a:lstStyle>
            <a:lvl1pPr>
              <a:defRPr>
                <a:solidFill>
                  <a:schemeClr val="bg1"/>
                </a:solidFill>
              </a:defRPr>
            </a:lvl1pPr>
          </a:lstStyle>
          <a:p>
            <a:r>
              <a:rPr lang="de-DE"/>
              <a:t>© msg systems ag | 2021 | Präsentationstitel</a:t>
            </a:r>
            <a:endParaRPr lang="de-DE" dirty="0"/>
          </a:p>
        </p:txBody>
      </p:sp>
      <p:sp>
        <p:nvSpPr>
          <p:cNvPr id="20" name="Bildplatzhalter 19">
            <a:extLst>
              <a:ext uri="{FF2B5EF4-FFF2-40B4-BE49-F238E27FC236}">
                <a16:creationId xmlns:a16="http://schemas.microsoft.com/office/drawing/2014/main" id="{52939448-F9BF-4B69-9233-9274D075FE7A}"/>
              </a:ext>
            </a:extLst>
          </p:cNvPr>
          <p:cNvSpPr>
            <a:spLocks noGrp="1"/>
          </p:cNvSpPr>
          <p:nvPr>
            <p:ph type="pic" sz="quarter" idx="14" hasCustomPrompt="1"/>
          </p:nvPr>
        </p:nvSpPr>
        <p:spPr bwMode="white">
          <a:xfrm>
            <a:off x="6588121" y="0"/>
            <a:ext cx="5603878" cy="6857999"/>
          </a:xfrm>
          <a:custGeom>
            <a:avLst/>
            <a:gdLst>
              <a:gd name="connsiteX0" fmla="*/ 1210347 w 5603878"/>
              <a:gd name="connsiteY0" fmla="*/ 0 h 6857999"/>
              <a:gd name="connsiteX1" fmla="*/ 5603878 w 5603878"/>
              <a:gd name="connsiteY1" fmla="*/ 0 h 6857999"/>
              <a:gd name="connsiteX2" fmla="*/ 5603878 w 5603878"/>
              <a:gd name="connsiteY2" fmla="*/ 6857999 h 6857999"/>
              <a:gd name="connsiteX3" fmla="*/ 1158141 w 5603878"/>
              <a:gd name="connsiteY3" fmla="*/ 6857999 h 6857999"/>
              <a:gd name="connsiteX4" fmla="*/ 1105142 w 5603878"/>
              <a:gd name="connsiteY4" fmla="*/ 6790558 h 6857999"/>
              <a:gd name="connsiteX5" fmla="*/ 0 w 5603878"/>
              <a:gd name="connsiteY5" fmla="*/ 3462217 h 6857999"/>
              <a:gd name="connsiteX6" fmla="*/ 1105142 w 5603878"/>
              <a:gd name="connsiteY6" fmla="*/ 13387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3878" h="6857999">
                <a:moveTo>
                  <a:pt x="1210347" y="0"/>
                </a:moveTo>
                <a:lnTo>
                  <a:pt x="5603878" y="0"/>
                </a:lnTo>
                <a:lnTo>
                  <a:pt x="5603878" y="6857999"/>
                </a:lnTo>
                <a:lnTo>
                  <a:pt x="1158141" y="6857999"/>
                </a:lnTo>
                <a:lnTo>
                  <a:pt x="1105142" y="6790558"/>
                </a:lnTo>
                <a:cubicBezTo>
                  <a:pt x="411043" y="5862437"/>
                  <a:pt x="0" y="4710329"/>
                  <a:pt x="0" y="3462217"/>
                </a:cubicBezTo>
                <a:cubicBezTo>
                  <a:pt x="0" y="2214105"/>
                  <a:pt x="411043" y="1061997"/>
                  <a:pt x="1105142" y="133876"/>
                </a:cubicBezTo>
                <a:close/>
              </a:path>
            </a:pathLst>
          </a:custGeom>
          <a:solidFill>
            <a:schemeClr val="bg2"/>
          </a:solidFill>
        </p:spPr>
        <p:txBody>
          <a:bodyPr vert="horz" wrap="square" lIns="0" tIns="0" rIns="0" bIns="0" rtlCol="0" anchor="ctr">
            <a:noAutofit/>
          </a:bodyPr>
          <a:lstStyle>
            <a:lvl1pPr marL="7938" algn="ctr">
              <a:defRPr lang="de-DE" sz="1200" b="0" i="0" dirty="0">
                <a:latin typeface="Calibri" panose="020F0502020204030204" pitchFamily="34" charset="0"/>
              </a:defRPr>
            </a:lvl1pPr>
          </a:lstStyle>
          <a:p>
            <a:pPr marL="7938" lvl="0" algn="ctr"/>
            <a:r>
              <a:rPr lang="de-DE" dirty="0"/>
              <a:t>Bild durch Klicken auf das Symbol hinzufügen.</a:t>
            </a:r>
            <a:br>
              <a:rPr lang="de-DE" dirty="0"/>
            </a:br>
            <a:r>
              <a:rPr lang="de-DE" dirty="0"/>
              <a:t>Alternativ den Rahmen des Bildplatzhalters markieren (Klick auf die graue Fläche)</a:t>
            </a:r>
            <a:br>
              <a:rPr lang="de-DE" dirty="0"/>
            </a:br>
            <a:r>
              <a:rPr lang="de-DE" dirty="0"/>
              <a:t>und ein Bild aus den </a:t>
            </a:r>
            <a:r>
              <a:rPr lang="de-DE" noProof="1"/>
              <a:t>QuickSlide</a:t>
            </a:r>
            <a:r>
              <a:rPr lang="de-DE" dirty="0"/>
              <a:t>-Elementen hinzufügen.</a:t>
            </a:r>
            <a:br>
              <a:rPr lang="de-DE" dirty="0"/>
            </a:br>
            <a:r>
              <a:rPr lang="de-DE" dirty="0"/>
              <a:t>Anschließend die Folie zurücksetzen (Folie &gt; Zurücksetzen).</a:t>
            </a:r>
            <a:br>
              <a:rPr lang="de-DE" dirty="0"/>
            </a:br>
            <a:r>
              <a:rPr lang="de-DE" dirty="0"/>
              <a:t>Hierbei werden alle Platzhalter auf der Folie zurückgesetzt!</a:t>
            </a:r>
          </a:p>
        </p:txBody>
      </p:sp>
      <p:grpSp>
        <p:nvGrpSpPr>
          <p:cNvPr id="26" name="Group 698">
            <a:extLst>
              <a:ext uri="{FF2B5EF4-FFF2-40B4-BE49-F238E27FC236}">
                <a16:creationId xmlns:a16="http://schemas.microsoft.com/office/drawing/2014/main" id="{CC28539B-349E-4682-AE8F-89ADD66453B5}"/>
              </a:ext>
            </a:extLst>
          </p:cNvPr>
          <p:cNvGrpSpPr>
            <a:grpSpLocks noChangeAspect="1"/>
          </p:cNvGrpSpPr>
          <p:nvPr/>
        </p:nvGrpSpPr>
        <p:grpSpPr bwMode="white">
          <a:xfrm>
            <a:off x="844061" y="406800"/>
            <a:ext cx="1386000" cy="435600"/>
            <a:chOff x="561" y="2269"/>
            <a:chExt cx="4636" cy="1455"/>
          </a:xfrm>
        </p:grpSpPr>
        <p:sp>
          <p:nvSpPr>
            <p:cNvPr id="29" name="AutoShape 697">
              <a:extLst>
                <a:ext uri="{FF2B5EF4-FFF2-40B4-BE49-F238E27FC236}">
                  <a16:creationId xmlns:a16="http://schemas.microsoft.com/office/drawing/2014/main" id="{B362396A-AA3D-421B-9226-36FA87D83D25}"/>
                </a:ext>
              </a:extLst>
            </p:cNvPr>
            <p:cNvSpPr>
              <a:spLocks noChangeAspect="1" noChangeArrowheads="1" noTextEdit="1"/>
            </p:cNvSpPr>
            <p:nvPr/>
          </p:nvSpPr>
          <p:spPr bwMode="white">
            <a:xfrm>
              <a:off x="561" y="2271"/>
              <a:ext cx="4634" cy="1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36" name="Oval 699">
              <a:extLst>
                <a:ext uri="{FF2B5EF4-FFF2-40B4-BE49-F238E27FC236}">
                  <a16:creationId xmlns:a16="http://schemas.microsoft.com/office/drawing/2014/main" id="{0809B540-9A0E-4BB0-85B2-F32BD602D0F0}"/>
                </a:ext>
              </a:extLst>
            </p:cNvPr>
            <p:cNvSpPr>
              <a:spLocks noChangeArrowheads="1"/>
            </p:cNvSpPr>
            <p:nvPr/>
          </p:nvSpPr>
          <p:spPr bwMode="white">
            <a:xfrm>
              <a:off x="561" y="2905"/>
              <a:ext cx="483" cy="484"/>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37" name="Freeform 700">
              <a:extLst>
                <a:ext uri="{FF2B5EF4-FFF2-40B4-BE49-F238E27FC236}">
                  <a16:creationId xmlns:a16="http://schemas.microsoft.com/office/drawing/2014/main" id="{7C3ABD22-2B92-4F82-B5E4-F1D820CD2C4D}"/>
                </a:ext>
              </a:extLst>
            </p:cNvPr>
            <p:cNvSpPr>
              <a:spLocks/>
            </p:cNvSpPr>
            <p:nvPr/>
          </p:nvSpPr>
          <p:spPr bwMode="white">
            <a:xfrm>
              <a:off x="1200" y="2269"/>
              <a:ext cx="1559" cy="1113"/>
            </a:xfrm>
            <a:custGeom>
              <a:avLst/>
              <a:gdLst>
                <a:gd name="T0" fmla="*/ 0 w 659"/>
                <a:gd name="T1" fmla="*/ 0 h 469"/>
                <a:gd name="T2" fmla="*/ 0 w 659"/>
                <a:gd name="T3" fmla="*/ 469 h 469"/>
                <a:gd name="T4" fmla="*/ 85 w 659"/>
                <a:gd name="T5" fmla="*/ 469 h 469"/>
                <a:gd name="T6" fmla="*/ 85 w 659"/>
                <a:gd name="T7" fmla="*/ 72 h 469"/>
                <a:gd name="T8" fmla="*/ 282 w 659"/>
                <a:gd name="T9" fmla="*/ 72 h 469"/>
                <a:gd name="T10" fmla="*/ 282 w 659"/>
                <a:gd name="T11" fmla="*/ 469 h 469"/>
                <a:gd name="T12" fmla="*/ 367 w 659"/>
                <a:gd name="T13" fmla="*/ 469 h 469"/>
                <a:gd name="T14" fmla="*/ 367 w 659"/>
                <a:gd name="T15" fmla="*/ 72 h 469"/>
                <a:gd name="T16" fmla="*/ 498 w 659"/>
                <a:gd name="T17" fmla="*/ 72 h 469"/>
                <a:gd name="T18" fmla="*/ 573 w 659"/>
                <a:gd name="T19" fmla="*/ 155 h 469"/>
                <a:gd name="T20" fmla="*/ 573 w 659"/>
                <a:gd name="T21" fmla="*/ 469 h 469"/>
                <a:gd name="T22" fmla="*/ 659 w 659"/>
                <a:gd name="T23" fmla="*/ 469 h 469"/>
                <a:gd name="T24" fmla="*/ 659 w 659"/>
                <a:gd name="T25" fmla="*/ 132 h 469"/>
                <a:gd name="T26" fmla="*/ 541 w 659"/>
                <a:gd name="T27" fmla="*/ 0 h 469"/>
                <a:gd name="T28" fmla="*/ 0 w 659"/>
                <a:gd name="T29"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9" h="469">
                  <a:moveTo>
                    <a:pt x="0" y="0"/>
                  </a:moveTo>
                  <a:cubicBezTo>
                    <a:pt x="0" y="469"/>
                    <a:pt x="0" y="469"/>
                    <a:pt x="0" y="469"/>
                  </a:cubicBezTo>
                  <a:cubicBezTo>
                    <a:pt x="85" y="469"/>
                    <a:pt x="85" y="469"/>
                    <a:pt x="85" y="469"/>
                  </a:cubicBezTo>
                  <a:cubicBezTo>
                    <a:pt x="85" y="72"/>
                    <a:pt x="85" y="72"/>
                    <a:pt x="85" y="72"/>
                  </a:cubicBezTo>
                  <a:cubicBezTo>
                    <a:pt x="85" y="72"/>
                    <a:pt x="218" y="72"/>
                    <a:pt x="282" y="72"/>
                  </a:cubicBezTo>
                  <a:cubicBezTo>
                    <a:pt x="282" y="469"/>
                    <a:pt x="282" y="469"/>
                    <a:pt x="282" y="469"/>
                  </a:cubicBezTo>
                  <a:cubicBezTo>
                    <a:pt x="367" y="469"/>
                    <a:pt x="367" y="469"/>
                    <a:pt x="367" y="469"/>
                  </a:cubicBezTo>
                  <a:cubicBezTo>
                    <a:pt x="367" y="72"/>
                    <a:pt x="367" y="72"/>
                    <a:pt x="367" y="72"/>
                  </a:cubicBezTo>
                  <a:cubicBezTo>
                    <a:pt x="424" y="72"/>
                    <a:pt x="472" y="72"/>
                    <a:pt x="498" y="72"/>
                  </a:cubicBezTo>
                  <a:cubicBezTo>
                    <a:pt x="542" y="72"/>
                    <a:pt x="573" y="98"/>
                    <a:pt x="573" y="155"/>
                  </a:cubicBezTo>
                  <a:cubicBezTo>
                    <a:pt x="573" y="469"/>
                    <a:pt x="573" y="469"/>
                    <a:pt x="573" y="469"/>
                  </a:cubicBezTo>
                  <a:cubicBezTo>
                    <a:pt x="659" y="469"/>
                    <a:pt x="659" y="469"/>
                    <a:pt x="659" y="469"/>
                  </a:cubicBezTo>
                  <a:cubicBezTo>
                    <a:pt x="659" y="346"/>
                    <a:pt x="659" y="239"/>
                    <a:pt x="659" y="132"/>
                  </a:cubicBezTo>
                  <a:cubicBezTo>
                    <a:pt x="659" y="68"/>
                    <a:pt x="626" y="0"/>
                    <a:pt x="541" y="0"/>
                  </a:cubicBezTo>
                  <a:cubicBezTo>
                    <a:pt x="0" y="0"/>
                    <a:pt x="0" y="0"/>
                    <a:pt x="0"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39" name="Freeform 701">
              <a:extLst>
                <a:ext uri="{FF2B5EF4-FFF2-40B4-BE49-F238E27FC236}">
                  <a16:creationId xmlns:a16="http://schemas.microsoft.com/office/drawing/2014/main" id="{6D622CB6-FBBC-4522-9324-B83B5A053939}"/>
                </a:ext>
              </a:extLst>
            </p:cNvPr>
            <p:cNvSpPr>
              <a:spLocks/>
            </p:cNvSpPr>
            <p:nvPr/>
          </p:nvSpPr>
          <p:spPr bwMode="white">
            <a:xfrm>
              <a:off x="2877" y="2269"/>
              <a:ext cx="1107" cy="1113"/>
            </a:xfrm>
            <a:custGeom>
              <a:avLst/>
              <a:gdLst>
                <a:gd name="T0" fmla="*/ 121 w 468"/>
                <a:gd name="T1" fmla="*/ 0 h 469"/>
                <a:gd name="T2" fmla="*/ 0 w 468"/>
                <a:gd name="T3" fmla="*/ 130 h 469"/>
                <a:gd name="T4" fmla="*/ 115 w 468"/>
                <a:gd name="T5" fmla="*/ 266 h 469"/>
                <a:gd name="T6" fmla="*/ 319 w 468"/>
                <a:gd name="T7" fmla="*/ 266 h 469"/>
                <a:gd name="T8" fmla="*/ 381 w 468"/>
                <a:gd name="T9" fmla="*/ 335 h 469"/>
                <a:gd name="T10" fmla="*/ 320 w 468"/>
                <a:gd name="T11" fmla="*/ 398 h 469"/>
                <a:gd name="T12" fmla="*/ 8 w 468"/>
                <a:gd name="T13" fmla="*/ 398 h 469"/>
                <a:gd name="T14" fmla="*/ 8 w 468"/>
                <a:gd name="T15" fmla="*/ 469 h 469"/>
                <a:gd name="T16" fmla="*/ 356 w 468"/>
                <a:gd name="T17" fmla="*/ 469 h 469"/>
                <a:gd name="T18" fmla="*/ 468 w 468"/>
                <a:gd name="T19" fmla="*/ 336 h 469"/>
                <a:gd name="T20" fmla="*/ 362 w 468"/>
                <a:gd name="T21" fmla="*/ 194 h 469"/>
                <a:gd name="T22" fmla="*/ 142 w 468"/>
                <a:gd name="T23" fmla="*/ 194 h 469"/>
                <a:gd name="T24" fmla="*/ 86 w 468"/>
                <a:gd name="T25" fmla="*/ 132 h 469"/>
                <a:gd name="T26" fmla="*/ 151 w 468"/>
                <a:gd name="T27" fmla="*/ 72 h 469"/>
                <a:gd name="T28" fmla="*/ 452 w 468"/>
                <a:gd name="T29" fmla="*/ 72 h 469"/>
                <a:gd name="T30" fmla="*/ 452 w 468"/>
                <a:gd name="T31" fmla="*/ 0 h 469"/>
                <a:gd name="T32" fmla="*/ 121 w 468"/>
                <a:gd name="T33"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8" h="469">
                  <a:moveTo>
                    <a:pt x="121" y="0"/>
                  </a:moveTo>
                  <a:cubicBezTo>
                    <a:pt x="28" y="0"/>
                    <a:pt x="0" y="62"/>
                    <a:pt x="0" y="130"/>
                  </a:cubicBezTo>
                  <a:cubicBezTo>
                    <a:pt x="0" y="204"/>
                    <a:pt x="31" y="266"/>
                    <a:pt x="115" y="266"/>
                  </a:cubicBezTo>
                  <a:cubicBezTo>
                    <a:pt x="191" y="266"/>
                    <a:pt x="262" y="266"/>
                    <a:pt x="319" y="266"/>
                  </a:cubicBezTo>
                  <a:cubicBezTo>
                    <a:pt x="381" y="266"/>
                    <a:pt x="381" y="314"/>
                    <a:pt x="381" y="335"/>
                  </a:cubicBezTo>
                  <a:cubicBezTo>
                    <a:pt x="381" y="356"/>
                    <a:pt x="381" y="398"/>
                    <a:pt x="320" y="398"/>
                  </a:cubicBezTo>
                  <a:cubicBezTo>
                    <a:pt x="272" y="398"/>
                    <a:pt x="8" y="398"/>
                    <a:pt x="8" y="398"/>
                  </a:cubicBezTo>
                  <a:cubicBezTo>
                    <a:pt x="8" y="398"/>
                    <a:pt x="8" y="449"/>
                    <a:pt x="8" y="469"/>
                  </a:cubicBezTo>
                  <a:cubicBezTo>
                    <a:pt x="356" y="469"/>
                    <a:pt x="356" y="469"/>
                    <a:pt x="356" y="469"/>
                  </a:cubicBezTo>
                  <a:cubicBezTo>
                    <a:pt x="443" y="469"/>
                    <a:pt x="468" y="418"/>
                    <a:pt x="468" y="336"/>
                  </a:cubicBezTo>
                  <a:cubicBezTo>
                    <a:pt x="468" y="238"/>
                    <a:pt x="436" y="194"/>
                    <a:pt x="362" y="194"/>
                  </a:cubicBezTo>
                  <a:cubicBezTo>
                    <a:pt x="274" y="194"/>
                    <a:pt x="213" y="194"/>
                    <a:pt x="142" y="194"/>
                  </a:cubicBezTo>
                  <a:cubicBezTo>
                    <a:pt x="86" y="194"/>
                    <a:pt x="86" y="157"/>
                    <a:pt x="86" y="132"/>
                  </a:cubicBezTo>
                  <a:cubicBezTo>
                    <a:pt x="86" y="112"/>
                    <a:pt x="92" y="72"/>
                    <a:pt x="151" y="72"/>
                  </a:cubicBezTo>
                  <a:cubicBezTo>
                    <a:pt x="214" y="72"/>
                    <a:pt x="452" y="72"/>
                    <a:pt x="452" y="72"/>
                  </a:cubicBezTo>
                  <a:cubicBezTo>
                    <a:pt x="452" y="43"/>
                    <a:pt x="452" y="27"/>
                    <a:pt x="452" y="0"/>
                  </a:cubicBezTo>
                  <a:cubicBezTo>
                    <a:pt x="121" y="0"/>
                    <a:pt x="121" y="0"/>
                    <a:pt x="121"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40" name="Freeform 702">
              <a:extLst>
                <a:ext uri="{FF2B5EF4-FFF2-40B4-BE49-F238E27FC236}">
                  <a16:creationId xmlns:a16="http://schemas.microsoft.com/office/drawing/2014/main" id="{13D92684-72B6-4673-893E-B6B76C117D0F}"/>
                </a:ext>
              </a:extLst>
            </p:cNvPr>
            <p:cNvSpPr>
              <a:spLocks noEditPoints="1"/>
            </p:cNvSpPr>
            <p:nvPr/>
          </p:nvSpPr>
          <p:spPr bwMode="white">
            <a:xfrm>
              <a:off x="4107" y="2269"/>
              <a:ext cx="1090" cy="1455"/>
            </a:xfrm>
            <a:custGeom>
              <a:avLst/>
              <a:gdLst>
                <a:gd name="T0" fmla="*/ 170 w 461"/>
                <a:gd name="T1" fmla="*/ 0 h 613"/>
                <a:gd name="T2" fmla="*/ 44 w 461"/>
                <a:gd name="T3" fmla="*/ 29 h 613"/>
                <a:gd name="T4" fmla="*/ 0 w 461"/>
                <a:gd name="T5" fmla="*/ 149 h 613"/>
                <a:gd name="T6" fmla="*/ 0 w 461"/>
                <a:gd name="T7" fmla="*/ 233 h 613"/>
                <a:gd name="T8" fmla="*/ 0 w 461"/>
                <a:gd name="T9" fmla="*/ 318 h 613"/>
                <a:gd name="T10" fmla="*/ 47 w 461"/>
                <a:gd name="T11" fmla="*/ 445 h 613"/>
                <a:gd name="T12" fmla="*/ 170 w 461"/>
                <a:gd name="T13" fmla="*/ 469 h 613"/>
                <a:gd name="T14" fmla="*/ 376 w 461"/>
                <a:gd name="T15" fmla="*/ 469 h 613"/>
                <a:gd name="T16" fmla="*/ 376 w 461"/>
                <a:gd name="T17" fmla="*/ 487 h 613"/>
                <a:gd name="T18" fmla="*/ 328 w 461"/>
                <a:gd name="T19" fmla="*/ 538 h 613"/>
                <a:gd name="T20" fmla="*/ 61 w 461"/>
                <a:gd name="T21" fmla="*/ 538 h 613"/>
                <a:gd name="T22" fmla="*/ 61 w 461"/>
                <a:gd name="T23" fmla="*/ 613 h 613"/>
                <a:gd name="T24" fmla="*/ 356 w 461"/>
                <a:gd name="T25" fmla="*/ 613 h 613"/>
                <a:gd name="T26" fmla="*/ 461 w 461"/>
                <a:gd name="T27" fmla="*/ 511 h 613"/>
                <a:gd name="T28" fmla="*/ 461 w 461"/>
                <a:gd name="T29" fmla="*/ 0 h 613"/>
                <a:gd name="T30" fmla="*/ 170 w 461"/>
                <a:gd name="T31" fmla="*/ 0 h 613"/>
                <a:gd name="T32" fmla="*/ 376 w 461"/>
                <a:gd name="T33" fmla="*/ 398 h 613"/>
                <a:gd name="T34" fmla="*/ 196 w 461"/>
                <a:gd name="T35" fmla="*/ 398 h 613"/>
                <a:gd name="T36" fmla="*/ 88 w 461"/>
                <a:gd name="T37" fmla="*/ 333 h 613"/>
                <a:gd name="T38" fmla="*/ 88 w 461"/>
                <a:gd name="T39" fmla="*/ 231 h 613"/>
                <a:gd name="T40" fmla="*/ 88 w 461"/>
                <a:gd name="T41" fmla="*/ 148 h 613"/>
                <a:gd name="T42" fmla="*/ 200 w 461"/>
                <a:gd name="T43" fmla="*/ 72 h 613"/>
                <a:gd name="T44" fmla="*/ 376 w 461"/>
                <a:gd name="T45" fmla="*/ 72 h 613"/>
                <a:gd name="T46" fmla="*/ 376 w 461"/>
                <a:gd name="T47" fmla="*/ 398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1" h="613">
                  <a:moveTo>
                    <a:pt x="170" y="0"/>
                  </a:moveTo>
                  <a:cubicBezTo>
                    <a:pt x="94" y="0"/>
                    <a:pt x="65" y="12"/>
                    <a:pt x="44" y="29"/>
                  </a:cubicBezTo>
                  <a:cubicBezTo>
                    <a:pt x="22" y="47"/>
                    <a:pt x="1" y="70"/>
                    <a:pt x="0" y="149"/>
                  </a:cubicBezTo>
                  <a:cubicBezTo>
                    <a:pt x="0" y="233"/>
                    <a:pt x="0" y="233"/>
                    <a:pt x="0" y="233"/>
                  </a:cubicBezTo>
                  <a:cubicBezTo>
                    <a:pt x="0" y="318"/>
                    <a:pt x="0" y="318"/>
                    <a:pt x="0" y="318"/>
                  </a:cubicBezTo>
                  <a:cubicBezTo>
                    <a:pt x="0" y="402"/>
                    <a:pt x="23" y="425"/>
                    <a:pt x="47" y="445"/>
                  </a:cubicBezTo>
                  <a:cubicBezTo>
                    <a:pt x="63" y="456"/>
                    <a:pt x="89" y="469"/>
                    <a:pt x="170" y="469"/>
                  </a:cubicBezTo>
                  <a:cubicBezTo>
                    <a:pt x="376" y="469"/>
                    <a:pt x="376" y="469"/>
                    <a:pt x="376" y="469"/>
                  </a:cubicBezTo>
                  <a:cubicBezTo>
                    <a:pt x="376" y="469"/>
                    <a:pt x="376" y="484"/>
                    <a:pt x="376" y="487"/>
                  </a:cubicBezTo>
                  <a:cubicBezTo>
                    <a:pt x="376" y="523"/>
                    <a:pt x="369" y="538"/>
                    <a:pt x="328" y="538"/>
                  </a:cubicBezTo>
                  <a:cubicBezTo>
                    <a:pt x="61" y="538"/>
                    <a:pt x="61" y="538"/>
                    <a:pt x="61" y="538"/>
                  </a:cubicBezTo>
                  <a:cubicBezTo>
                    <a:pt x="61" y="613"/>
                    <a:pt x="61" y="613"/>
                    <a:pt x="61" y="613"/>
                  </a:cubicBezTo>
                  <a:cubicBezTo>
                    <a:pt x="356" y="613"/>
                    <a:pt x="356" y="613"/>
                    <a:pt x="356" y="613"/>
                  </a:cubicBezTo>
                  <a:cubicBezTo>
                    <a:pt x="435" y="613"/>
                    <a:pt x="461" y="578"/>
                    <a:pt x="461" y="511"/>
                  </a:cubicBezTo>
                  <a:cubicBezTo>
                    <a:pt x="461" y="0"/>
                    <a:pt x="461" y="0"/>
                    <a:pt x="461" y="0"/>
                  </a:cubicBezTo>
                  <a:lnTo>
                    <a:pt x="170" y="0"/>
                  </a:lnTo>
                  <a:close/>
                  <a:moveTo>
                    <a:pt x="376" y="398"/>
                  </a:moveTo>
                  <a:cubicBezTo>
                    <a:pt x="196" y="398"/>
                    <a:pt x="196" y="398"/>
                    <a:pt x="196" y="398"/>
                  </a:cubicBezTo>
                  <a:cubicBezTo>
                    <a:pt x="143" y="398"/>
                    <a:pt x="89" y="402"/>
                    <a:pt x="88" y="333"/>
                  </a:cubicBezTo>
                  <a:cubicBezTo>
                    <a:pt x="88" y="330"/>
                    <a:pt x="88" y="305"/>
                    <a:pt x="88" y="231"/>
                  </a:cubicBezTo>
                  <a:cubicBezTo>
                    <a:pt x="88" y="169"/>
                    <a:pt x="87" y="154"/>
                    <a:pt x="88" y="148"/>
                  </a:cubicBezTo>
                  <a:cubicBezTo>
                    <a:pt x="91" y="90"/>
                    <a:pt x="112" y="70"/>
                    <a:pt x="200" y="72"/>
                  </a:cubicBezTo>
                  <a:cubicBezTo>
                    <a:pt x="205" y="72"/>
                    <a:pt x="376" y="72"/>
                    <a:pt x="376" y="72"/>
                  </a:cubicBezTo>
                  <a:lnTo>
                    <a:pt x="376" y="39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grpSp>
      <p:sp>
        <p:nvSpPr>
          <p:cNvPr id="28" name="Titel 18">
            <a:extLst>
              <a:ext uri="{FF2B5EF4-FFF2-40B4-BE49-F238E27FC236}">
                <a16:creationId xmlns:a16="http://schemas.microsoft.com/office/drawing/2014/main" id="{988D6D18-E1C7-433B-906C-1DFD6AB3ED46}"/>
              </a:ext>
            </a:extLst>
          </p:cNvPr>
          <p:cNvSpPr>
            <a:spLocks noGrp="1"/>
          </p:cNvSpPr>
          <p:nvPr>
            <p:ph type="title"/>
          </p:nvPr>
        </p:nvSpPr>
        <p:spPr>
          <a:xfrm>
            <a:off x="841375" y="1270000"/>
            <a:ext cx="5254625" cy="2088809"/>
          </a:xfrm>
        </p:spPr>
        <p:txBody>
          <a:bodyPr anchor="b" anchorCtr="0"/>
          <a:lstStyle>
            <a:lvl1pPr>
              <a:defRPr sz="4400">
                <a:solidFill>
                  <a:schemeClr val="bg1"/>
                </a:solidFill>
              </a:defRPr>
            </a:lvl1pPr>
          </a:lstStyle>
          <a:p>
            <a:r>
              <a:rPr lang="de-DE"/>
              <a:t>Mastertitelformat bearbeiten</a:t>
            </a:r>
            <a:endParaRPr lang="de-DE" dirty="0"/>
          </a:p>
        </p:txBody>
      </p:sp>
      <p:sp>
        <p:nvSpPr>
          <p:cNvPr id="22" name="Inhaltsplatzhalter 2">
            <a:extLst>
              <a:ext uri="{FF2B5EF4-FFF2-40B4-BE49-F238E27FC236}">
                <a16:creationId xmlns:a16="http://schemas.microsoft.com/office/drawing/2014/main" id="{4AEA5C50-176E-4B3A-B28E-B0E8F95DD038}"/>
              </a:ext>
            </a:extLst>
          </p:cNvPr>
          <p:cNvSpPr>
            <a:spLocks noGrp="1"/>
          </p:cNvSpPr>
          <p:nvPr>
            <p:ph sz="quarter" idx="16" hasCustomPrompt="1"/>
          </p:nvPr>
        </p:nvSpPr>
        <p:spPr>
          <a:xfrm>
            <a:off x="841375" y="3423600"/>
            <a:ext cx="5254625" cy="1872000"/>
          </a:xfrm>
        </p:spPr>
        <p:txBody>
          <a:bodyPr/>
          <a:lstStyle>
            <a:lvl1pPr>
              <a:defRPr sz="2000">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lvl="0"/>
            <a:r>
              <a:rPr lang="de-DE" dirty="0"/>
              <a:t>Untertitel bearbeiten</a:t>
            </a:r>
          </a:p>
        </p:txBody>
      </p:sp>
      <p:sp>
        <p:nvSpPr>
          <p:cNvPr id="3" name="Foliennummernplatzhalter 2">
            <a:extLst>
              <a:ext uri="{FF2B5EF4-FFF2-40B4-BE49-F238E27FC236}">
                <a16:creationId xmlns:a16="http://schemas.microsoft.com/office/drawing/2014/main" id="{FCE6F457-34D0-40E0-A0D3-A975F1FAFF16}"/>
              </a:ext>
            </a:extLst>
          </p:cNvPr>
          <p:cNvSpPr>
            <a:spLocks noGrp="1"/>
          </p:cNvSpPr>
          <p:nvPr>
            <p:ph type="sldNum" sz="quarter" idx="18"/>
          </p:nvPr>
        </p:nvSpPr>
        <p:spPr/>
        <p:txBody>
          <a:bodyPr/>
          <a:lstStyle>
            <a:lvl1pPr>
              <a:defRPr>
                <a:solidFill>
                  <a:schemeClr val="bg1"/>
                </a:solidFill>
              </a:defRPr>
            </a:lvl1pPr>
          </a:lstStyle>
          <a:p>
            <a:fld id="{B27B0579-4238-4E44-9A9E-134B676F827C}" type="slidenum">
              <a:rPr lang="de-DE" smtClean="0"/>
              <a:pPr/>
              <a:t>‹Nr.›</a:t>
            </a:fld>
            <a:endParaRPr lang="de-DE" dirty="0"/>
          </a:p>
        </p:txBody>
      </p:sp>
    </p:spTree>
    <p:extLst>
      <p:ext uri="{BB962C8B-B14F-4D97-AF65-F5344CB8AC3E}">
        <p14:creationId xmlns:p14="http://schemas.microsoft.com/office/powerpoint/2010/main" val="1050543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Inhaltsfolie">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C41F1840-D1EB-40B1-96CC-BBA80AAAA494}"/>
              </a:ext>
            </a:extLst>
          </p:cNvPr>
          <p:cNvSpPr>
            <a:spLocks noGrp="1"/>
          </p:cNvSpPr>
          <p:nvPr>
            <p:ph idx="1"/>
          </p:nvPr>
        </p:nvSpPr>
        <p:spPr>
          <a:xfrm>
            <a:off x="841375" y="1847675"/>
            <a:ext cx="10510838" cy="4461050"/>
          </a:xfrm>
        </p:spPr>
        <p:txBody>
          <a:bodyPr/>
          <a:lstStyle>
            <a:lvl2pPr>
              <a:defRPr/>
            </a:lvl2pPr>
            <a:lvl3pPr>
              <a:defRPr/>
            </a:lvl3pPr>
          </a:lstStyle>
          <a:p>
            <a:pPr lvl="0"/>
            <a:r>
              <a:rPr lang="de-DE"/>
              <a:t>Mastertextformat bearbeiten</a:t>
            </a:r>
          </a:p>
          <a:p>
            <a:pPr lvl="1"/>
            <a:r>
              <a:rPr lang="de-DE"/>
              <a:t>Zweite Ebene</a:t>
            </a:r>
          </a:p>
          <a:p>
            <a:pPr lvl="2"/>
            <a:r>
              <a:rPr lang="de-DE"/>
              <a:t>Dritte Ebene</a:t>
            </a:r>
          </a:p>
        </p:txBody>
      </p:sp>
      <p:sp>
        <p:nvSpPr>
          <p:cNvPr id="5" name="Fußzeilenplatzhalter 4">
            <a:extLst>
              <a:ext uri="{FF2B5EF4-FFF2-40B4-BE49-F238E27FC236}">
                <a16:creationId xmlns:a16="http://schemas.microsoft.com/office/drawing/2014/main" id="{8BF0B54F-2072-4CD1-B810-4CD894788B39}"/>
              </a:ext>
            </a:extLst>
          </p:cNvPr>
          <p:cNvSpPr>
            <a:spLocks noGrp="1"/>
          </p:cNvSpPr>
          <p:nvPr>
            <p:ph type="ftr" sz="quarter" idx="11"/>
          </p:nvPr>
        </p:nvSpPr>
        <p:spPr/>
        <p:txBody>
          <a:bodyPr/>
          <a:lstStyle/>
          <a:p>
            <a:r>
              <a:rPr lang="de-DE"/>
              <a:t>© msg systems ag | 2021 | Präsentationstitel</a:t>
            </a:r>
            <a:endParaRPr lang="de-DE" dirty="0"/>
          </a:p>
        </p:txBody>
      </p:sp>
      <p:sp>
        <p:nvSpPr>
          <p:cNvPr id="6" name="Foliennummernplatzhalter 5">
            <a:extLst>
              <a:ext uri="{FF2B5EF4-FFF2-40B4-BE49-F238E27FC236}">
                <a16:creationId xmlns:a16="http://schemas.microsoft.com/office/drawing/2014/main" id="{5D2A1C4D-F8D7-43D1-8609-E81C05FD9B0C}"/>
              </a:ext>
            </a:extLst>
          </p:cNvPr>
          <p:cNvSpPr>
            <a:spLocks noGrp="1"/>
          </p:cNvSpPr>
          <p:nvPr>
            <p:ph type="sldNum" sz="quarter" idx="12"/>
          </p:nvPr>
        </p:nvSpPr>
        <p:spPr/>
        <p:txBody>
          <a:bodyPr/>
          <a:lstStyle/>
          <a:p>
            <a:fld id="{B27B0579-4238-4E44-9A9E-134B676F827C}" type="slidenum">
              <a:rPr lang="de-DE" smtClean="0"/>
              <a:t>‹Nr.›</a:t>
            </a:fld>
            <a:endParaRPr lang="de-DE" dirty="0"/>
          </a:p>
        </p:txBody>
      </p:sp>
      <p:sp>
        <p:nvSpPr>
          <p:cNvPr id="4" name="Titel 3">
            <a:extLst>
              <a:ext uri="{FF2B5EF4-FFF2-40B4-BE49-F238E27FC236}">
                <a16:creationId xmlns:a16="http://schemas.microsoft.com/office/drawing/2014/main" id="{B86CDE3B-773E-47EF-B194-C2A6E1E366E9}"/>
              </a:ext>
            </a:extLst>
          </p:cNvPr>
          <p:cNvSpPr>
            <a:spLocks noGrp="1"/>
          </p:cNvSpPr>
          <p:nvPr>
            <p:ph type="title"/>
          </p:nvPr>
        </p:nvSpPr>
        <p:spPr/>
        <p:txBody>
          <a:bodyPr/>
          <a:lstStyle/>
          <a:p>
            <a:r>
              <a:rPr lang="de-DE"/>
              <a:t>Mastertitelformat bearbeiten</a:t>
            </a:r>
            <a:endParaRPr lang="de-DE" dirty="0"/>
          </a:p>
        </p:txBody>
      </p:sp>
      <p:sp>
        <p:nvSpPr>
          <p:cNvPr id="11" name="Textplatzhalter 2">
            <a:extLst>
              <a:ext uri="{FF2B5EF4-FFF2-40B4-BE49-F238E27FC236}">
                <a16:creationId xmlns:a16="http://schemas.microsoft.com/office/drawing/2014/main" id="{5330B51B-4D4E-409D-84CD-D10F6059A9AF}"/>
              </a:ext>
            </a:extLst>
          </p:cNvPr>
          <p:cNvSpPr>
            <a:spLocks noGrp="1"/>
          </p:cNvSpPr>
          <p:nvPr>
            <p:ph type="body" idx="13" hasCustomPrompt="1"/>
          </p:nvPr>
        </p:nvSpPr>
        <p:spPr>
          <a:xfrm>
            <a:off x="841375" y="198000"/>
            <a:ext cx="7480624" cy="216000"/>
          </a:xfrm>
        </p:spPr>
        <p:txBody>
          <a:bodyPr anchor="b"/>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Untertitel bearbeiten</a:t>
            </a:r>
          </a:p>
        </p:txBody>
      </p:sp>
    </p:spTree>
    <p:extLst>
      <p:ext uri="{BB962C8B-B14F-4D97-AF65-F5344CB8AC3E}">
        <p14:creationId xmlns:p14="http://schemas.microsoft.com/office/powerpoint/2010/main" val="36957243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Inhaltsfolie 1">
    <p:spTree>
      <p:nvGrpSpPr>
        <p:cNvPr id="1" name=""/>
        <p:cNvGrpSpPr/>
        <p:nvPr/>
      </p:nvGrpSpPr>
      <p:grpSpPr>
        <a:xfrm>
          <a:off x="0" y="0"/>
          <a:ext cx="0" cy="0"/>
          <a:chOff x="0" y="0"/>
          <a:chExt cx="0" cy="0"/>
        </a:xfrm>
      </p:grpSpPr>
      <p:sp>
        <p:nvSpPr>
          <p:cNvPr id="8" name="Richtungspfeil 6">
            <a:extLst>
              <a:ext uri="{FF2B5EF4-FFF2-40B4-BE49-F238E27FC236}">
                <a16:creationId xmlns:a16="http://schemas.microsoft.com/office/drawing/2014/main" id="{AE4C8F95-27A7-4CAE-8736-C4A9B0DF0030}"/>
              </a:ext>
            </a:extLst>
          </p:cNvPr>
          <p:cNvSpPr/>
          <p:nvPr/>
        </p:nvSpPr>
        <p:spPr>
          <a:xfrm rot="10800000">
            <a:off x="8595120" y="1267255"/>
            <a:ext cx="3596875" cy="5590745"/>
          </a:xfrm>
          <a:prstGeom prst="homePlate">
            <a:avLst>
              <a:gd name="adj" fmla="val 30873"/>
            </a:avLst>
          </a:prstGeom>
          <a:solidFill>
            <a:schemeClr val="bg1">
              <a:lumMod val="85000"/>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sp>
        <p:nvSpPr>
          <p:cNvPr id="4" name="Fußzeilenplatzhalter 3">
            <a:extLst>
              <a:ext uri="{FF2B5EF4-FFF2-40B4-BE49-F238E27FC236}">
                <a16:creationId xmlns:a16="http://schemas.microsoft.com/office/drawing/2014/main" id="{260FBEB0-8DA4-4C67-957D-10B82E30AF92}"/>
              </a:ext>
            </a:extLst>
          </p:cNvPr>
          <p:cNvSpPr>
            <a:spLocks noGrp="1"/>
          </p:cNvSpPr>
          <p:nvPr>
            <p:ph type="ftr" sz="quarter" idx="11"/>
          </p:nvPr>
        </p:nvSpPr>
        <p:spPr/>
        <p:txBody>
          <a:bodyPr/>
          <a:lstStyle/>
          <a:p>
            <a:r>
              <a:rPr lang="de-DE"/>
              <a:t>© msg systems ag | 2021 | Präsentationstitel</a:t>
            </a:r>
            <a:endParaRPr lang="de-DE" dirty="0"/>
          </a:p>
        </p:txBody>
      </p:sp>
      <p:sp>
        <p:nvSpPr>
          <p:cNvPr id="7" name="Textplatzhalter 2">
            <a:extLst>
              <a:ext uri="{FF2B5EF4-FFF2-40B4-BE49-F238E27FC236}">
                <a16:creationId xmlns:a16="http://schemas.microsoft.com/office/drawing/2014/main" id="{1FBD48F5-6FEB-4E6C-9FD4-86A3248A7BB1}"/>
              </a:ext>
            </a:extLst>
          </p:cNvPr>
          <p:cNvSpPr>
            <a:spLocks noGrp="1"/>
          </p:cNvSpPr>
          <p:nvPr>
            <p:ph type="body" idx="13" hasCustomPrompt="1"/>
          </p:nvPr>
        </p:nvSpPr>
        <p:spPr>
          <a:xfrm>
            <a:off x="841375" y="198000"/>
            <a:ext cx="7480624" cy="216000"/>
          </a:xfrm>
        </p:spPr>
        <p:txBody>
          <a:bodyPr anchor="b"/>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Untertitel bearbeiten</a:t>
            </a:r>
          </a:p>
        </p:txBody>
      </p:sp>
      <p:sp>
        <p:nvSpPr>
          <p:cNvPr id="9" name="Inhaltsplatzhalter 8">
            <a:extLst>
              <a:ext uri="{FF2B5EF4-FFF2-40B4-BE49-F238E27FC236}">
                <a16:creationId xmlns:a16="http://schemas.microsoft.com/office/drawing/2014/main" id="{78E929A1-A4D5-4A08-8AC4-220EC713414F}"/>
              </a:ext>
            </a:extLst>
          </p:cNvPr>
          <p:cNvSpPr>
            <a:spLocks noGrp="1"/>
          </p:cNvSpPr>
          <p:nvPr>
            <p:ph sz="quarter" idx="15"/>
          </p:nvPr>
        </p:nvSpPr>
        <p:spPr>
          <a:xfrm>
            <a:off x="841375" y="1847675"/>
            <a:ext cx="6622414" cy="4461050"/>
          </a:xfrm>
        </p:spPr>
        <p:txBody>
          <a:bodyPr/>
          <a:lstStyle>
            <a:lvl3pPr>
              <a:defRPr/>
            </a:lvl3pPr>
            <a:lvl4pPr marL="900000" indent="-144000">
              <a:buFont typeface="Arial" panose="020B0604020202020204" pitchFamily="34" charset="0"/>
              <a:buChar char="•"/>
              <a:defRPr/>
            </a:lvl4pPr>
          </a:lstStyle>
          <a:p>
            <a:pPr lvl="0"/>
            <a:r>
              <a:rPr lang="de-DE"/>
              <a:t>Mastertextformat bearbeiten</a:t>
            </a:r>
          </a:p>
          <a:p>
            <a:pPr lvl="1"/>
            <a:r>
              <a:rPr lang="de-DE"/>
              <a:t>Zweite Ebene</a:t>
            </a:r>
          </a:p>
          <a:p>
            <a:pPr lvl="2"/>
            <a:r>
              <a:rPr lang="de-DE"/>
              <a:t>Dritte Ebene</a:t>
            </a:r>
          </a:p>
        </p:txBody>
      </p:sp>
      <p:sp>
        <p:nvSpPr>
          <p:cNvPr id="5" name="Foliennummernplatzhalter 4">
            <a:extLst>
              <a:ext uri="{FF2B5EF4-FFF2-40B4-BE49-F238E27FC236}">
                <a16:creationId xmlns:a16="http://schemas.microsoft.com/office/drawing/2014/main" id="{CA0CB33C-D576-4CB5-BB5B-9DA3AC204257}"/>
              </a:ext>
            </a:extLst>
          </p:cNvPr>
          <p:cNvSpPr>
            <a:spLocks noGrp="1"/>
          </p:cNvSpPr>
          <p:nvPr>
            <p:ph type="sldNum" sz="quarter" idx="12"/>
          </p:nvPr>
        </p:nvSpPr>
        <p:spPr/>
        <p:txBody>
          <a:bodyPr/>
          <a:lstStyle/>
          <a:p>
            <a:fld id="{B27B0579-4238-4E44-9A9E-134B676F827C}" type="slidenum">
              <a:rPr lang="de-DE" smtClean="0"/>
              <a:pPr/>
              <a:t>‹Nr.›</a:t>
            </a:fld>
            <a:endParaRPr lang="de-DE" dirty="0"/>
          </a:p>
        </p:txBody>
      </p:sp>
      <p:sp>
        <p:nvSpPr>
          <p:cNvPr id="6" name="Titel 5">
            <a:extLst>
              <a:ext uri="{FF2B5EF4-FFF2-40B4-BE49-F238E27FC236}">
                <a16:creationId xmlns:a16="http://schemas.microsoft.com/office/drawing/2014/main" id="{73D72423-6668-45F7-9F25-61AB88EBFB68}"/>
              </a:ext>
            </a:extLst>
          </p:cNvPr>
          <p:cNvSpPr>
            <a:spLocks noGrp="1"/>
          </p:cNvSpPr>
          <p:nvPr>
            <p:ph type="title"/>
          </p:nvPr>
        </p:nvSpPr>
        <p:spPr/>
        <p:txBody>
          <a:bodyPr/>
          <a:lstStyle/>
          <a:p>
            <a:r>
              <a:rPr lang="de-DE"/>
              <a:t>Mastertitelformat bearbeiten</a:t>
            </a:r>
            <a:endParaRPr lang="de-DE" dirty="0"/>
          </a:p>
        </p:txBody>
      </p:sp>
    </p:spTree>
    <p:extLst>
      <p:ext uri="{BB962C8B-B14F-4D97-AF65-F5344CB8AC3E}">
        <p14:creationId xmlns:p14="http://schemas.microsoft.com/office/powerpoint/2010/main" val="16030804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Inhaltsfolie 2">
    <p:spTree>
      <p:nvGrpSpPr>
        <p:cNvPr id="1" name=""/>
        <p:cNvGrpSpPr/>
        <p:nvPr/>
      </p:nvGrpSpPr>
      <p:grpSpPr>
        <a:xfrm>
          <a:off x="0" y="0"/>
          <a:ext cx="0" cy="0"/>
          <a:chOff x="0" y="0"/>
          <a:chExt cx="0" cy="0"/>
        </a:xfrm>
      </p:grpSpPr>
      <p:sp>
        <p:nvSpPr>
          <p:cNvPr id="6" name="Richtungspfeil 6">
            <a:extLst>
              <a:ext uri="{FF2B5EF4-FFF2-40B4-BE49-F238E27FC236}">
                <a16:creationId xmlns:a16="http://schemas.microsoft.com/office/drawing/2014/main" id="{C47F5986-0C06-4670-8FDB-8FCCFABF818E}"/>
              </a:ext>
            </a:extLst>
          </p:cNvPr>
          <p:cNvSpPr/>
          <p:nvPr/>
        </p:nvSpPr>
        <p:spPr>
          <a:xfrm>
            <a:off x="0" y="1267255"/>
            <a:ext cx="3596875" cy="5590745"/>
          </a:xfrm>
          <a:prstGeom prst="homePlate">
            <a:avLst>
              <a:gd name="adj" fmla="val 30873"/>
            </a:avLst>
          </a:prstGeom>
          <a:solidFill>
            <a:schemeClr val="bg1">
              <a:lumMod val="85000"/>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sp>
        <p:nvSpPr>
          <p:cNvPr id="5" name="Foliennummernplatzhalter 4">
            <a:extLst>
              <a:ext uri="{FF2B5EF4-FFF2-40B4-BE49-F238E27FC236}">
                <a16:creationId xmlns:a16="http://schemas.microsoft.com/office/drawing/2014/main" id="{78C93709-4C23-4D0F-AAAA-D62F94420BEA}"/>
              </a:ext>
            </a:extLst>
          </p:cNvPr>
          <p:cNvSpPr>
            <a:spLocks noGrp="1"/>
          </p:cNvSpPr>
          <p:nvPr>
            <p:ph type="sldNum" sz="quarter" idx="12"/>
          </p:nvPr>
        </p:nvSpPr>
        <p:spPr/>
        <p:txBody>
          <a:bodyPr/>
          <a:lstStyle/>
          <a:p>
            <a:fld id="{B27B0579-4238-4E44-9A9E-134B676F827C}" type="slidenum">
              <a:rPr lang="de-DE" smtClean="0"/>
              <a:pPr/>
              <a:t>‹Nr.›</a:t>
            </a:fld>
            <a:endParaRPr lang="de-DE" dirty="0"/>
          </a:p>
        </p:txBody>
      </p:sp>
      <p:sp>
        <p:nvSpPr>
          <p:cNvPr id="7" name="Textplatzhalter 2">
            <a:extLst>
              <a:ext uri="{FF2B5EF4-FFF2-40B4-BE49-F238E27FC236}">
                <a16:creationId xmlns:a16="http://schemas.microsoft.com/office/drawing/2014/main" id="{3F2C8DCF-C749-46DB-A7B4-0C686B175448}"/>
              </a:ext>
            </a:extLst>
          </p:cNvPr>
          <p:cNvSpPr>
            <a:spLocks noGrp="1"/>
          </p:cNvSpPr>
          <p:nvPr>
            <p:ph type="body" idx="13" hasCustomPrompt="1"/>
          </p:nvPr>
        </p:nvSpPr>
        <p:spPr>
          <a:xfrm>
            <a:off x="841375" y="198000"/>
            <a:ext cx="7480624" cy="216000"/>
          </a:xfrm>
        </p:spPr>
        <p:txBody>
          <a:bodyPr anchor="b"/>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Untertitel bearbeiten</a:t>
            </a:r>
          </a:p>
        </p:txBody>
      </p:sp>
      <p:sp>
        <p:nvSpPr>
          <p:cNvPr id="10" name="Inhaltsplatzhalter 8">
            <a:extLst>
              <a:ext uri="{FF2B5EF4-FFF2-40B4-BE49-F238E27FC236}">
                <a16:creationId xmlns:a16="http://schemas.microsoft.com/office/drawing/2014/main" id="{C0E3B0E9-B6C6-4147-A1ED-84BBDDCA743C}"/>
              </a:ext>
            </a:extLst>
          </p:cNvPr>
          <p:cNvSpPr>
            <a:spLocks noGrp="1"/>
          </p:cNvSpPr>
          <p:nvPr>
            <p:ph sz="quarter" idx="15"/>
          </p:nvPr>
        </p:nvSpPr>
        <p:spPr>
          <a:xfrm>
            <a:off x="3936211" y="1847675"/>
            <a:ext cx="7416002" cy="4461050"/>
          </a:xfrm>
        </p:spPr>
        <p:txBody>
          <a:bodyPr/>
          <a:lstStyle/>
          <a:p>
            <a:pPr lvl="0"/>
            <a:r>
              <a:rPr lang="de-DE"/>
              <a:t>Mastertextformat bearbeiten</a:t>
            </a:r>
          </a:p>
          <a:p>
            <a:pPr lvl="1"/>
            <a:r>
              <a:rPr lang="de-DE"/>
              <a:t>Zweite Ebene</a:t>
            </a:r>
          </a:p>
          <a:p>
            <a:pPr lvl="2"/>
            <a:r>
              <a:rPr lang="de-DE"/>
              <a:t>Dritte Ebene</a:t>
            </a:r>
          </a:p>
        </p:txBody>
      </p:sp>
      <p:sp>
        <p:nvSpPr>
          <p:cNvPr id="4" name="Fußzeilenplatzhalter 3">
            <a:extLst>
              <a:ext uri="{FF2B5EF4-FFF2-40B4-BE49-F238E27FC236}">
                <a16:creationId xmlns:a16="http://schemas.microsoft.com/office/drawing/2014/main" id="{7AEF094B-A47A-4A6D-8C74-859E8B29BB5B}"/>
              </a:ext>
            </a:extLst>
          </p:cNvPr>
          <p:cNvSpPr>
            <a:spLocks noGrp="1"/>
          </p:cNvSpPr>
          <p:nvPr>
            <p:ph type="ftr" sz="quarter" idx="11"/>
          </p:nvPr>
        </p:nvSpPr>
        <p:spPr/>
        <p:txBody>
          <a:bodyPr/>
          <a:lstStyle/>
          <a:p>
            <a:r>
              <a:rPr lang="de-DE"/>
              <a:t>© msg systems ag | 2021 | Präsentationstitel</a:t>
            </a:r>
            <a:endParaRPr lang="de-DE" dirty="0"/>
          </a:p>
        </p:txBody>
      </p:sp>
      <p:sp>
        <p:nvSpPr>
          <p:cNvPr id="12" name="Titel 11">
            <a:extLst>
              <a:ext uri="{FF2B5EF4-FFF2-40B4-BE49-F238E27FC236}">
                <a16:creationId xmlns:a16="http://schemas.microsoft.com/office/drawing/2014/main" id="{B71D8909-B5A6-4ABE-B623-020A13149471}"/>
              </a:ext>
            </a:extLst>
          </p:cNvPr>
          <p:cNvSpPr>
            <a:spLocks noGrp="1"/>
          </p:cNvSpPr>
          <p:nvPr>
            <p:ph type="title"/>
          </p:nvPr>
        </p:nvSpPr>
        <p:spPr/>
        <p:txBody>
          <a:bodyPr/>
          <a:lstStyle/>
          <a:p>
            <a:r>
              <a:rPr lang="de-DE"/>
              <a:t>Mastertitelformat bearbeiten</a:t>
            </a:r>
            <a:endParaRPr lang="de-DE" dirty="0"/>
          </a:p>
        </p:txBody>
      </p:sp>
    </p:spTree>
    <p:extLst>
      <p:ext uri="{BB962C8B-B14F-4D97-AF65-F5344CB8AC3E}">
        <p14:creationId xmlns:p14="http://schemas.microsoft.com/office/powerpoint/2010/main" val="2385795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Inhaltsfolie, 2 Textspalten">
    <p:spTree>
      <p:nvGrpSpPr>
        <p:cNvPr id="1" name=""/>
        <p:cNvGrpSpPr/>
        <p:nvPr/>
      </p:nvGrpSpPr>
      <p:grpSpPr>
        <a:xfrm>
          <a:off x="0" y="0"/>
          <a:ext cx="0" cy="0"/>
          <a:chOff x="0" y="0"/>
          <a:chExt cx="0" cy="0"/>
        </a:xfrm>
      </p:grpSpPr>
      <p:sp>
        <p:nvSpPr>
          <p:cNvPr id="4" name="Fußzeilenplatzhalter 3">
            <a:extLst>
              <a:ext uri="{FF2B5EF4-FFF2-40B4-BE49-F238E27FC236}">
                <a16:creationId xmlns:a16="http://schemas.microsoft.com/office/drawing/2014/main" id="{BF9B9718-8E0F-4ECA-9BE5-CF83642D485B}"/>
              </a:ext>
            </a:extLst>
          </p:cNvPr>
          <p:cNvSpPr>
            <a:spLocks noGrp="1"/>
          </p:cNvSpPr>
          <p:nvPr>
            <p:ph type="ftr" sz="quarter" idx="11"/>
          </p:nvPr>
        </p:nvSpPr>
        <p:spPr/>
        <p:txBody>
          <a:bodyPr/>
          <a:lstStyle/>
          <a:p>
            <a:r>
              <a:rPr lang="de-DE"/>
              <a:t>© msg systems ag | 2021 | Präsentationstitel</a:t>
            </a:r>
            <a:endParaRPr lang="de-DE" dirty="0"/>
          </a:p>
        </p:txBody>
      </p:sp>
      <p:sp>
        <p:nvSpPr>
          <p:cNvPr id="5" name="Foliennummernplatzhalter 4">
            <a:extLst>
              <a:ext uri="{FF2B5EF4-FFF2-40B4-BE49-F238E27FC236}">
                <a16:creationId xmlns:a16="http://schemas.microsoft.com/office/drawing/2014/main" id="{6999B717-3839-4732-A74D-2B5CBA3C8C10}"/>
              </a:ext>
            </a:extLst>
          </p:cNvPr>
          <p:cNvSpPr>
            <a:spLocks noGrp="1"/>
          </p:cNvSpPr>
          <p:nvPr>
            <p:ph type="sldNum" sz="quarter" idx="12"/>
          </p:nvPr>
        </p:nvSpPr>
        <p:spPr/>
        <p:txBody>
          <a:bodyPr/>
          <a:lstStyle/>
          <a:p>
            <a:fld id="{B27B0579-4238-4E44-9A9E-134B676F827C}" type="slidenum">
              <a:rPr lang="de-DE" smtClean="0"/>
              <a:pPr/>
              <a:t>‹Nr.›</a:t>
            </a:fld>
            <a:endParaRPr lang="de-DE" dirty="0"/>
          </a:p>
        </p:txBody>
      </p:sp>
      <p:sp>
        <p:nvSpPr>
          <p:cNvPr id="10" name="Textplatzhalter 2">
            <a:extLst>
              <a:ext uri="{FF2B5EF4-FFF2-40B4-BE49-F238E27FC236}">
                <a16:creationId xmlns:a16="http://schemas.microsoft.com/office/drawing/2014/main" id="{562319CB-9216-40DB-BEFF-180AE7B82F43}"/>
              </a:ext>
            </a:extLst>
          </p:cNvPr>
          <p:cNvSpPr>
            <a:spLocks noGrp="1"/>
          </p:cNvSpPr>
          <p:nvPr>
            <p:ph type="body" idx="15" hasCustomPrompt="1"/>
          </p:nvPr>
        </p:nvSpPr>
        <p:spPr>
          <a:xfrm>
            <a:off x="841375" y="198000"/>
            <a:ext cx="7480624" cy="216000"/>
          </a:xfrm>
        </p:spPr>
        <p:txBody>
          <a:bodyPr anchor="b"/>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Untertitel bearbeiten</a:t>
            </a:r>
          </a:p>
        </p:txBody>
      </p:sp>
      <p:sp>
        <p:nvSpPr>
          <p:cNvPr id="11" name="Inhaltsplatzhalter 8">
            <a:extLst>
              <a:ext uri="{FF2B5EF4-FFF2-40B4-BE49-F238E27FC236}">
                <a16:creationId xmlns:a16="http://schemas.microsoft.com/office/drawing/2014/main" id="{8023EBF5-D6B4-4CE5-AC63-1CBECFB7EC1E}"/>
              </a:ext>
            </a:extLst>
          </p:cNvPr>
          <p:cNvSpPr>
            <a:spLocks noGrp="1"/>
          </p:cNvSpPr>
          <p:nvPr>
            <p:ph sz="quarter" idx="16"/>
          </p:nvPr>
        </p:nvSpPr>
        <p:spPr>
          <a:xfrm>
            <a:off x="841375" y="1847675"/>
            <a:ext cx="5075849" cy="4461050"/>
          </a:xfrm>
        </p:spPr>
        <p:txBody>
          <a:bodyPr/>
          <a:lstStyle/>
          <a:p>
            <a:pPr lvl="0"/>
            <a:r>
              <a:rPr lang="de-DE"/>
              <a:t>Mastertextformat bearbeiten</a:t>
            </a:r>
          </a:p>
          <a:p>
            <a:pPr lvl="1"/>
            <a:r>
              <a:rPr lang="de-DE"/>
              <a:t>Zweite Ebene</a:t>
            </a:r>
          </a:p>
          <a:p>
            <a:pPr lvl="2"/>
            <a:r>
              <a:rPr lang="de-DE"/>
              <a:t>Dritte Ebene</a:t>
            </a:r>
          </a:p>
        </p:txBody>
      </p:sp>
      <p:sp>
        <p:nvSpPr>
          <p:cNvPr id="13" name="Inhaltsplatzhalter 8">
            <a:extLst>
              <a:ext uri="{FF2B5EF4-FFF2-40B4-BE49-F238E27FC236}">
                <a16:creationId xmlns:a16="http://schemas.microsoft.com/office/drawing/2014/main" id="{8962A071-D29B-4635-A5D7-12C0AF252521}"/>
              </a:ext>
            </a:extLst>
          </p:cNvPr>
          <p:cNvSpPr>
            <a:spLocks noGrp="1"/>
          </p:cNvSpPr>
          <p:nvPr>
            <p:ph sz="quarter" idx="17"/>
          </p:nvPr>
        </p:nvSpPr>
        <p:spPr>
          <a:xfrm>
            <a:off x="6276794" y="1847675"/>
            <a:ext cx="5075418" cy="4461050"/>
          </a:xfrm>
        </p:spPr>
        <p:txBody>
          <a:bodyPr/>
          <a:lstStyle/>
          <a:p>
            <a:pPr lvl="0"/>
            <a:r>
              <a:rPr lang="de-DE"/>
              <a:t>Mastertextformat bearbeiten</a:t>
            </a:r>
          </a:p>
          <a:p>
            <a:pPr lvl="1"/>
            <a:r>
              <a:rPr lang="de-DE"/>
              <a:t>Zweite Ebene</a:t>
            </a:r>
          </a:p>
          <a:p>
            <a:pPr lvl="2"/>
            <a:r>
              <a:rPr lang="de-DE"/>
              <a:t>Dritte Ebene</a:t>
            </a:r>
          </a:p>
        </p:txBody>
      </p:sp>
      <p:sp>
        <p:nvSpPr>
          <p:cNvPr id="3" name="Titel 2">
            <a:extLst>
              <a:ext uri="{FF2B5EF4-FFF2-40B4-BE49-F238E27FC236}">
                <a16:creationId xmlns:a16="http://schemas.microsoft.com/office/drawing/2014/main" id="{47C00934-D66B-42C9-8B32-5AD44227ECD6}"/>
              </a:ext>
            </a:extLst>
          </p:cNvPr>
          <p:cNvSpPr>
            <a:spLocks noGrp="1"/>
          </p:cNvSpPr>
          <p:nvPr>
            <p:ph type="title"/>
          </p:nvPr>
        </p:nvSpPr>
        <p:spPr/>
        <p:txBody>
          <a:bodyPr/>
          <a:lstStyle/>
          <a:p>
            <a:r>
              <a:rPr lang="de-DE"/>
              <a:t>Mastertitelformat bearbeiten</a:t>
            </a:r>
            <a:endParaRPr lang="de-DE" dirty="0"/>
          </a:p>
        </p:txBody>
      </p:sp>
    </p:spTree>
    <p:extLst>
      <p:ext uri="{BB962C8B-B14F-4D97-AF65-F5344CB8AC3E}">
        <p14:creationId xmlns:p14="http://schemas.microsoft.com/office/powerpoint/2010/main" val="910639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nhaltsfolie, 1 Textspalte">
    <p:spTree>
      <p:nvGrpSpPr>
        <p:cNvPr id="1" name=""/>
        <p:cNvGrpSpPr/>
        <p:nvPr/>
      </p:nvGrpSpPr>
      <p:grpSpPr>
        <a:xfrm>
          <a:off x="0" y="0"/>
          <a:ext cx="0" cy="0"/>
          <a:chOff x="0" y="0"/>
          <a:chExt cx="0" cy="0"/>
        </a:xfrm>
      </p:grpSpPr>
      <p:sp>
        <p:nvSpPr>
          <p:cNvPr id="4" name="Fußzeilenplatzhalter 3">
            <a:extLst>
              <a:ext uri="{FF2B5EF4-FFF2-40B4-BE49-F238E27FC236}">
                <a16:creationId xmlns:a16="http://schemas.microsoft.com/office/drawing/2014/main" id="{D567C0EE-B18C-4921-B412-B641F36DF4FC}"/>
              </a:ext>
            </a:extLst>
          </p:cNvPr>
          <p:cNvSpPr>
            <a:spLocks noGrp="1"/>
          </p:cNvSpPr>
          <p:nvPr>
            <p:ph type="ftr" sz="quarter" idx="11"/>
          </p:nvPr>
        </p:nvSpPr>
        <p:spPr/>
        <p:txBody>
          <a:bodyPr/>
          <a:lstStyle/>
          <a:p>
            <a:r>
              <a:rPr lang="de-DE"/>
              <a:t>© msg systems ag | 2021 | Präsentationstitel</a:t>
            </a:r>
            <a:endParaRPr lang="de-DE" dirty="0"/>
          </a:p>
        </p:txBody>
      </p:sp>
      <p:sp>
        <p:nvSpPr>
          <p:cNvPr id="5" name="Foliennummernplatzhalter 4">
            <a:extLst>
              <a:ext uri="{FF2B5EF4-FFF2-40B4-BE49-F238E27FC236}">
                <a16:creationId xmlns:a16="http://schemas.microsoft.com/office/drawing/2014/main" id="{ED7B92CD-C3FC-49EA-8A2A-EF19F8639030}"/>
              </a:ext>
            </a:extLst>
          </p:cNvPr>
          <p:cNvSpPr>
            <a:spLocks noGrp="1"/>
          </p:cNvSpPr>
          <p:nvPr>
            <p:ph type="sldNum" sz="quarter" idx="12"/>
          </p:nvPr>
        </p:nvSpPr>
        <p:spPr/>
        <p:txBody>
          <a:bodyPr/>
          <a:lstStyle/>
          <a:p>
            <a:fld id="{B27B0579-4238-4E44-9A9E-134B676F827C}" type="slidenum">
              <a:rPr lang="de-DE" smtClean="0"/>
              <a:pPr/>
              <a:t>‹Nr.›</a:t>
            </a:fld>
            <a:endParaRPr lang="de-DE" dirty="0"/>
          </a:p>
        </p:txBody>
      </p:sp>
      <p:sp>
        <p:nvSpPr>
          <p:cNvPr id="6" name="Textplatzhalter 2">
            <a:extLst>
              <a:ext uri="{FF2B5EF4-FFF2-40B4-BE49-F238E27FC236}">
                <a16:creationId xmlns:a16="http://schemas.microsoft.com/office/drawing/2014/main" id="{FD915DAA-1030-4BDB-BDFF-6DD8100EEF8C}"/>
              </a:ext>
            </a:extLst>
          </p:cNvPr>
          <p:cNvSpPr>
            <a:spLocks noGrp="1"/>
          </p:cNvSpPr>
          <p:nvPr>
            <p:ph type="body" idx="13" hasCustomPrompt="1"/>
          </p:nvPr>
        </p:nvSpPr>
        <p:spPr>
          <a:xfrm>
            <a:off x="841375" y="198000"/>
            <a:ext cx="7480624" cy="216000"/>
          </a:xfrm>
        </p:spPr>
        <p:txBody>
          <a:bodyPr anchor="b"/>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Untertitel bearbeiten</a:t>
            </a:r>
          </a:p>
        </p:txBody>
      </p:sp>
      <p:sp>
        <p:nvSpPr>
          <p:cNvPr id="9" name="Inhaltsplatzhalter 8">
            <a:extLst>
              <a:ext uri="{FF2B5EF4-FFF2-40B4-BE49-F238E27FC236}">
                <a16:creationId xmlns:a16="http://schemas.microsoft.com/office/drawing/2014/main" id="{0E0E8C56-7A81-4791-B86E-B42C00275AC0}"/>
              </a:ext>
            </a:extLst>
          </p:cNvPr>
          <p:cNvSpPr>
            <a:spLocks noGrp="1"/>
          </p:cNvSpPr>
          <p:nvPr>
            <p:ph sz="quarter" idx="16"/>
          </p:nvPr>
        </p:nvSpPr>
        <p:spPr>
          <a:xfrm>
            <a:off x="841375" y="1847675"/>
            <a:ext cx="5254625" cy="4461050"/>
          </a:xfrm>
        </p:spPr>
        <p:txBody>
          <a:bodyPr/>
          <a:lstStyle/>
          <a:p>
            <a:pPr lvl="0"/>
            <a:r>
              <a:rPr lang="de-DE"/>
              <a:t>Mastertextformat bearbeiten</a:t>
            </a:r>
          </a:p>
          <a:p>
            <a:pPr lvl="1"/>
            <a:r>
              <a:rPr lang="de-DE"/>
              <a:t>Zweite Ebene</a:t>
            </a:r>
          </a:p>
          <a:p>
            <a:pPr lvl="2"/>
            <a:r>
              <a:rPr lang="de-DE"/>
              <a:t>Dritte Ebene</a:t>
            </a:r>
          </a:p>
        </p:txBody>
      </p:sp>
      <p:sp>
        <p:nvSpPr>
          <p:cNvPr id="3" name="Titel 2">
            <a:extLst>
              <a:ext uri="{FF2B5EF4-FFF2-40B4-BE49-F238E27FC236}">
                <a16:creationId xmlns:a16="http://schemas.microsoft.com/office/drawing/2014/main" id="{AF6C5C74-7AF2-4509-8EC5-4054D77B6AA7}"/>
              </a:ext>
            </a:extLst>
          </p:cNvPr>
          <p:cNvSpPr>
            <a:spLocks noGrp="1"/>
          </p:cNvSpPr>
          <p:nvPr>
            <p:ph type="title"/>
          </p:nvPr>
        </p:nvSpPr>
        <p:spPr/>
        <p:txBody>
          <a:bodyPr/>
          <a:lstStyle/>
          <a:p>
            <a:r>
              <a:rPr lang="de-DE"/>
              <a:t>Mastertitelformat bearbeiten</a:t>
            </a:r>
            <a:endParaRPr lang="de-DE" dirty="0"/>
          </a:p>
        </p:txBody>
      </p:sp>
    </p:spTree>
    <p:extLst>
      <p:ext uri="{BB962C8B-B14F-4D97-AF65-F5344CB8AC3E}">
        <p14:creationId xmlns:p14="http://schemas.microsoft.com/office/powerpoint/2010/main" val="1191449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Inhaltsfolie, Nur Titel">
    <p:spTree>
      <p:nvGrpSpPr>
        <p:cNvPr id="1" name=""/>
        <p:cNvGrpSpPr/>
        <p:nvPr/>
      </p:nvGrpSpPr>
      <p:grpSpPr>
        <a:xfrm>
          <a:off x="0" y="0"/>
          <a:ext cx="0" cy="0"/>
          <a:chOff x="0" y="0"/>
          <a:chExt cx="0" cy="0"/>
        </a:xfrm>
      </p:grpSpPr>
      <p:sp>
        <p:nvSpPr>
          <p:cNvPr id="4" name="Fußzeilenplatzhalter 3">
            <a:extLst>
              <a:ext uri="{FF2B5EF4-FFF2-40B4-BE49-F238E27FC236}">
                <a16:creationId xmlns:a16="http://schemas.microsoft.com/office/drawing/2014/main" id="{27C55D7B-5235-4377-85BB-80387F167741}"/>
              </a:ext>
            </a:extLst>
          </p:cNvPr>
          <p:cNvSpPr>
            <a:spLocks noGrp="1"/>
          </p:cNvSpPr>
          <p:nvPr>
            <p:ph type="ftr" sz="quarter" idx="11"/>
          </p:nvPr>
        </p:nvSpPr>
        <p:spPr/>
        <p:txBody>
          <a:bodyPr/>
          <a:lstStyle/>
          <a:p>
            <a:r>
              <a:rPr lang="de-DE"/>
              <a:t>© msg systems ag | 2021 | Präsentationstitel</a:t>
            </a:r>
            <a:endParaRPr lang="de-DE" dirty="0"/>
          </a:p>
        </p:txBody>
      </p:sp>
      <p:sp>
        <p:nvSpPr>
          <p:cNvPr id="5" name="Foliennummernplatzhalter 4">
            <a:extLst>
              <a:ext uri="{FF2B5EF4-FFF2-40B4-BE49-F238E27FC236}">
                <a16:creationId xmlns:a16="http://schemas.microsoft.com/office/drawing/2014/main" id="{0B8F26C7-AB39-4845-A04C-9384DE5573C7}"/>
              </a:ext>
            </a:extLst>
          </p:cNvPr>
          <p:cNvSpPr>
            <a:spLocks noGrp="1"/>
          </p:cNvSpPr>
          <p:nvPr>
            <p:ph type="sldNum" sz="quarter" idx="12"/>
          </p:nvPr>
        </p:nvSpPr>
        <p:spPr/>
        <p:txBody>
          <a:bodyPr/>
          <a:lstStyle/>
          <a:p>
            <a:fld id="{B27B0579-4238-4E44-9A9E-134B676F827C}" type="slidenum">
              <a:rPr lang="de-DE" smtClean="0"/>
              <a:pPr/>
              <a:t>‹Nr.›</a:t>
            </a:fld>
            <a:endParaRPr lang="de-DE" dirty="0"/>
          </a:p>
        </p:txBody>
      </p:sp>
      <p:sp>
        <p:nvSpPr>
          <p:cNvPr id="6" name="Textplatzhalter 2">
            <a:extLst>
              <a:ext uri="{FF2B5EF4-FFF2-40B4-BE49-F238E27FC236}">
                <a16:creationId xmlns:a16="http://schemas.microsoft.com/office/drawing/2014/main" id="{EB98F7A2-B9DD-4222-9586-DA5BD25097A3}"/>
              </a:ext>
            </a:extLst>
          </p:cNvPr>
          <p:cNvSpPr>
            <a:spLocks noGrp="1"/>
          </p:cNvSpPr>
          <p:nvPr>
            <p:ph type="body" idx="13" hasCustomPrompt="1"/>
          </p:nvPr>
        </p:nvSpPr>
        <p:spPr>
          <a:xfrm>
            <a:off x="841375" y="198000"/>
            <a:ext cx="7480624" cy="216000"/>
          </a:xfrm>
        </p:spPr>
        <p:txBody>
          <a:bodyPr anchor="b"/>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Untertitel bearbeiten</a:t>
            </a:r>
          </a:p>
        </p:txBody>
      </p:sp>
      <p:sp>
        <p:nvSpPr>
          <p:cNvPr id="3" name="Titel 2">
            <a:extLst>
              <a:ext uri="{FF2B5EF4-FFF2-40B4-BE49-F238E27FC236}">
                <a16:creationId xmlns:a16="http://schemas.microsoft.com/office/drawing/2014/main" id="{55D233B9-C21F-4FBC-808D-8CA7DEBEA360}"/>
              </a:ext>
            </a:extLst>
          </p:cNvPr>
          <p:cNvSpPr>
            <a:spLocks noGrp="1"/>
          </p:cNvSpPr>
          <p:nvPr>
            <p:ph type="title"/>
          </p:nvPr>
        </p:nvSpPr>
        <p:spPr/>
        <p:txBody>
          <a:bodyPr/>
          <a:lstStyle/>
          <a:p>
            <a:r>
              <a:rPr lang="de-DE"/>
              <a:t>Mastertitelformat bearbeiten</a:t>
            </a:r>
            <a:endParaRPr lang="de-DE" dirty="0"/>
          </a:p>
        </p:txBody>
      </p:sp>
    </p:spTree>
    <p:extLst>
      <p:ext uri="{BB962C8B-B14F-4D97-AF65-F5344CB8AC3E}">
        <p14:creationId xmlns:p14="http://schemas.microsoft.com/office/powerpoint/2010/main" val="10332151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ild links, Text rechts">
    <p:spTree>
      <p:nvGrpSpPr>
        <p:cNvPr id="1" name=""/>
        <p:cNvGrpSpPr/>
        <p:nvPr/>
      </p:nvGrpSpPr>
      <p:grpSpPr>
        <a:xfrm>
          <a:off x="0" y="0"/>
          <a:ext cx="0" cy="0"/>
          <a:chOff x="0" y="0"/>
          <a:chExt cx="0" cy="0"/>
        </a:xfrm>
      </p:grpSpPr>
      <p:sp>
        <p:nvSpPr>
          <p:cNvPr id="4" name="Fußzeilenplatzhalter 3">
            <a:extLst>
              <a:ext uri="{FF2B5EF4-FFF2-40B4-BE49-F238E27FC236}">
                <a16:creationId xmlns:a16="http://schemas.microsoft.com/office/drawing/2014/main" id="{97F34DB8-6534-4728-A43C-6E37BD774438}"/>
              </a:ext>
            </a:extLst>
          </p:cNvPr>
          <p:cNvSpPr>
            <a:spLocks noGrp="1"/>
          </p:cNvSpPr>
          <p:nvPr>
            <p:ph type="ftr" sz="quarter" idx="11"/>
          </p:nvPr>
        </p:nvSpPr>
        <p:spPr/>
        <p:txBody>
          <a:bodyPr/>
          <a:lstStyle/>
          <a:p>
            <a:r>
              <a:rPr lang="de-DE"/>
              <a:t>© msg systems ag | 2021 | Präsentationstitel</a:t>
            </a:r>
            <a:endParaRPr lang="de-DE" dirty="0"/>
          </a:p>
        </p:txBody>
      </p:sp>
      <p:sp>
        <p:nvSpPr>
          <p:cNvPr id="5" name="Foliennummernplatzhalter 4">
            <a:extLst>
              <a:ext uri="{FF2B5EF4-FFF2-40B4-BE49-F238E27FC236}">
                <a16:creationId xmlns:a16="http://schemas.microsoft.com/office/drawing/2014/main" id="{9E4C3A4F-D821-4A05-8AD9-C650515EF197}"/>
              </a:ext>
            </a:extLst>
          </p:cNvPr>
          <p:cNvSpPr>
            <a:spLocks noGrp="1"/>
          </p:cNvSpPr>
          <p:nvPr>
            <p:ph type="sldNum" sz="quarter" idx="12"/>
          </p:nvPr>
        </p:nvSpPr>
        <p:spPr/>
        <p:txBody>
          <a:bodyPr/>
          <a:lstStyle/>
          <a:p>
            <a:fld id="{B27B0579-4238-4E44-9A9E-134B676F827C}" type="slidenum">
              <a:rPr lang="de-DE" smtClean="0"/>
              <a:pPr/>
              <a:t>‹Nr.›</a:t>
            </a:fld>
            <a:endParaRPr lang="de-DE" dirty="0"/>
          </a:p>
        </p:txBody>
      </p:sp>
      <p:sp>
        <p:nvSpPr>
          <p:cNvPr id="6" name="Freihandform 7">
            <a:extLst>
              <a:ext uri="{FF2B5EF4-FFF2-40B4-BE49-F238E27FC236}">
                <a16:creationId xmlns:a16="http://schemas.microsoft.com/office/drawing/2014/main" id="{42372A54-737C-45B4-AE63-787EB9BD506A}"/>
              </a:ext>
            </a:extLst>
          </p:cNvPr>
          <p:cNvSpPr/>
          <p:nvPr/>
        </p:nvSpPr>
        <p:spPr>
          <a:xfrm rot="21149552">
            <a:off x="3327789" y="1197032"/>
            <a:ext cx="1048196" cy="677831"/>
          </a:xfrm>
          <a:custGeom>
            <a:avLst/>
            <a:gdLst>
              <a:gd name="connsiteX0" fmla="*/ 0 w 1048195"/>
              <a:gd name="connsiteY0" fmla="*/ 0 h 677831"/>
              <a:gd name="connsiteX1" fmla="*/ 881236 w 1048195"/>
              <a:gd name="connsiteY1" fmla="*/ 116134 h 677831"/>
              <a:gd name="connsiteX2" fmla="*/ 966081 w 1048195"/>
              <a:gd name="connsiteY2" fmla="*/ 255793 h 677831"/>
              <a:gd name="connsiteX3" fmla="*/ 1048195 w 1048195"/>
              <a:gd name="connsiteY3" fmla="*/ 426251 h 677831"/>
              <a:gd name="connsiteX4" fmla="*/ 463746 w 1048195"/>
              <a:gd name="connsiteY4" fmla="*/ 677831 h 677831"/>
              <a:gd name="connsiteX5" fmla="*/ 406552 w 1048195"/>
              <a:gd name="connsiteY5" fmla="*/ 559107 h 677831"/>
              <a:gd name="connsiteX6" fmla="*/ 112895 w 1048195"/>
              <a:gd name="connsiteY6" fmla="*/ 124216 h 677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8195" h="677831">
                <a:moveTo>
                  <a:pt x="0" y="0"/>
                </a:moveTo>
                <a:lnTo>
                  <a:pt x="881236" y="116134"/>
                </a:lnTo>
                <a:lnTo>
                  <a:pt x="966081" y="255793"/>
                </a:lnTo>
                <a:lnTo>
                  <a:pt x="1048195" y="426251"/>
                </a:lnTo>
                <a:lnTo>
                  <a:pt x="463746" y="677831"/>
                </a:lnTo>
                <a:lnTo>
                  <a:pt x="406552" y="559107"/>
                </a:lnTo>
                <a:cubicBezTo>
                  <a:pt x="322569" y="404506"/>
                  <a:pt x="224073" y="258933"/>
                  <a:pt x="112895" y="124216"/>
                </a:cubicBezTo>
                <a:close/>
              </a:path>
            </a:pathLst>
          </a:custGeom>
          <a:solidFill>
            <a:srgbClr val="D9D9D9">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de-DE" sz="1400" b="1" i="0" dirty="0" err="1">
              <a:latin typeface="Calibri" panose="020F0502020204030204" pitchFamily="34" charset="0"/>
            </a:endParaRPr>
          </a:p>
        </p:txBody>
      </p:sp>
      <p:sp>
        <p:nvSpPr>
          <p:cNvPr id="7" name="Freihandform 8">
            <a:extLst>
              <a:ext uri="{FF2B5EF4-FFF2-40B4-BE49-F238E27FC236}">
                <a16:creationId xmlns:a16="http://schemas.microsoft.com/office/drawing/2014/main" id="{625FC537-E0ED-4011-AE0C-79FD608EC25C}"/>
              </a:ext>
            </a:extLst>
          </p:cNvPr>
          <p:cNvSpPr/>
          <p:nvPr/>
        </p:nvSpPr>
        <p:spPr>
          <a:xfrm rot="18058433">
            <a:off x="198028" y="5030281"/>
            <a:ext cx="698478" cy="1674057"/>
          </a:xfrm>
          <a:custGeom>
            <a:avLst/>
            <a:gdLst>
              <a:gd name="connsiteX0" fmla="*/ 680347 w 698478"/>
              <a:gd name="connsiteY0" fmla="*/ 0 h 1674057"/>
              <a:gd name="connsiteX1" fmla="*/ 635073 w 698478"/>
              <a:gd name="connsiteY1" fmla="*/ 172208 h 1674057"/>
              <a:gd name="connsiteX2" fmla="*/ 572257 w 698478"/>
              <a:gd name="connsiteY2" fmla="*/ 742263 h 1674057"/>
              <a:gd name="connsiteX3" fmla="*/ 682543 w 698478"/>
              <a:gd name="connsiteY3" fmla="*/ 1492880 h 1674057"/>
              <a:gd name="connsiteX4" fmla="*/ 698478 w 698478"/>
              <a:gd name="connsiteY4" fmla="*/ 1537680 h 1674057"/>
              <a:gd name="connsiteX5" fmla="*/ 168340 w 698478"/>
              <a:gd name="connsiteY5" fmla="*/ 1674057 h 1674057"/>
              <a:gd name="connsiteX6" fmla="*/ 113660 w 698478"/>
              <a:gd name="connsiteY6" fmla="*/ 1582961 h 1674057"/>
              <a:gd name="connsiteX7" fmla="*/ 77470 w 698478"/>
              <a:gd name="connsiteY7" fmla="*/ 1445302 h 1674057"/>
              <a:gd name="connsiteX8" fmla="*/ 0 w 698478"/>
              <a:gd name="connsiteY8" fmla="*/ 742264 h 1674057"/>
              <a:gd name="connsiteX9" fmla="*/ 8822 w 698478"/>
              <a:gd name="connsiteY9" fmla="*/ 502746 h 1674057"/>
              <a:gd name="connsiteX10" fmla="*/ 20675 w 698478"/>
              <a:gd name="connsiteY10" fmla="*/ 395961 h 1674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478" h="1674057">
                <a:moveTo>
                  <a:pt x="680347" y="0"/>
                </a:moveTo>
                <a:lnTo>
                  <a:pt x="635073" y="172208"/>
                </a:lnTo>
                <a:cubicBezTo>
                  <a:pt x="593976" y="355401"/>
                  <a:pt x="572257" y="546222"/>
                  <a:pt x="572257" y="742263"/>
                </a:cubicBezTo>
                <a:cubicBezTo>
                  <a:pt x="572257" y="1003652"/>
                  <a:pt x="610869" y="1255760"/>
                  <a:pt x="682543" y="1492880"/>
                </a:cubicBezTo>
                <a:lnTo>
                  <a:pt x="698478" y="1537680"/>
                </a:lnTo>
                <a:lnTo>
                  <a:pt x="168340" y="1674057"/>
                </a:lnTo>
                <a:lnTo>
                  <a:pt x="113660" y="1582961"/>
                </a:lnTo>
                <a:lnTo>
                  <a:pt x="77470" y="1445302"/>
                </a:lnTo>
                <a:cubicBezTo>
                  <a:pt x="26785" y="1219374"/>
                  <a:pt x="0" y="984038"/>
                  <a:pt x="0" y="742264"/>
                </a:cubicBezTo>
                <a:cubicBezTo>
                  <a:pt x="0" y="661672"/>
                  <a:pt x="2976" y="581796"/>
                  <a:pt x="8822" y="502746"/>
                </a:cubicBezTo>
                <a:lnTo>
                  <a:pt x="20675" y="395961"/>
                </a:lnTo>
                <a:close/>
              </a:path>
            </a:pathLst>
          </a:custGeom>
          <a:solidFill>
            <a:srgbClr val="D9D9D9">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de-DE" sz="1400" b="1" i="0" dirty="0" err="1">
              <a:latin typeface="Calibri" panose="020F0502020204030204" pitchFamily="34" charset="0"/>
            </a:endParaRPr>
          </a:p>
        </p:txBody>
      </p:sp>
      <p:sp>
        <p:nvSpPr>
          <p:cNvPr id="8" name="Freihandform 9">
            <a:extLst>
              <a:ext uri="{FF2B5EF4-FFF2-40B4-BE49-F238E27FC236}">
                <a16:creationId xmlns:a16="http://schemas.microsoft.com/office/drawing/2014/main" id="{1A5D1082-5AF4-46B2-8400-EE9B7D303226}"/>
              </a:ext>
            </a:extLst>
          </p:cNvPr>
          <p:cNvSpPr/>
          <p:nvPr/>
        </p:nvSpPr>
        <p:spPr>
          <a:xfrm rot="4774343">
            <a:off x="3395215" y="3918181"/>
            <a:ext cx="1189458" cy="1288209"/>
          </a:xfrm>
          <a:custGeom>
            <a:avLst/>
            <a:gdLst>
              <a:gd name="connsiteX0" fmla="*/ 269442 w 899152"/>
              <a:gd name="connsiteY0" fmla="*/ 0 h 973801"/>
              <a:gd name="connsiteX1" fmla="*/ 288267 w 899152"/>
              <a:gd name="connsiteY1" fmla="*/ 14077 h 973801"/>
              <a:gd name="connsiteX2" fmla="*/ 843434 w 899152"/>
              <a:gd name="connsiteY2" fmla="*/ 687432 h 973801"/>
              <a:gd name="connsiteX3" fmla="*/ 899152 w 899152"/>
              <a:gd name="connsiteY3" fmla="*/ 803094 h 973801"/>
              <a:gd name="connsiteX4" fmla="*/ 502580 w 899152"/>
              <a:gd name="connsiteY4" fmla="*/ 973801 h 973801"/>
              <a:gd name="connsiteX5" fmla="*/ 463772 w 899152"/>
              <a:gd name="connsiteY5" fmla="*/ 893242 h 973801"/>
              <a:gd name="connsiteX6" fmla="*/ 13618 w 899152"/>
              <a:gd name="connsiteY6" fmla="*/ 347255 h 973801"/>
              <a:gd name="connsiteX7" fmla="*/ 0 w 899152"/>
              <a:gd name="connsiteY7" fmla="*/ 337072 h 973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9152" h="973801">
                <a:moveTo>
                  <a:pt x="269442" y="0"/>
                </a:moveTo>
                <a:lnTo>
                  <a:pt x="288267" y="14077"/>
                </a:lnTo>
                <a:cubicBezTo>
                  <a:pt x="513739" y="200152"/>
                  <a:pt x="702874" y="428684"/>
                  <a:pt x="843434" y="687432"/>
                </a:cubicBezTo>
                <a:lnTo>
                  <a:pt x="899152" y="803094"/>
                </a:lnTo>
                <a:lnTo>
                  <a:pt x="502580" y="973801"/>
                </a:lnTo>
                <a:lnTo>
                  <a:pt x="463772" y="893242"/>
                </a:lnTo>
                <a:cubicBezTo>
                  <a:pt x="349800" y="683437"/>
                  <a:pt x="196440" y="498134"/>
                  <a:pt x="13618" y="347255"/>
                </a:cubicBezTo>
                <a:lnTo>
                  <a:pt x="0" y="337072"/>
                </a:lnTo>
                <a:close/>
              </a:path>
            </a:pathLst>
          </a:custGeom>
          <a:solidFill>
            <a:srgbClr val="D9D9D9">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de-DE" sz="1400" b="1" i="0" dirty="0" err="1">
              <a:latin typeface="Calibri" panose="020F0502020204030204" pitchFamily="34" charset="0"/>
            </a:endParaRPr>
          </a:p>
        </p:txBody>
      </p:sp>
      <p:sp>
        <p:nvSpPr>
          <p:cNvPr id="9" name="Freihandform 10">
            <a:extLst>
              <a:ext uri="{FF2B5EF4-FFF2-40B4-BE49-F238E27FC236}">
                <a16:creationId xmlns:a16="http://schemas.microsoft.com/office/drawing/2014/main" id="{2E8A2785-1AE5-4A31-9AA9-1788E7688913}"/>
              </a:ext>
            </a:extLst>
          </p:cNvPr>
          <p:cNvSpPr/>
          <p:nvPr/>
        </p:nvSpPr>
        <p:spPr>
          <a:xfrm rot="13644815">
            <a:off x="4355575" y="4489221"/>
            <a:ext cx="612188" cy="2074447"/>
          </a:xfrm>
          <a:custGeom>
            <a:avLst/>
            <a:gdLst>
              <a:gd name="connsiteX0" fmla="*/ 106983 w 527832"/>
              <a:gd name="connsiteY0" fmla="*/ 0 h 1379153"/>
              <a:gd name="connsiteX1" fmla="*/ 527832 w 527832"/>
              <a:gd name="connsiteY1" fmla="*/ 105212 h 1379153"/>
              <a:gd name="connsiteX2" fmla="*/ 514987 w 527832"/>
              <a:gd name="connsiteY2" fmla="*/ 140308 h 1379153"/>
              <a:gd name="connsiteX3" fmla="*/ 431775 w 527832"/>
              <a:gd name="connsiteY3" fmla="*/ 690699 h 1379153"/>
              <a:gd name="connsiteX4" fmla="*/ 514987 w 527832"/>
              <a:gd name="connsiteY4" fmla="*/ 1241091 h 1379153"/>
              <a:gd name="connsiteX5" fmla="*/ 527010 w 527832"/>
              <a:gd name="connsiteY5" fmla="*/ 1273941 h 1379153"/>
              <a:gd name="connsiteX6" fmla="*/ 106161 w 527832"/>
              <a:gd name="connsiteY6" fmla="*/ 1379153 h 1379153"/>
              <a:gd name="connsiteX7" fmla="*/ 102623 w 527832"/>
              <a:gd name="connsiteY7" fmla="*/ 1369487 h 1379153"/>
              <a:gd name="connsiteX8" fmla="*/ 0 w 527832"/>
              <a:gd name="connsiteY8" fmla="*/ 690699 h 1379153"/>
              <a:gd name="connsiteX9" fmla="*/ 102623 w 527832"/>
              <a:gd name="connsiteY9" fmla="*/ 11911 h 1379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7832" h="1379153">
                <a:moveTo>
                  <a:pt x="106983" y="0"/>
                </a:moveTo>
                <a:lnTo>
                  <a:pt x="527832" y="105212"/>
                </a:lnTo>
                <a:lnTo>
                  <a:pt x="514987" y="140308"/>
                </a:lnTo>
                <a:cubicBezTo>
                  <a:pt x="460908" y="314176"/>
                  <a:pt x="431775" y="499035"/>
                  <a:pt x="431775" y="690699"/>
                </a:cubicBezTo>
                <a:cubicBezTo>
                  <a:pt x="431775" y="882363"/>
                  <a:pt x="460908" y="1067222"/>
                  <a:pt x="514987" y="1241091"/>
                </a:cubicBezTo>
                <a:lnTo>
                  <a:pt x="527010" y="1273941"/>
                </a:lnTo>
                <a:lnTo>
                  <a:pt x="106161" y="1379153"/>
                </a:lnTo>
                <a:lnTo>
                  <a:pt x="102623" y="1369487"/>
                </a:lnTo>
                <a:cubicBezTo>
                  <a:pt x="35929" y="1155058"/>
                  <a:pt x="0" y="927075"/>
                  <a:pt x="0" y="690699"/>
                </a:cubicBezTo>
                <a:cubicBezTo>
                  <a:pt x="0" y="454324"/>
                  <a:pt x="35929" y="226340"/>
                  <a:pt x="102623" y="11911"/>
                </a:cubicBezTo>
                <a:close/>
              </a:path>
            </a:pathLst>
          </a:custGeom>
          <a:solidFill>
            <a:srgbClr val="D9D9D9">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de-DE" sz="1400" b="1" i="0" dirty="0" err="1">
              <a:latin typeface="Calibri" panose="020F0502020204030204" pitchFamily="34" charset="0"/>
            </a:endParaRPr>
          </a:p>
        </p:txBody>
      </p:sp>
      <p:sp>
        <p:nvSpPr>
          <p:cNvPr id="10" name="Freihandform 11">
            <a:extLst>
              <a:ext uri="{FF2B5EF4-FFF2-40B4-BE49-F238E27FC236}">
                <a16:creationId xmlns:a16="http://schemas.microsoft.com/office/drawing/2014/main" id="{BD4ED3DD-4B69-46E2-A02F-D6CDF2CA4FDB}"/>
              </a:ext>
            </a:extLst>
          </p:cNvPr>
          <p:cNvSpPr/>
          <p:nvPr/>
        </p:nvSpPr>
        <p:spPr>
          <a:xfrm rot="2158040">
            <a:off x="5618833" y="2953744"/>
            <a:ext cx="408496" cy="442410"/>
          </a:xfrm>
          <a:custGeom>
            <a:avLst/>
            <a:gdLst>
              <a:gd name="connsiteX0" fmla="*/ 269442 w 899152"/>
              <a:gd name="connsiteY0" fmla="*/ 0 h 973801"/>
              <a:gd name="connsiteX1" fmla="*/ 288267 w 899152"/>
              <a:gd name="connsiteY1" fmla="*/ 14077 h 973801"/>
              <a:gd name="connsiteX2" fmla="*/ 843434 w 899152"/>
              <a:gd name="connsiteY2" fmla="*/ 687432 h 973801"/>
              <a:gd name="connsiteX3" fmla="*/ 899152 w 899152"/>
              <a:gd name="connsiteY3" fmla="*/ 803094 h 973801"/>
              <a:gd name="connsiteX4" fmla="*/ 502580 w 899152"/>
              <a:gd name="connsiteY4" fmla="*/ 973801 h 973801"/>
              <a:gd name="connsiteX5" fmla="*/ 463772 w 899152"/>
              <a:gd name="connsiteY5" fmla="*/ 893242 h 973801"/>
              <a:gd name="connsiteX6" fmla="*/ 13618 w 899152"/>
              <a:gd name="connsiteY6" fmla="*/ 347255 h 973801"/>
              <a:gd name="connsiteX7" fmla="*/ 0 w 899152"/>
              <a:gd name="connsiteY7" fmla="*/ 337072 h 973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9152" h="973801">
                <a:moveTo>
                  <a:pt x="269442" y="0"/>
                </a:moveTo>
                <a:lnTo>
                  <a:pt x="288267" y="14077"/>
                </a:lnTo>
                <a:cubicBezTo>
                  <a:pt x="513739" y="200152"/>
                  <a:pt x="702874" y="428684"/>
                  <a:pt x="843434" y="687432"/>
                </a:cubicBezTo>
                <a:lnTo>
                  <a:pt x="899152" y="803094"/>
                </a:lnTo>
                <a:lnTo>
                  <a:pt x="502580" y="973801"/>
                </a:lnTo>
                <a:lnTo>
                  <a:pt x="463772" y="893242"/>
                </a:lnTo>
                <a:cubicBezTo>
                  <a:pt x="349800" y="683437"/>
                  <a:pt x="196440" y="498134"/>
                  <a:pt x="13618" y="347255"/>
                </a:cubicBezTo>
                <a:lnTo>
                  <a:pt x="0" y="337072"/>
                </a:lnTo>
                <a:close/>
              </a:path>
            </a:pathLst>
          </a:custGeom>
          <a:solidFill>
            <a:srgbClr val="D9D9D9">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de-DE" sz="1400" b="1" i="0" dirty="0" err="1">
              <a:latin typeface="Calibri" panose="020F0502020204030204" pitchFamily="34" charset="0"/>
            </a:endParaRPr>
          </a:p>
        </p:txBody>
      </p:sp>
      <p:sp>
        <p:nvSpPr>
          <p:cNvPr id="11" name="Bildplatzhalter 27">
            <a:extLst>
              <a:ext uri="{FF2B5EF4-FFF2-40B4-BE49-F238E27FC236}">
                <a16:creationId xmlns:a16="http://schemas.microsoft.com/office/drawing/2014/main" id="{7D5B86A1-9745-4F41-9951-7EC609011D43}"/>
              </a:ext>
            </a:extLst>
          </p:cNvPr>
          <p:cNvSpPr>
            <a:spLocks noGrp="1"/>
          </p:cNvSpPr>
          <p:nvPr>
            <p:ph type="pic" sz="quarter" idx="20" hasCustomPrompt="1"/>
          </p:nvPr>
        </p:nvSpPr>
        <p:spPr bwMode="gray">
          <a:xfrm>
            <a:off x="0" y="1268413"/>
            <a:ext cx="5272466" cy="4887448"/>
          </a:xfrm>
          <a:custGeom>
            <a:avLst/>
            <a:gdLst>
              <a:gd name="connsiteX0" fmla="*/ 4974758 w 5272466"/>
              <a:gd name="connsiteY0" fmla="*/ 473426 h 4887448"/>
              <a:gd name="connsiteX1" fmla="*/ 5029169 w 5272466"/>
              <a:gd name="connsiteY1" fmla="*/ 586376 h 4887448"/>
              <a:gd name="connsiteX2" fmla="*/ 5272466 w 5272466"/>
              <a:gd name="connsiteY2" fmla="*/ 1791470 h 4887448"/>
              <a:gd name="connsiteX3" fmla="*/ 2176487 w 5272466"/>
              <a:gd name="connsiteY3" fmla="*/ 4887448 h 4887448"/>
              <a:gd name="connsiteX4" fmla="*/ 94823 w 5272466"/>
              <a:gd name="connsiteY4" fmla="*/ 4083169 h 4887448"/>
              <a:gd name="connsiteX5" fmla="*/ 0 w 5272466"/>
              <a:gd name="connsiteY5" fmla="*/ 3990581 h 4887448"/>
              <a:gd name="connsiteX6" fmla="*/ 0 w 5272466"/>
              <a:gd name="connsiteY6" fmla="*/ 2996193 h 4887448"/>
              <a:gd name="connsiteX7" fmla="*/ 44893 w 5272466"/>
              <a:gd name="connsiteY7" fmla="*/ 3083886 h 4887448"/>
              <a:gd name="connsiteX8" fmla="*/ 2176487 w 5272466"/>
              <a:gd name="connsiteY8" fmla="*/ 4283900 h 4887448"/>
              <a:gd name="connsiteX9" fmla="*/ 4668920 w 5272466"/>
              <a:gd name="connsiteY9" fmla="*/ 1791469 h 4887448"/>
              <a:gd name="connsiteX10" fmla="*/ 4473051 w 5272466"/>
              <a:gd name="connsiteY10" fmla="*/ 821302 h 4887448"/>
              <a:gd name="connsiteX11" fmla="*/ 4420420 w 5272466"/>
              <a:gd name="connsiteY11" fmla="*/ 712045 h 4887448"/>
              <a:gd name="connsiteX12" fmla="*/ 2176487 w 5272466"/>
              <a:gd name="connsiteY12" fmla="*/ 3172 h 4887448"/>
              <a:gd name="connsiteX13" fmla="*/ 3964785 w 5272466"/>
              <a:gd name="connsiteY13" fmla="*/ 1791470 h 4887448"/>
              <a:gd name="connsiteX14" fmla="*/ 2176487 w 5272466"/>
              <a:gd name="connsiteY14" fmla="*/ 3579768 h 4887448"/>
              <a:gd name="connsiteX15" fmla="*/ 388189 w 5272466"/>
              <a:gd name="connsiteY15" fmla="*/ 1791470 h 4887448"/>
              <a:gd name="connsiteX16" fmla="*/ 2176487 w 5272466"/>
              <a:gd name="connsiteY16" fmla="*/ 3172 h 4887448"/>
              <a:gd name="connsiteX17" fmla="*/ 2772249 w 5272466"/>
              <a:gd name="connsiteY17" fmla="*/ 0 h 4887448"/>
              <a:gd name="connsiteX18" fmla="*/ 3601845 w 5272466"/>
              <a:gd name="connsiteY18" fmla="*/ 0 h 4887448"/>
              <a:gd name="connsiteX19" fmla="*/ 3675942 w 5272466"/>
              <a:gd name="connsiteY19" fmla="*/ 58947 h 4887448"/>
              <a:gd name="connsiteX20" fmla="*/ 4467740 w 5272466"/>
              <a:gd name="connsiteY20" fmla="*/ 1791470 h 4887448"/>
              <a:gd name="connsiteX21" fmla="*/ 4076430 w 5272466"/>
              <a:gd name="connsiteY21" fmla="*/ 3072531 h 4887448"/>
              <a:gd name="connsiteX22" fmla="*/ 4039982 w 5272466"/>
              <a:gd name="connsiteY22" fmla="*/ 3121272 h 4887448"/>
              <a:gd name="connsiteX23" fmla="*/ 3720616 w 5272466"/>
              <a:gd name="connsiteY23" fmla="*/ 2877212 h 4887448"/>
              <a:gd name="connsiteX24" fmla="*/ 3742785 w 5272466"/>
              <a:gd name="connsiteY24" fmla="*/ 2847568 h 4887448"/>
              <a:gd name="connsiteX25" fmla="*/ 4065377 w 5272466"/>
              <a:gd name="connsiteY25" fmla="*/ 1791470 h 4887448"/>
              <a:gd name="connsiteX26" fmla="*/ 2859702 w 5272466"/>
              <a:gd name="connsiteY26" fmla="*/ 29925 h 4887448"/>
              <a:gd name="connsiteX27" fmla="*/ 749601 w 5272466"/>
              <a:gd name="connsiteY27" fmla="*/ 0 h 4887448"/>
              <a:gd name="connsiteX28" fmla="*/ 1571630 w 5272466"/>
              <a:gd name="connsiteY28" fmla="*/ 0 h 4887448"/>
              <a:gd name="connsiteX29" fmla="*/ 1572591 w 5272466"/>
              <a:gd name="connsiteY29" fmla="*/ 2947 h 4887448"/>
              <a:gd name="connsiteX30" fmla="*/ 1441249 w 5272466"/>
              <a:gd name="connsiteY30" fmla="*/ 51019 h 4887448"/>
              <a:gd name="connsiteX31" fmla="*/ 287599 w 5272466"/>
              <a:gd name="connsiteY31" fmla="*/ 1791470 h 4887448"/>
              <a:gd name="connsiteX32" fmla="*/ 2176487 w 5272466"/>
              <a:gd name="connsiteY32" fmla="*/ 3680360 h 4887448"/>
              <a:gd name="connsiteX33" fmla="*/ 2738187 w 5272466"/>
              <a:gd name="connsiteY33" fmla="*/ 3595438 h 4887448"/>
              <a:gd name="connsiteX34" fmla="*/ 2908402 w 5272466"/>
              <a:gd name="connsiteY34" fmla="*/ 3533139 h 4887448"/>
              <a:gd name="connsiteX35" fmla="*/ 3075537 w 5272466"/>
              <a:gd name="connsiteY35" fmla="*/ 3899200 h 4887448"/>
              <a:gd name="connsiteX36" fmla="*/ 3068346 w 5272466"/>
              <a:gd name="connsiteY36" fmla="*/ 3902664 h 4887448"/>
              <a:gd name="connsiteX37" fmla="*/ 2176487 w 5272466"/>
              <a:gd name="connsiteY37" fmla="*/ 4082723 h 4887448"/>
              <a:gd name="connsiteX38" fmla="*/ 123392 w 5272466"/>
              <a:gd name="connsiteY38" fmla="*/ 2809780 h 4887448"/>
              <a:gd name="connsiteX39" fmla="*/ 0 w 5272466"/>
              <a:gd name="connsiteY39" fmla="*/ 2502125 h 4887448"/>
              <a:gd name="connsiteX40" fmla="*/ 0 w 5272466"/>
              <a:gd name="connsiteY40" fmla="*/ 1080290 h 4887448"/>
              <a:gd name="connsiteX41" fmla="*/ 111179 w 5272466"/>
              <a:gd name="connsiteY41" fmla="*/ 798118 h 4887448"/>
              <a:gd name="connsiteX42" fmla="*/ 719040 w 5272466"/>
              <a:gd name="connsiteY42" fmla="*/ 23429 h 4887448"/>
              <a:gd name="connsiteX43" fmla="*/ 0 w 5272466"/>
              <a:gd name="connsiteY43" fmla="*/ 0 h 4887448"/>
              <a:gd name="connsiteX44" fmla="*/ 445867 w 5272466"/>
              <a:gd name="connsiteY44" fmla="*/ 0 h 4887448"/>
              <a:gd name="connsiteX45" fmla="*/ 372294 w 5272466"/>
              <a:gd name="connsiteY45" fmla="*/ 71839 h 4887448"/>
              <a:gd name="connsiteX46" fmla="*/ 44893 w 5272466"/>
              <a:gd name="connsiteY46" fmla="*/ 499052 h 4887448"/>
              <a:gd name="connsiteX47" fmla="*/ 0 w 5272466"/>
              <a:gd name="connsiteY47" fmla="*/ 586745 h 4887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272466" h="4887448">
                <a:moveTo>
                  <a:pt x="4974758" y="473426"/>
                </a:moveTo>
                <a:lnTo>
                  <a:pt x="5029169" y="586376"/>
                </a:lnTo>
                <a:cubicBezTo>
                  <a:pt x="5185833" y="956774"/>
                  <a:pt x="5272466" y="1364006"/>
                  <a:pt x="5272466" y="1791470"/>
                </a:cubicBezTo>
                <a:cubicBezTo>
                  <a:pt x="5272466" y="3501332"/>
                  <a:pt x="3886349" y="4887448"/>
                  <a:pt x="2176487" y="4887448"/>
                </a:cubicBezTo>
                <a:cubicBezTo>
                  <a:pt x="1374991" y="4887448"/>
                  <a:pt x="644629" y="4582882"/>
                  <a:pt x="94823" y="4083169"/>
                </a:cubicBezTo>
                <a:lnTo>
                  <a:pt x="0" y="3990581"/>
                </a:lnTo>
                <a:lnTo>
                  <a:pt x="0" y="2996193"/>
                </a:lnTo>
                <a:lnTo>
                  <a:pt x="44893" y="3083886"/>
                </a:lnTo>
                <a:cubicBezTo>
                  <a:pt x="482033" y="3803324"/>
                  <a:pt x="1273138" y="4283900"/>
                  <a:pt x="2176487" y="4283900"/>
                </a:cubicBezTo>
                <a:cubicBezTo>
                  <a:pt x="3553019" y="4283900"/>
                  <a:pt x="4668920" y="3168002"/>
                  <a:pt x="4668920" y="1791469"/>
                </a:cubicBezTo>
                <a:cubicBezTo>
                  <a:pt x="4668920" y="1447336"/>
                  <a:pt x="4599176" y="1119491"/>
                  <a:pt x="4473051" y="821302"/>
                </a:cubicBezTo>
                <a:lnTo>
                  <a:pt x="4420420" y="712045"/>
                </a:lnTo>
                <a:close/>
                <a:moveTo>
                  <a:pt x="2176487" y="3172"/>
                </a:moveTo>
                <a:cubicBezTo>
                  <a:pt x="3164137" y="3172"/>
                  <a:pt x="3964785" y="803820"/>
                  <a:pt x="3964785" y="1791470"/>
                </a:cubicBezTo>
                <a:cubicBezTo>
                  <a:pt x="3964785" y="2779120"/>
                  <a:pt x="3164137" y="3579768"/>
                  <a:pt x="2176487" y="3579768"/>
                </a:cubicBezTo>
                <a:cubicBezTo>
                  <a:pt x="1188839" y="3579768"/>
                  <a:pt x="388189" y="2779120"/>
                  <a:pt x="388189" y="1791470"/>
                </a:cubicBezTo>
                <a:cubicBezTo>
                  <a:pt x="388189" y="803820"/>
                  <a:pt x="1188839" y="3172"/>
                  <a:pt x="2176487" y="3172"/>
                </a:cubicBezTo>
                <a:close/>
                <a:moveTo>
                  <a:pt x="2772249" y="0"/>
                </a:moveTo>
                <a:lnTo>
                  <a:pt x="3601845" y="0"/>
                </a:lnTo>
                <a:lnTo>
                  <a:pt x="3675942" y="58947"/>
                </a:lnTo>
                <a:cubicBezTo>
                  <a:pt x="4160943" y="479070"/>
                  <a:pt x="4467740" y="1099442"/>
                  <a:pt x="4467740" y="1791470"/>
                </a:cubicBezTo>
                <a:cubicBezTo>
                  <a:pt x="4467740" y="2266005"/>
                  <a:pt x="4323483" y="2706844"/>
                  <a:pt x="4076430" y="3072531"/>
                </a:cubicBezTo>
                <a:lnTo>
                  <a:pt x="4039982" y="3121272"/>
                </a:lnTo>
                <a:lnTo>
                  <a:pt x="3720616" y="2877212"/>
                </a:lnTo>
                <a:lnTo>
                  <a:pt x="3742785" y="2847568"/>
                </a:lnTo>
                <a:cubicBezTo>
                  <a:pt x="3946454" y="2546098"/>
                  <a:pt x="4065377" y="2182673"/>
                  <a:pt x="4065377" y="1791470"/>
                </a:cubicBezTo>
                <a:cubicBezTo>
                  <a:pt x="4065377" y="989202"/>
                  <a:pt x="3565215" y="303750"/>
                  <a:pt x="2859702" y="29925"/>
                </a:cubicBezTo>
                <a:close/>
                <a:moveTo>
                  <a:pt x="749601" y="0"/>
                </a:moveTo>
                <a:lnTo>
                  <a:pt x="1571630" y="0"/>
                </a:lnTo>
                <a:lnTo>
                  <a:pt x="1572591" y="2947"/>
                </a:lnTo>
                <a:lnTo>
                  <a:pt x="1441249" y="51019"/>
                </a:lnTo>
                <a:cubicBezTo>
                  <a:pt x="763297" y="337770"/>
                  <a:pt x="287599" y="1009067"/>
                  <a:pt x="287599" y="1791470"/>
                </a:cubicBezTo>
                <a:cubicBezTo>
                  <a:pt x="287599" y="2834674"/>
                  <a:pt x="1133283" y="3680360"/>
                  <a:pt x="2176487" y="3680360"/>
                </a:cubicBezTo>
                <a:cubicBezTo>
                  <a:pt x="2372089" y="3680360"/>
                  <a:pt x="2560746" y="3650630"/>
                  <a:pt x="2738187" y="3595438"/>
                </a:cubicBezTo>
                <a:lnTo>
                  <a:pt x="2908402" y="3533139"/>
                </a:lnTo>
                <a:lnTo>
                  <a:pt x="3075537" y="3899200"/>
                </a:lnTo>
                <a:lnTo>
                  <a:pt x="3068346" y="3902664"/>
                </a:lnTo>
                <a:cubicBezTo>
                  <a:pt x="2794225" y="4018609"/>
                  <a:pt x="2492844" y="4082723"/>
                  <a:pt x="2176487" y="4082723"/>
                </a:cubicBezTo>
                <a:cubicBezTo>
                  <a:pt x="1276852" y="4082723"/>
                  <a:pt x="498313" y="3564236"/>
                  <a:pt x="123392" y="2809780"/>
                </a:cubicBezTo>
                <a:lnTo>
                  <a:pt x="0" y="2502125"/>
                </a:lnTo>
                <a:lnTo>
                  <a:pt x="0" y="1080290"/>
                </a:lnTo>
                <a:lnTo>
                  <a:pt x="111179" y="798118"/>
                </a:lnTo>
                <a:cubicBezTo>
                  <a:pt x="255977" y="497614"/>
                  <a:pt x="464428" y="233554"/>
                  <a:pt x="719040" y="23429"/>
                </a:cubicBezTo>
                <a:close/>
                <a:moveTo>
                  <a:pt x="0" y="0"/>
                </a:moveTo>
                <a:lnTo>
                  <a:pt x="445867" y="0"/>
                </a:lnTo>
                <a:lnTo>
                  <a:pt x="372294" y="71839"/>
                </a:lnTo>
                <a:cubicBezTo>
                  <a:pt x="248492" y="201690"/>
                  <a:pt x="138566" y="344887"/>
                  <a:pt x="44893" y="499052"/>
                </a:cubicBezTo>
                <a:lnTo>
                  <a:pt x="0" y="586745"/>
                </a:lnTo>
                <a:close/>
              </a:path>
            </a:pathLst>
          </a:custGeom>
          <a:solidFill>
            <a:schemeClr val="bg1">
              <a:lumMod val="85000"/>
            </a:schemeClr>
          </a:solidFill>
        </p:spPr>
        <p:txBody>
          <a:bodyPr wrap="square" anchor="ctr">
            <a:noAutofit/>
          </a:bodyPr>
          <a:lstStyle>
            <a:lvl1pPr marL="0" indent="0" algn="ctr">
              <a:buNone/>
              <a:defRPr sz="1200" b="0" i="0">
                <a:latin typeface="Calibri" panose="020F0502020204030204" pitchFamily="34" charset="0"/>
              </a:defRPr>
            </a:lvl1pPr>
          </a:lstStyle>
          <a:p>
            <a:r>
              <a:rPr lang="de-DE" dirty="0"/>
              <a:t>Bild durch Klicken auf das Symbol hinzufügen.</a:t>
            </a:r>
            <a:br>
              <a:rPr lang="de-DE" dirty="0"/>
            </a:br>
            <a:r>
              <a:rPr lang="de-DE" dirty="0"/>
              <a:t>Alternativ den Rahmen des Bildplatzhalters markieren (Klick auf die graue Fläche)</a:t>
            </a:r>
            <a:br>
              <a:rPr lang="de-DE" dirty="0"/>
            </a:br>
            <a:r>
              <a:rPr lang="de-DE" dirty="0"/>
              <a:t>und ein Bild aus den </a:t>
            </a:r>
            <a:r>
              <a:rPr lang="de-DE" dirty="0" err="1"/>
              <a:t>QuickSlide</a:t>
            </a:r>
            <a:r>
              <a:rPr lang="de-DE" dirty="0"/>
              <a:t>-Elementen hinzufügen.</a:t>
            </a:r>
            <a:br>
              <a:rPr lang="de-DE" dirty="0"/>
            </a:br>
            <a:r>
              <a:rPr lang="de-DE" dirty="0"/>
              <a:t>Anschließend die Folie zurücksetzen (Folie &gt; Zurücksetzen).</a:t>
            </a:r>
            <a:br>
              <a:rPr lang="de-DE" dirty="0"/>
            </a:br>
            <a:r>
              <a:rPr lang="de-DE" dirty="0"/>
              <a:t>Hierbei werden alle Platzhalter auf der Folie zurückgesetzt!</a:t>
            </a:r>
          </a:p>
        </p:txBody>
      </p:sp>
      <p:sp>
        <p:nvSpPr>
          <p:cNvPr id="12" name="Textplatzhalter 2">
            <a:extLst>
              <a:ext uri="{FF2B5EF4-FFF2-40B4-BE49-F238E27FC236}">
                <a16:creationId xmlns:a16="http://schemas.microsoft.com/office/drawing/2014/main" id="{2A6EC0F0-A9B5-4476-95C3-0AD2E674AA06}"/>
              </a:ext>
            </a:extLst>
          </p:cNvPr>
          <p:cNvSpPr>
            <a:spLocks noGrp="1"/>
          </p:cNvSpPr>
          <p:nvPr>
            <p:ph type="body" idx="13" hasCustomPrompt="1"/>
          </p:nvPr>
        </p:nvSpPr>
        <p:spPr>
          <a:xfrm>
            <a:off x="841375" y="198000"/>
            <a:ext cx="7480624" cy="216000"/>
          </a:xfrm>
        </p:spPr>
        <p:txBody>
          <a:bodyPr anchor="b"/>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Untertitel bearbeiten</a:t>
            </a:r>
          </a:p>
        </p:txBody>
      </p:sp>
      <p:sp>
        <p:nvSpPr>
          <p:cNvPr id="15" name="Inhaltsplatzhalter 8">
            <a:extLst>
              <a:ext uri="{FF2B5EF4-FFF2-40B4-BE49-F238E27FC236}">
                <a16:creationId xmlns:a16="http://schemas.microsoft.com/office/drawing/2014/main" id="{BDB63C17-0320-4C97-8AB0-58AB655D8D96}"/>
              </a:ext>
            </a:extLst>
          </p:cNvPr>
          <p:cNvSpPr>
            <a:spLocks noGrp="1"/>
          </p:cNvSpPr>
          <p:nvPr>
            <p:ph sz="quarter" idx="16"/>
          </p:nvPr>
        </p:nvSpPr>
        <p:spPr>
          <a:xfrm>
            <a:off x="6096000" y="1847675"/>
            <a:ext cx="5256213" cy="4461050"/>
          </a:xfrm>
        </p:spPr>
        <p:txBody>
          <a:bodyPr/>
          <a:lstStyle/>
          <a:p>
            <a:pPr lvl="0"/>
            <a:r>
              <a:rPr lang="de-DE"/>
              <a:t>Mastertextformat bearbeiten</a:t>
            </a:r>
          </a:p>
          <a:p>
            <a:pPr lvl="1"/>
            <a:r>
              <a:rPr lang="de-DE"/>
              <a:t>Zweite Ebene</a:t>
            </a:r>
          </a:p>
          <a:p>
            <a:pPr lvl="2"/>
            <a:r>
              <a:rPr lang="de-DE"/>
              <a:t>Dritte Ebene</a:t>
            </a:r>
          </a:p>
        </p:txBody>
      </p:sp>
      <p:sp>
        <p:nvSpPr>
          <p:cNvPr id="3" name="Titel 2">
            <a:extLst>
              <a:ext uri="{FF2B5EF4-FFF2-40B4-BE49-F238E27FC236}">
                <a16:creationId xmlns:a16="http://schemas.microsoft.com/office/drawing/2014/main" id="{795CFC6A-8970-4400-B6FB-394E656A6BEE}"/>
              </a:ext>
            </a:extLst>
          </p:cNvPr>
          <p:cNvSpPr>
            <a:spLocks noGrp="1"/>
          </p:cNvSpPr>
          <p:nvPr>
            <p:ph type="title"/>
          </p:nvPr>
        </p:nvSpPr>
        <p:spPr/>
        <p:txBody>
          <a:bodyPr/>
          <a:lstStyle/>
          <a:p>
            <a:r>
              <a:rPr lang="de-DE"/>
              <a:t>Mastertitelformat bearbeiten</a:t>
            </a:r>
            <a:endParaRPr lang="de-DE" dirty="0"/>
          </a:p>
        </p:txBody>
      </p:sp>
    </p:spTree>
    <p:extLst>
      <p:ext uri="{BB962C8B-B14F-4D97-AF65-F5344CB8AC3E}">
        <p14:creationId xmlns:p14="http://schemas.microsoft.com/office/powerpoint/2010/main" val="31322538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Bild links oben, Text recht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6643490-D985-4FFE-9FD3-CB461F30CEBD}"/>
              </a:ext>
            </a:extLst>
          </p:cNvPr>
          <p:cNvSpPr>
            <a:spLocks noGrp="1"/>
          </p:cNvSpPr>
          <p:nvPr>
            <p:ph type="title"/>
          </p:nvPr>
        </p:nvSpPr>
        <p:spPr>
          <a:xfrm>
            <a:off x="6096000" y="1270000"/>
            <a:ext cx="5256212" cy="660352"/>
          </a:xfrm>
        </p:spPr>
        <p:txBody>
          <a:bodyPr anchor="b" anchorCtr="0"/>
          <a:lstStyle/>
          <a:p>
            <a:r>
              <a:rPr lang="de-DE"/>
              <a:t>Mastertitelformat bearbeiten</a:t>
            </a:r>
            <a:endParaRPr lang="de-DE" dirty="0"/>
          </a:p>
        </p:txBody>
      </p:sp>
      <p:sp>
        <p:nvSpPr>
          <p:cNvPr id="4" name="Fußzeilenplatzhalter 3">
            <a:extLst>
              <a:ext uri="{FF2B5EF4-FFF2-40B4-BE49-F238E27FC236}">
                <a16:creationId xmlns:a16="http://schemas.microsoft.com/office/drawing/2014/main" id="{2E326B12-57C3-4246-B91A-5907F7698F93}"/>
              </a:ext>
            </a:extLst>
          </p:cNvPr>
          <p:cNvSpPr>
            <a:spLocks noGrp="1"/>
          </p:cNvSpPr>
          <p:nvPr>
            <p:ph type="ftr" sz="quarter" idx="11"/>
          </p:nvPr>
        </p:nvSpPr>
        <p:spPr/>
        <p:txBody>
          <a:bodyPr/>
          <a:lstStyle/>
          <a:p>
            <a:r>
              <a:rPr lang="de-DE"/>
              <a:t>© msg systems ag | 2021 | Präsentationstitel</a:t>
            </a:r>
            <a:endParaRPr lang="de-DE" dirty="0"/>
          </a:p>
        </p:txBody>
      </p:sp>
      <p:sp>
        <p:nvSpPr>
          <p:cNvPr id="5" name="Foliennummernplatzhalter 4">
            <a:extLst>
              <a:ext uri="{FF2B5EF4-FFF2-40B4-BE49-F238E27FC236}">
                <a16:creationId xmlns:a16="http://schemas.microsoft.com/office/drawing/2014/main" id="{0C26B255-646E-4212-A3E9-570F84D6B165}"/>
              </a:ext>
            </a:extLst>
          </p:cNvPr>
          <p:cNvSpPr>
            <a:spLocks noGrp="1"/>
          </p:cNvSpPr>
          <p:nvPr>
            <p:ph type="sldNum" sz="quarter" idx="12"/>
          </p:nvPr>
        </p:nvSpPr>
        <p:spPr/>
        <p:txBody>
          <a:bodyPr/>
          <a:lstStyle/>
          <a:p>
            <a:fld id="{B27B0579-4238-4E44-9A9E-134B676F827C}" type="slidenum">
              <a:rPr lang="de-DE" smtClean="0"/>
              <a:pPr/>
              <a:t>‹Nr.›</a:t>
            </a:fld>
            <a:endParaRPr lang="de-DE" dirty="0"/>
          </a:p>
        </p:txBody>
      </p:sp>
      <p:sp>
        <p:nvSpPr>
          <p:cNvPr id="6" name="Freihandform 7">
            <a:extLst>
              <a:ext uri="{FF2B5EF4-FFF2-40B4-BE49-F238E27FC236}">
                <a16:creationId xmlns:a16="http://schemas.microsoft.com/office/drawing/2014/main" id="{5E70B5A2-61E7-47D9-9DFE-8DB0CC4DF810}"/>
              </a:ext>
            </a:extLst>
          </p:cNvPr>
          <p:cNvSpPr/>
          <p:nvPr/>
        </p:nvSpPr>
        <p:spPr>
          <a:xfrm rot="21149552">
            <a:off x="3327789" y="-71381"/>
            <a:ext cx="1048196" cy="677831"/>
          </a:xfrm>
          <a:custGeom>
            <a:avLst/>
            <a:gdLst>
              <a:gd name="connsiteX0" fmla="*/ 0 w 1048195"/>
              <a:gd name="connsiteY0" fmla="*/ 0 h 677831"/>
              <a:gd name="connsiteX1" fmla="*/ 881236 w 1048195"/>
              <a:gd name="connsiteY1" fmla="*/ 116134 h 677831"/>
              <a:gd name="connsiteX2" fmla="*/ 966081 w 1048195"/>
              <a:gd name="connsiteY2" fmla="*/ 255793 h 677831"/>
              <a:gd name="connsiteX3" fmla="*/ 1048195 w 1048195"/>
              <a:gd name="connsiteY3" fmla="*/ 426251 h 677831"/>
              <a:gd name="connsiteX4" fmla="*/ 463746 w 1048195"/>
              <a:gd name="connsiteY4" fmla="*/ 677831 h 677831"/>
              <a:gd name="connsiteX5" fmla="*/ 406552 w 1048195"/>
              <a:gd name="connsiteY5" fmla="*/ 559107 h 677831"/>
              <a:gd name="connsiteX6" fmla="*/ 112895 w 1048195"/>
              <a:gd name="connsiteY6" fmla="*/ 124216 h 677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8195" h="677831">
                <a:moveTo>
                  <a:pt x="0" y="0"/>
                </a:moveTo>
                <a:lnTo>
                  <a:pt x="881236" y="116134"/>
                </a:lnTo>
                <a:lnTo>
                  <a:pt x="966081" y="255793"/>
                </a:lnTo>
                <a:lnTo>
                  <a:pt x="1048195" y="426251"/>
                </a:lnTo>
                <a:lnTo>
                  <a:pt x="463746" y="677831"/>
                </a:lnTo>
                <a:lnTo>
                  <a:pt x="406552" y="559107"/>
                </a:lnTo>
                <a:cubicBezTo>
                  <a:pt x="322569" y="404506"/>
                  <a:pt x="224073" y="258933"/>
                  <a:pt x="112895" y="124216"/>
                </a:cubicBezTo>
                <a:close/>
              </a:path>
            </a:pathLst>
          </a:custGeom>
          <a:solidFill>
            <a:schemeClr val="bg1">
              <a:lumMod val="85000"/>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de-DE" sz="1400" b="1" i="0" dirty="0" err="1">
              <a:latin typeface="Calibri" panose="020F0502020204030204" pitchFamily="34" charset="0"/>
            </a:endParaRPr>
          </a:p>
        </p:txBody>
      </p:sp>
      <p:sp>
        <p:nvSpPr>
          <p:cNvPr id="7" name="Freihandform 8">
            <a:extLst>
              <a:ext uri="{FF2B5EF4-FFF2-40B4-BE49-F238E27FC236}">
                <a16:creationId xmlns:a16="http://schemas.microsoft.com/office/drawing/2014/main" id="{18DDE77D-867F-4B36-84BC-9D808B2C64F1}"/>
              </a:ext>
            </a:extLst>
          </p:cNvPr>
          <p:cNvSpPr/>
          <p:nvPr/>
        </p:nvSpPr>
        <p:spPr>
          <a:xfrm rot="18058433">
            <a:off x="198028" y="3761868"/>
            <a:ext cx="698478" cy="1674057"/>
          </a:xfrm>
          <a:custGeom>
            <a:avLst/>
            <a:gdLst>
              <a:gd name="connsiteX0" fmla="*/ 680347 w 698478"/>
              <a:gd name="connsiteY0" fmla="*/ 0 h 1674057"/>
              <a:gd name="connsiteX1" fmla="*/ 635073 w 698478"/>
              <a:gd name="connsiteY1" fmla="*/ 172208 h 1674057"/>
              <a:gd name="connsiteX2" fmla="*/ 572257 w 698478"/>
              <a:gd name="connsiteY2" fmla="*/ 742263 h 1674057"/>
              <a:gd name="connsiteX3" fmla="*/ 682543 w 698478"/>
              <a:gd name="connsiteY3" fmla="*/ 1492880 h 1674057"/>
              <a:gd name="connsiteX4" fmla="*/ 698478 w 698478"/>
              <a:gd name="connsiteY4" fmla="*/ 1537680 h 1674057"/>
              <a:gd name="connsiteX5" fmla="*/ 168340 w 698478"/>
              <a:gd name="connsiteY5" fmla="*/ 1674057 h 1674057"/>
              <a:gd name="connsiteX6" fmla="*/ 113660 w 698478"/>
              <a:gd name="connsiteY6" fmla="*/ 1582961 h 1674057"/>
              <a:gd name="connsiteX7" fmla="*/ 77470 w 698478"/>
              <a:gd name="connsiteY7" fmla="*/ 1445302 h 1674057"/>
              <a:gd name="connsiteX8" fmla="*/ 0 w 698478"/>
              <a:gd name="connsiteY8" fmla="*/ 742264 h 1674057"/>
              <a:gd name="connsiteX9" fmla="*/ 8822 w 698478"/>
              <a:gd name="connsiteY9" fmla="*/ 502746 h 1674057"/>
              <a:gd name="connsiteX10" fmla="*/ 20675 w 698478"/>
              <a:gd name="connsiteY10" fmla="*/ 395961 h 1674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478" h="1674057">
                <a:moveTo>
                  <a:pt x="680347" y="0"/>
                </a:moveTo>
                <a:lnTo>
                  <a:pt x="635073" y="172208"/>
                </a:lnTo>
                <a:cubicBezTo>
                  <a:pt x="593976" y="355401"/>
                  <a:pt x="572257" y="546222"/>
                  <a:pt x="572257" y="742263"/>
                </a:cubicBezTo>
                <a:cubicBezTo>
                  <a:pt x="572257" y="1003652"/>
                  <a:pt x="610869" y="1255760"/>
                  <a:pt x="682543" y="1492880"/>
                </a:cubicBezTo>
                <a:lnTo>
                  <a:pt x="698478" y="1537680"/>
                </a:lnTo>
                <a:lnTo>
                  <a:pt x="168340" y="1674057"/>
                </a:lnTo>
                <a:lnTo>
                  <a:pt x="113660" y="1582961"/>
                </a:lnTo>
                <a:lnTo>
                  <a:pt x="77470" y="1445302"/>
                </a:lnTo>
                <a:cubicBezTo>
                  <a:pt x="26785" y="1219374"/>
                  <a:pt x="0" y="984038"/>
                  <a:pt x="0" y="742264"/>
                </a:cubicBezTo>
                <a:cubicBezTo>
                  <a:pt x="0" y="661672"/>
                  <a:pt x="2976" y="581796"/>
                  <a:pt x="8822" y="502746"/>
                </a:cubicBezTo>
                <a:lnTo>
                  <a:pt x="20675" y="395961"/>
                </a:lnTo>
                <a:close/>
              </a:path>
            </a:pathLst>
          </a:custGeom>
          <a:solidFill>
            <a:schemeClr val="bg1">
              <a:lumMod val="85000"/>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de-DE" sz="1400" b="1" i="0" dirty="0" err="1">
              <a:latin typeface="Calibri" panose="020F0502020204030204" pitchFamily="34" charset="0"/>
            </a:endParaRPr>
          </a:p>
        </p:txBody>
      </p:sp>
      <p:sp>
        <p:nvSpPr>
          <p:cNvPr id="8" name="Freihandform 9">
            <a:extLst>
              <a:ext uri="{FF2B5EF4-FFF2-40B4-BE49-F238E27FC236}">
                <a16:creationId xmlns:a16="http://schemas.microsoft.com/office/drawing/2014/main" id="{77ADB59E-F4E1-4988-AFE5-58CD00116D93}"/>
              </a:ext>
            </a:extLst>
          </p:cNvPr>
          <p:cNvSpPr/>
          <p:nvPr/>
        </p:nvSpPr>
        <p:spPr>
          <a:xfrm rot="4774343">
            <a:off x="3395215" y="2649768"/>
            <a:ext cx="1189458" cy="1288209"/>
          </a:xfrm>
          <a:custGeom>
            <a:avLst/>
            <a:gdLst>
              <a:gd name="connsiteX0" fmla="*/ 269442 w 899152"/>
              <a:gd name="connsiteY0" fmla="*/ 0 h 973801"/>
              <a:gd name="connsiteX1" fmla="*/ 288267 w 899152"/>
              <a:gd name="connsiteY1" fmla="*/ 14077 h 973801"/>
              <a:gd name="connsiteX2" fmla="*/ 843434 w 899152"/>
              <a:gd name="connsiteY2" fmla="*/ 687432 h 973801"/>
              <a:gd name="connsiteX3" fmla="*/ 899152 w 899152"/>
              <a:gd name="connsiteY3" fmla="*/ 803094 h 973801"/>
              <a:gd name="connsiteX4" fmla="*/ 502580 w 899152"/>
              <a:gd name="connsiteY4" fmla="*/ 973801 h 973801"/>
              <a:gd name="connsiteX5" fmla="*/ 463772 w 899152"/>
              <a:gd name="connsiteY5" fmla="*/ 893242 h 973801"/>
              <a:gd name="connsiteX6" fmla="*/ 13618 w 899152"/>
              <a:gd name="connsiteY6" fmla="*/ 347255 h 973801"/>
              <a:gd name="connsiteX7" fmla="*/ 0 w 899152"/>
              <a:gd name="connsiteY7" fmla="*/ 337072 h 973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9152" h="973801">
                <a:moveTo>
                  <a:pt x="269442" y="0"/>
                </a:moveTo>
                <a:lnTo>
                  <a:pt x="288267" y="14077"/>
                </a:lnTo>
                <a:cubicBezTo>
                  <a:pt x="513739" y="200152"/>
                  <a:pt x="702874" y="428684"/>
                  <a:pt x="843434" y="687432"/>
                </a:cubicBezTo>
                <a:lnTo>
                  <a:pt x="899152" y="803094"/>
                </a:lnTo>
                <a:lnTo>
                  <a:pt x="502580" y="973801"/>
                </a:lnTo>
                <a:lnTo>
                  <a:pt x="463772" y="893242"/>
                </a:lnTo>
                <a:cubicBezTo>
                  <a:pt x="349800" y="683437"/>
                  <a:pt x="196440" y="498134"/>
                  <a:pt x="13618" y="347255"/>
                </a:cubicBezTo>
                <a:lnTo>
                  <a:pt x="0" y="337072"/>
                </a:lnTo>
                <a:close/>
              </a:path>
            </a:pathLst>
          </a:custGeom>
          <a:solidFill>
            <a:schemeClr val="bg1">
              <a:lumMod val="85000"/>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de-DE" sz="1400" b="1" i="0" dirty="0" err="1">
              <a:latin typeface="Calibri" panose="020F0502020204030204" pitchFamily="34" charset="0"/>
            </a:endParaRPr>
          </a:p>
        </p:txBody>
      </p:sp>
      <p:sp>
        <p:nvSpPr>
          <p:cNvPr id="9" name="Freihandform 10">
            <a:extLst>
              <a:ext uri="{FF2B5EF4-FFF2-40B4-BE49-F238E27FC236}">
                <a16:creationId xmlns:a16="http://schemas.microsoft.com/office/drawing/2014/main" id="{9BE2D55F-513E-4C24-B2A7-F5AE0178E096}"/>
              </a:ext>
            </a:extLst>
          </p:cNvPr>
          <p:cNvSpPr/>
          <p:nvPr/>
        </p:nvSpPr>
        <p:spPr>
          <a:xfrm rot="13644815">
            <a:off x="4355575" y="3220808"/>
            <a:ext cx="612188" cy="2074447"/>
          </a:xfrm>
          <a:custGeom>
            <a:avLst/>
            <a:gdLst>
              <a:gd name="connsiteX0" fmla="*/ 106983 w 527832"/>
              <a:gd name="connsiteY0" fmla="*/ 0 h 1379153"/>
              <a:gd name="connsiteX1" fmla="*/ 527832 w 527832"/>
              <a:gd name="connsiteY1" fmla="*/ 105212 h 1379153"/>
              <a:gd name="connsiteX2" fmla="*/ 514987 w 527832"/>
              <a:gd name="connsiteY2" fmla="*/ 140308 h 1379153"/>
              <a:gd name="connsiteX3" fmla="*/ 431775 w 527832"/>
              <a:gd name="connsiteY3" fmla="*/ 690699 h 1379153"/>
              <a:gd name="connsiteX4" fmla="*/ 514987 w 527832"/>
              <a:gd name="connsiteY4" fmla="*/ 1241091 h 1379153"/>
              <a:gd name="connsiteX5" fmla="*/ 527010 w 527832"/>
              <a:gd name="connsiteY5" fmla="*/ 1273941 h 1379153"/>
              <a:gd name="connsiteX6" fmla="*/ 106161 w 527832"/>
              <a:gd name="connsiteY6" fmla="*/ 1379153 h 1379153"/>
              <a:gd name="connsiteX7" fmla="*/ 102623 w 527832"/>
              <a:gd name="connsiteY7" fmla="*/ 1369487 h 1379153"/>
              <a:gd name="connsiteX8" fmla="*/ 0 w 527832"/>
              <a:gd name="connsiteY8" fmla="*/ 690699 h 1379153"/>
              <a:gd name="connsiteX9" fmla="*/ 102623 w 527832"/>
              <a:gd name="connsiteY9" fmla="*/ 11911 h 1379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7832" h="1379153">
                <a:moveTo>
                  <a:pt x="106983" y="0"/>
                </a:moveTo>
                <a:lnTo>
                  <a:pt x="527832" y="105212"/>
                </a:lnTo>
                <a:lnTo>
                  <a:pt x="514987" y="140308"/>
                </a:lnTo>
                <a:cubicBezTo>
                  <a:pt x="460908" y="314176"/>
                  <a:pt x="431775" y="499035"/>
                  <a:pt x="431775" y="690699"/>
                </a:cubicBezTo>
                <a:cubicBezTo>
                  <a:pt x="431775" y="882363"/>
                  <a:pt x="460908" y="1067222"/>
                  <a:pt x="514987" y="1241091"/>
                </a:cubicBezTo>
                <a:lnTo>
                  <a:pt x="527010" y="1273941"/>
                </a:lnTo>
                <a:lnTo>
                  <a:pt x="106161" y="1379153"/>
                </a:lnTo>
                <a:lnTo>
                  <a:pt x="102623" y="1369487"/>
                </a:lnTo>
                <a:cubicBezTo>
                  <a:pt x="35929" y="1155058"/>
                  <a:pt x="0" y="927075"/>
                  <a:pt x="0" y="690699"/>
                </a:cubicBezTo>
                <a:cubicBezTo>
                  <a:pt x="0" y="454324"/>
                  <a:pt x="35929" y="226340"/>
                  <a:pt x="102623" y="11911"/>
                </a:cubicBezTo>
                <a:close/>
              </a:path>
            </a:pathLst>
          </a:custGeom>
          <a:solidFill>
            <a:schemeClr val="bg1">
              <a:lumMod val="85000"/>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de-DE" sz="1400" b="1" i="0" dirty="0" err="1">
              <a:latin typeface="Calibri" panose="020F0502020204030204" pitchFamily="34" charset="0"/>
            </a:endParaRPr>
          </a:p>
        </p:txBody>
      </p:sp>
      <p:sp>
        <p:nvSpPr>
          <p:cNvPr id="10" name="Freihandform 11">
            <a:extLst>
              <a:ext uri="{FF2B5EF4-FFF2-40B4-BE49-F238E27FC236}">
                <a16:creationId xmlns:a16="http://schemas.microsoft.com/office/drawing/2014/main" id="{AB277618-A1C4-4866-8BCF-01A10261D247}"/>
              </a:ext>
            </a:extLst>
          </p:cNvPr>
          <p:cNvSpPr/>
          <p:nvPr/>
        </p:nvSpPr>
        <p:spPr>
          <a:xfrm rot="2158040">
            <a:off x="5618833" y="2953744"/>
            <a:ext cx="408496" cy="442410"/>
          </a:xfrm>
          <a:custGeom>
            <a:avLst/>
            <a:gdLst>
              <a:gd name="connsiteX0" fmla="*/ 269442 w 899152"/>
              <a:gd name="connsiteY0" fmla="*/ 0 h 973801"/>
              <a:gd name="connsiteX1" fmla="*/ 288267 w 899152"/>
              <a:gd name="connsiteY1" fmla="*/ 14077 h 973801"/>
              <a:gd name="connsiteX2" fmla="*/ 843434 w 899152"/>
              <a:gd name="connsiteY2" fmla="*/ 687432 h 973801"/>
              <a:gd name="connsiteX3" fmla="*/ 899152 w 899152"/>
              <a:gd name="connsiteY3" fmla="*/ 803094 h 973801"/>
              <a:gd name="connsiteX4" fmla="*/ 502580 w 899152"/>
              <a:gd name="connsiteY4" fmla="*/ 973801 h 973801"/>
              <a:gd name="connsiteX5" fmla="*/ 463772 w 899152"/>
              <a:gd name="connsiteY5" fmla="*/ 893242 h 973801"/>
              <a:gd name="connsiteX6" fmla="*/ 13618 w 899152"/>
              <a:gd name="connsiteY6" fmla="*/ 347255 h 973801"/>
              <a:gd name="connsiteX7" fmla="*/ 0 w 899152"/>
              <a:gd name="connsiteY7" fmla="*/ 337072 h 973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9152" h="973801">
                <a:moveTo>
                  <a:pt x="269442" y="0"/>
                </a:moveTo>
                <a:lnTo>
                  <a:pt x="288267" y="14077"/>
                </a:lnTo>
                <a:cubicBezTo>
                  <a:pt x="513739" y="200152"/>
                  <a:pt x="702874" y="428684"/>
                  <a:pt x="843434" y="687432"/>
                </a:cubicBezTo>
                <a:lnTo>
                  <a:pt x="899152" y="803094"/>
                </a:lnTo>
                <a:lnTo>
                  <a:pt x="502580" y="973801"/>
                </a:lnTo>
                <a:lnTo>
                  <a:pt x="463772" y="893242"/>
                </a:lnTo>
                <a:cubicBezTo>
                  <a:pt x="349800" y="683437"/>
                  <a:pt x="196440" y="498134"/>
                  <a:pt x="13618" y="347255"/>
                </a:cubicBezTo>
                <a:lnTo>
                  <a:pt x="0" y="337072"/>
                </a:lnTo>
                <a:close/>
              </a:path>
            </a:pathLst>
          </a:custGeom>
          <a:solidFill>
            <a:schemeClr val="bg1">
              <a:lumMod val="85000"/>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de-DE" sz="1400" b="1" i="0" dirty="0" err="1">
              <a:latin typeface="Calibri" panose="020F0502020204030204" pitchFamily="34" charset="0"/>
            </a:endParaRPr>
          </a:p>
        </p:txBody>
      </p:sp>
      <p:sp>
        <p:nvSpPr>
          <p:cNvPr id="11" name="Bildplatzhalter 27">
            <a:extLst>
              <a:ext uri="{FF2B5EF4-FFF2-40B4-BE49-F238E27FC236}">
                <a16:creationId xmlns:a16="http://schemas.microsoft.com/office/drawing/2014/main" id="{941298A0-5D60-4135-BB03-1C926D7D7888}"/>
              </a:ext>
            </a:extLst>
          </p:cNvPr>
          <p:cNvSpPr>
            <a:spLocks noGrp="1"/>
          </p:cNvSpPr>
          <p:nvPr>
            <p:ph type="pic" sz="quarter" idx="20" hasCustomPrompt="1"/>
          </p:nvPr>
        </p:nvSpPr>
        <p:spPr bwMode="gray">
          <a:xfrm>
            <a:off x="0" y="0"/>
            <a:ext cx="5272466" cy="4887448"/>
          </a:xfrm>
          <a:custGeom>
            <a:avLst/>
            <a:gdLst>
              <a:gd name="connsiteX0" fmla="*/ 4974758 w 5272466"/>
              <a:gd name="connsiteY0" fmla="*/ 473426 h 4887448"/>
              <a:gd name="connsiteX1" fmla="*/ 5029169 w 5272466"/>
              <a:gd name="connsiteY1" fmla="*/ 586376 h 4887448"/>
              <a:gd name="connsiteX2" fmla="*/ 5272466 w 5272466"/>
              <a:gd name="connsiteY2" fmla="*/ 1791470 h 4887448"/>
              <a:gd name="connsiteX3" fmla="*/ 2176487 w 5272466"/>
              <a:gd name="connsiteY3" fmla="*/ 4887448 h 4887448"/>
              <a:gd name="connsiteX4" fmla="*/ 94823 w 5272466"/>
              <a:gd name="connsiteY4" fmla="*/ 4083169 h 4887448"/>
              <a:gd name="connsiteX5" fmla="*/ 0 w 5272466"/>
              <a:gd name="connsiteY5" fmla="*/ 3990581 h 4887448"/>
              <a:gd name="connsiteX6" fmla="*/ 0 w 5272466"/>
              <a:gd name="connsiteY6" fmla="*/ 2996193 h 4887448"/>
              <a:gd name="connsiteX7" fmla="*/ 44893 w 5272466"/>
              <a:gd name="connsiteY7" fmla="*/ 3083886 h 4887448"/>
              <a:gd name="connsiteX8" fmla="*/ 2176487 w 5272466"/>
              <a:gd name="connsiteY8" fmla="*/ 4283900 h 4887448"/>
              <a:gd name="connsiteX9" fmla="*/ 4668920 w 5272466"/>
              <a:gd name="connsiteY9" fmla="*/ 1791469 h 4887448"/>
              <a:gd name="connsiteX10" fmla="*/ 4473051 w 5272466"/>
              <a:gd name="connsiteY10" fmla="*/ 821302 h 4887448"/>
              <a:gd name="connsiteX11" fmla="*/ 4420420 w 5272466"/>
              <a:gd name="connsiteY11" fmla="*/ 712045 h 4887448"/>
              <a:gd name="connsiteX12" fmla="*/ 2176487 w 5272466"/>
              <a:gd name="connsiteY12" fmla="*/ 3172 h 4887448"/>
              <a:gd name="connsiteX13" fmla="*/ 3964785 w 5272466"/>
              <a:gd name="connsiteY13" fmla="*/ 1791470 h 4887448"/>
              <a:gd name="connsiteX14" fmla="*/ 2176487 w 5272466"/>
              <a:gd name="connsiteY14" fmla="*/ 3579768 h 4887448"/>
              <a:gd name="connsiteX15" fmla="*/ 388189 w 5272466"/>
              <a:gd name="connsiteY15" fmla="*/ 1791470 h 4887448"/>
              <a:gd name="connsiteX16" fmla="*/ 2176487 w 5272466"/>
              <a:gd name="connsiteY16" fmla="*/ 3172 h 4887448"/>
              <a:gd name="connsiteX17" fmla="*/ 2772249 w 5272466"/>
              <a:gd name="connsiteY17" fmla="*/ 0 h 4887448"/>
              <a:gd name="connsiteX18" fmla="*/ 3601845 w 5272466"/>
              <a:gd name="connsiteY18" fmla="*/ 0 h 4887448"/>
              <a:gd name="connsiteX19" fmla="*/ 3675942 w 5272466"/>
              <a:gd name="connsiteY19" fmla="*/ 58947 h 4887448"/>
              <a:gd name="connsiteX20" fmla="*/ 4467740 w 5272466"/>
              <a:gd name="connsiteY20" fmla="*/ 1791470 h 4887448"/>
              <a:gd name="connsiteX21" fmla="*/ 4076430 w 5272466"/>
              <a:gd name="connsiteY21" fmla="*/ 3072531 h 4887448"/>
              <a:gd name="connsiteX22" fmla="*/ 4039982 w 5272466"/>
              <a:gd name="connsiteY22" fmla="*/ 3121272 h 4887448"/>
              <a:gd name="connsiteX23" fmla="*/ 3720616 w 5272466"/>
              <a:gd name="connsiteY23" fmla="*/ 2877212 h 4887448"/>
              <a:gd name="connsiteX24" fmla="*/ 3742785 w 5272466"/>
              <a:gd name="connsiteY24" fmla="*/ 2847568 h 4887448"/>
              <a:gd name="connsiteX25" fmla="*/ 4065377 w 5272466"/>
              <a:gd name="connsiteY25" fmla="*/ 1791470 h 4887448"/>
              <a:gd name="connsiteX26" fmla="*/ 2859702 w 5272466"/>
              <a:gd name="connsiteY26" fmla="*/ 29925 h 4887448"/>
              <a:gd name="connsiteX27" fmla="*/ 749601 w 5272466"/>
              <a:gd name="connsiteY27" fmla="*/ 0 h 4887448"/>
              <a:gd name="connsiteX28" fmla="*/ 1571630 w 5272466"/>
              <a:gd name="connsiteY28" fmla="*/ 0 h 4887448"/>
              <a:gd name="connsiteX29" fmla="*/ 1572591 w 5272466"/>
              <a:gd name="connsiteY29" fmla="*/ 2947 h 4887448"/>
              <a:gd name="connsiteX30" fmla="*/ 1441249 w 5272466"/>
              <a:gd name="connsiteY30" fmla="*/ 51019 h 4887448"/>
              <a:gd name="connsiteX31" fmla="*/ 287599 w 5272466"/>
              <a:gd name="connsiteY31" fmla="*/ 1791470 h 4887448"/>
              <a:gd name="connsiteX32" fmla="*/ 2176487 w 5272466"/>
              <a:gd name="connsiteY32" fmla="*/ 3680360 h 4887448"/>
              <a:gd name="connsiteX33" fmla="*/ 2738187 w 5272466"/>
              <a:gd name="connsiteY33" fmla="*/ 3595438 h 4887448"/>
              <a:gd name="connsiteX34" fmla="*/ 2908402 w 5272466"/>
              <a:gd name="connsiteY34" fmla="*/ 3533139 h 4887448"/>
              <a:gd name="connsiteX35" fmla="*/ 3075537 w 5272466"/>
              <a:gd name="connsiteY35" fmla="*/ 3899200 h 4887448"/>
              <a:gd name="connsiteX36" fmla="*/ 3068346 w 5272466"/>
              <a:gd name="connsiteY36" fmla="*/ 3902664 h 4887448"/>
              <a:gd name="connsiteX37" fmla="*/ 2176487 w 5272466"/>
              <a:gd name="connsiteY37" fmla="*/ 4082723 h 4887448"/>
              <a:gd name="connsiteX38" fmla="*/ 123392 w 5272466"/>
              <a:gd name="connsiteY38" fmla="*/ 2809780 h 4887448"/>
              <a:gd name="connsiteX39" fmla="*/ 0 w 5272466"/>
              <a:gd name="connsiteY39" fmla="*/ 2502125 h 4887448"/>
              <a:gd name="connsiteX40" fmla="*/ 0 w 5272466"/>
              <a:gd name="connsiteY40" fmla="*/ 1080290 h 4887448"/>
              <a:gd name="connsiteX41" fmla="*/ 111179 w 5272466"/>
              <a:gd name="connsiteY41" fmla="*/ 798118 h 4887448"/>
              <a:gd name="connsiteX42" fmla="*/ 719040 w 5272466"/>
              <a:gd name="connsiteY42" fmla="*/ 23429 h 4887448"/>
              <a:gd name="connsiteX43" fmla="*/ 0 w 5272466"/>
              <a:gd name="connsiteY43" fmla="*/ 0 h 4887448"/>
              <a:gd name="connsiteX44" fmla="*/ 445867 w 5272466"/>
              <a:gd name="connsiteY44" fmla="*/ 0 h 4887448"/>
              <a:gd name="connsiteX45" fmla="*/ 372294 w 5272466"/>
              <a:gd name="connsiteY45" fmla="*/ 71839 h 4887448"/>
              <a:gd name="connsiteX46" fmla="*/ 44893 w 5272466"/>
              <a:gd name="connsiteY46" fmla="*/ 499052 h 4887448"/>
              <a:gd name="connsiteX47" fmla="*/ 0 w 5272466"/>
              <a:gd name="connsiteY47" fmla="*/ 586745 h 4887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272466" h="4887448">
                <a:moveTo>
                  <a:pt x="4974758" y="473426"/>
                </a:moveTo>
                <a:lnTo>
                  <a:pt x="5029169" y="586376"/>
                </a:lnTo>
                <a:cubicBezTo>
                  <a:pt x="5185833" y="956774"/>
                  <a:pt x="5272466" y="1364006"/>
                  <a:pt x="5272466" y="1791470"/>
                </a:cubicBezTo>
                <a:cubicBezTo>
                  <a:pt x="5272466" y="3501332"/>
                  <a:pt x="3886349" y="4887448"/>
                  <a:pt x="2176487" y="4887448"/>
                </a:cubicBezTo>
                <a:cubicBezTo>
                  <a:pt x="1374991" y="4887448"/>
                  <a:pt x="644629" y="4582882"/>
                  <a:pt x="94823" y="4083169"/>
                </a:cubicBezTo>
                <a:lnTo>
                  <a:pt x="0" y="3990581"/>
                </a:lnTo>
                <a:lnTo>
                  <a:pt x="0" y="2996193"/>
                </a:lnTo>
                <a:lnTo>
                  <a:pt x="44893" y="3083886"/>
                </a:lnTo>
                <a:cubicBezTo>
                  <a:pt x="482033" y="3803324"/>
                  <a:pt x="1273138" y="4283900"/>
                  <a:pt x="2176487" y="4283900"/>
                </a:cubicBezTo>
                <a:cubicBezTo>
                  <a:pt x="3553019" y="4283900"/>
                  <a:pt x="4668920" y="3168002"/>
                  <a:pt x="4668920" y="1791469"/>
                </a:cubicBezTo>
                <a:cubicBezTo>
                  <a:pt x="4668920" y="1447336"/>
                  <a:pt x="4599176" y="1119491"/>
                  <a:pt x="4473051" y="821302"/>
                </a:cubicBezTo>
                <a:lnTo>
                  <a:pt x="4420420" y="712045"/>
                </a:lnTo>
                <a:close/>
                <a:moveTo>
                  <a:pt x="2176487" y="3172"/>
                </a:moveTo>
                <a:cubicBezTo>
                  <a:pt x="3164137" y="3172"/>
                  <a:pt x="3964785" y="803820"/>
                  <a:pt x="3964785" y="1791470"/>
                </a:cubicBezTo>
                <a:cubicBezTo>
                  <a:pt x="3964785" y="2779120"/>
                  <a:pt x="3164137" y="3579768"/>
                  <a:pt x="2176487" y="3579768"/>
                </a:cubicBezTo>
                <a:cubicBezTo>
                  <a:pt x="1188839" y="3579768"/>
                  <a:pt x="388189" y="2779120"/>
                  <a:pt x="388189" y="1791470"/>
                </a:cubicBezTo>
                <a:cubicBezTo>
                  <a:pt x="388189" y="803820"/>
                  <a:pt x="1188839" y="3172"/>
                  <a:pt x="2176487" y="3172"/>
                </a:cubicBezTo>
                <a:close/>
                <a:moveTo>
                  <a:pt x="2772249" y="0"/>
                </a:moveTo>
                <a:lnTo>
                  <a:pt x="3601845" y="0"/>
                </a:lnTo>
                <a:lnTo>
                  <a:pt x="3675942" y="58947"/>
                </a:lnTo>
                <a:cubicBezTo>
                  <a:pt x="4160943" y="479070"/>
                  <a:pt x="4467740" y="1099442"/>
                  <a:pt x="4467740" y="1791470"/>
                </a:cubicBezTo>
                <a:cubicBezTo>
                  <a:pt x="4467740" y="2266005"/>
                  <a:pt x="4323483" y="2706844"/>
                  <a:pt x="4076430" y="3072531"/>
                </a:cubicBezTo>
                <a:lnTo>
                  <a:pt x="4039982" y="3121272"/>
                </a:lnTo>
                <a:lnTo>
                  <a:pt x="3720616" y="2877212"/>
                </a:lnTo>
                <a:lnTo>
                  <a:pt x="3742785" y="2847568"/>
                </a:lnTo>
                <a:cubicBezTo>
                  <a:pt x="3946454" y="2546098"/>
                  <a:pt x="4065377" y="2182673"/>
                  <a:pt x="4065377" y="1791470"/>
                </a:cubicBezTo>
                <a:cubicBezTo>
                  <a:pt x="4065377" y="989202"/>
                  <a:pt x="3565215" y="303750"/>
                  <a:pt x="2859702" y="29925"/>
                </a:cubicBezTo>
                <a:close/>
                <a:moveTo>
                  <a:pt x="749601" y="0"/>
                </a:moveTo>
                <a:lnTo>
                  <a:pt x="1571630" y="0"/>
                </a:lnTo>
                <a:lnTo>
                  <a:pt x="1572591" y="2947"/>
                </a:lnTo>
                <a:lnTo>
                  <a:pt x="1441249" y="51019"/>
                </a:lnTo>
                <a:cubicBezTo>
                  <a:pt x="763297" y="337770"/>
                  <a:pt x="287599" y="1009067"/>
                  <a:pt x="287599" y="1791470"/>
                </a:cubicBezTo>
                <a:cubicBezTo>
                  <a:pt x="287599" y="2834674"/>
                  <a:pt x="1133283" y="3680360"/>
                  <a:pt x="2176487" y="3680360"/>
                </a:cubicBezTo>
                <a:cubicBezTo>
                  <a:pt x="2372089" y="3680360"/>
                  <a:pt x="2560746" y="3650630"/>
                  <a:pt x="2738187" y="3595438"/>
                </a:cubicBezTo>
                <a:lnTo>
                  <a:pt x="2908402" y="3533139"/>
                </a:lnTo>
                <a:lnTo>
                  <a:pt x="3075537" y="3899200"/>
                </a:lnTo>
                <a:lnTo>
                  <a:pt x="3068346" y="3902664"/>
                </a:lnTo>
                <a:cubicBezTo>
                  <a:pt x="2794225" y="4018609"/>
                  <a:pt x="2492844" y="4082723"/>
                  <a:pt x="2176487" y="4082723"/>
                </a:cubicBezTo>
                <a:cubicBezTo>
                  <a:pt x="1276852" y="4082723"/>
                  <a:pt x="498313" y="3564236"/>
                  <a:pt x="123392" y="2809780"/>
                </a:cubicBezTo>
                <a:lnTo>
                  <a:pt x="0" y="2502125"/>
                </a:lnTo>
                <a:lnTo>
                  <a:pt x="0" y="1080290"/>
                </a:lnTo>
                <a:lnTo>
                  <a:pt x="111179" y="798118"/>
                </a:lnTo>
                <a:cubicBezTo>
                  <a:pt x="255977" y="497614"/>
                  <a:pt x="464428" y="233554"/>
                  <a:pt x="719040" y="23429"/>
                </a:cubicBezTo>
                <a:close/>
                <a:moveTo>
                  <a:pt x="0" y="0"/>
                </a:moveTo>
                <a:lnTo>
                  <a:pt x="445867" y="0"/>
                </a:lnTo>
                <a:lnTo>
                  <a:pt x="372294" y="71839"/>
                </a:lnTo>
                <a:cubicBezTo>
                  <a:pt x="248492" y="201690"/>
                  <a:pt x="138566" y="344887"/>
                  <a:pt x="44893" y="499052"/>
                </a:cubicBezTo>
                <a:lnTo>
                  <a:pt x="0" y="586745"/>
                </a:lnTo>
                <a:close/>
              </a:path>
            </a:pathLst>
          </a:custGeom>
          <a:solidFill>
            <a:schemeClr val="bg1">
              <a:lumMod val="85000"/>
            </a:schemeClr>
          </a:solidFill>
        </p:spPr>
        <p:txBody>
          <a:bodyPr wrap="square" anchor="ctr">
            <a:noAutofit/>
          </a:bodyPr>
          <a:lstStyle>
            <a:lvl1pPr marL="0" indent="0" algn="ctr">
              <a:buNone/>
              <a:defRPr sz="1200" b="0" i="0">
                <a:latin typeface="Calibri" panose="020F0502020204030204" pitchFamily="34" charset="0"/>
              </a:defRPr>
            </a:lvl1pPr>
          </a:lstStyle>
          <a:p>
            <a:r>
              <a:rPr lang="de-DE" dirty="0"/>
              <a:t>Bild durch Klicken auf das Symbol hinzufügen.</a:t>
            </a:r>
            <a:br>
              <a:rPr lang="de-DE" dirty="0"/>
            </a:br>
            <a:r>
              <a:rPr lang="de-DE" dirty="0"/>
              <a:t>Alternativ den Rahmen des Bildplatzhalters markieren (Klick auf die graue Fläche)</a:t>
            </a:r>
            <a:br>
              <a:rPr lang="de-DE" dirty="0"/>
            </a:br>
            <a:r>
              <a:rPr lang="de-DE" dirty="0"/>
              <a:t>und ein Bild aus den </a:t>
            </a:r>
            <a:r>
              <a:rPr lang="de-DE" dirty="0" err="1"/>
              <a:t>QuickSlide</a:t>
            </a:r>
            <a:r>
              <a:rPr lang="de-DE" dirty="0"/>
              <a:t>-Elementen hinzufügen.</a:t>
            </a:r>
            <a:br>
              <a:rPr lang="de-DE" dirty="0"/>
            </a:br>
            <a:r>
              <a:rPr lang="de-DE" dirty="0"/>
              <a:t>Anschließend die Folie zurücksetzen (Folie &gt; Zurücksetzen).</a:t>
            </a:r>
            <a:br>
              <a:rPr lang="de-DE" dirty="0"/>
            </a:br>
            <a:r>
              <a:rPr lang="de-DE" dirty="0"/>
              <a:t>Hierbei werden alle Platzhalter auf der Folie zurückgesetzt!</a:t>
            </a:r>
          </a:p>
        </p:txBody>
      </p:sp>
      <p:sp>
        <p:nvSpPr>
          <p:cNvPr id="20" name="Inhaltsplatzhalter 8">
            <a:extLst>
              <a:ext uri="{FF2B5EF4-FFF2-40B4-BE49-F238E27FC236}">
                <a16:creationId xmlns:a16="http://schemas.microsoft.com/office/drawing/2014/main" id="{B40D2938-A291-4B2D-88F7-7B2F29289AB2}"/>
              </a:ext>
            </a:extLst>
          </p:cNvPr>
          <p:cNvSpPr>
            <a:spLocks noGrp="1"/>
          </p:cNvSpPr>
          <p:nvPr>
            <p:ph sz="quarter" idx="16"/>
          </p:nvPr>
        </p:nvSpPr>
        <p:spPr>
          <a:xfrm>
            <a:off x="6096000" y="2351088"/>
            <a:ext cx="5256213" cy="3957638"/>
          </a:xfrm>
        </p:spPr>
        <p:txBody>
          <a:bodyPr/>
          <a:lstStyle/>
          <a:p>
            <a:pPr lvl="0"/>
            <a:r>
              <a:rPr lang="de-DE"/>
              <a:t>Mastertextformat bearbeiten</a:t>
            </a:r>
          </a:p>
          <a:p>
            <a:pPr lvl="1"/>
            <a:r>
              <a:rPr lang="de-DE"/>
              <a:t>Zweite Ebene</a:t>
            </a:r>
          </a:p>
          <a:p>
            <a:pPr lvl="2"/>
            <a:r>
              <a:rPr lang="de-DE"/>
              <a:t>Dritte Ebene</a:t>
            </a:r>
          </a:p>
        </p:txBody>
      </p:sp>
      <p:grpSp>
        <p:nvGrpSpPr>
          <p:cNvPr id="22" name="Group 698">
            <a:extLst>
              <a:ext uri="{FF2B5EF4-FFF2-40B4-BE49-F238E27FC236}">
                <a16:creationId xmlns:a16="http://schemas.microsoft.com/office/drawing/2014/main" id="{06B0DC94-65FD-490C-8564-D9C1CBD974F0}"/>
              </a:ext>
            </a:extLst>
          </p:cNvPr>
          <p:cNvGrpSpPr>
            <a:grpSpLocks noChangeAspect="1"/>
          </p:cNvGrpSpPr>
          <p:nvPr/>
        </p:nvGrpSpPr>
        <p:grpSpPr bwMode="black">
          <a:xfrm>
            <a:off x="10468800" y="406800"/>
            <a:ext cx="1386000" cy="435600"/>
            <a:chOff x="561" y="2269"/>
            <a:chExt cx="4636" cy="1455"/>
          </a:xfrm>
        </p:grpSpPr>
        <p:sp>
          <p:nvSpPr>
            <p:cNvPr id="23" name="AutoShape 697">
              <a:extLst>
                <a:ext uri="{FF2B5EF4-FFF2-40B4-BE49-F238E27FC236}">
                  <a16:creationId xmlns:a16="http://schemas.microsoft.com/office/drawing/2014/main" id="{22E2ED23-5511-49B2-844A-AA3086F92472}"/>
                </a:ext>
              </a:extLst>
            </p:cNvPr>
            <p:cNvSpPr>
              <a:spLocks noChangeAspect="1" noChangeArrowheads="1" noTextEdit="1"/>
            </p:cNvSpPr>
            <p:nvPr/>
          </p:nvSpPr>
          <p:spPr bwMode="black">
            <a:xfrm>
              <a:off x="561" y="2271"/>
              <a:ext cx="4634" cy="1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24" name="Oval 699">
              <a:extLst>
                <a:ext uri="{FF2B5EF4-FFF2-40B4-BE49-F238E27FC236}">
                  <a16:creationId xmlns:a16="http://schemas.microsoft.com/office/drawing/2014/main" id="{8E67B584-8169-4308-9379-B81E83D13362}"/>
                </a:ext>
              </a:extLst>
            </p:cNvPr>
            <p:cNvSpPr>
              <a:spLocks noChangeArrowheads="1"/>
            </p:cNvSpPr>
            <p:nvPr/>
          </p:nvSpPr>
          <p:spPr bwMode="black">
            <a:xfrm>
              <a:off x="561" y="2905"/>
              <a:ext cx="483" cy="484"/>
            </a:xfrm>
            <a:prstGeom prst="ellipse">
              <a:avLst/>
            </a:prstGeom>
            <a:solidFill>
              <a:srgbClr val="A0144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25" name="Freeform 700">
              <a:extLst>
                <a:ext uri="{FF2B5EF4-FFF2-40B4-BE49-F238E27FC236}">
                  <a16:creationId xmlns:a16="http://schemas.microsoft.com/office/drawing/2014/main" id="{536A7AC9-53EA-4373-AEA5-9EA8AC19FE57}"/>
                </a:ext>
              </a:extLst>
            </p:cNvPr>
            <p:cNvSpPr>
              <a:spLocks/>
            </p:cNvSpPr>
            <p:nvPr/>
          </p:nvSpPr>
          <p:spPr bwMode="black">
            <a:xfrm>
              <a:off x="1200" y="2269"/>
              <a:ext cx="1559" cy="1113"/>
            </a:xfrm>
            <a:custGeom>
              <a:avLst/>
              <a:gdLst>
                <a:gd name="T0" fmla="*/ 0 w 659"/>
                <a:gd name="T1" fmla="*/ 0 h 469"/>
                <a:gd name="T2" fmla="*/ 0 w 659"/>
                <a:gd name="T3" fmla="*/ 469 h 469"/>
                <a:gd name="T4" fmla="*/ 85 w 659"/>
                <a:gd name="T5" fmla="*/ 469 h 469"/>
                <a:gd name="T6" fmla="*/ 85 w 659"/>
                <a:gd name="T7" fmla="*/ 72 h 469"/>
                <a:gd name="T8" fmla="*/ 282 w 659"/>
                <a:gd name="T9" fmla="*/ 72 h 469"/>
                <a:gd name="T10" fmla="*/ 282 w 659"/>
                <a:gd name="T11" fmla="*/ 469 h 469"/>
                <a:gd name="T12" fmla="*/ 367 w 659"/>
                <a:gd name="T13" fmla="*/ 469 h 469"/>
                <a:gd name="T14" fmla="*/ 367 w 659"/>
                <a:gd name="T15" fmla="*/ 72 h 469"/>
                <a:gd name="T16" fmla="*/ 498 w 659"/>
                <a:gd name="T17" fmla="*/ 72 h 469"/>
                <a:gd name="T18" fmla="*/ 573 w 659"/>
                <a:gd name="T19" fmla="*/ 155 h 469"/>
                <a:gd name="T20" fmla="*/ 573 w 659"/>
                <a:gd name="T21" fmla="*/ 469 h 469"/>
                <a:gd name="T22" fmla="*/ 659 w 659"/>
                <a:gd name="T23" fmla="*/ 469 h 469"/>
                <a:gd name="T24" fmla="*/ 659 w 659"/>
                <a:gd name="T25" fmla="*/ 132 h 469"/>
                <a:gd name="T26" fmla="*/ 541 w 659"/>
                <a:gd name="T27" fmla="*/ 0 h 469"/>
                <a:gd name="T28" fmla="*/ 0 w 659"/>
                <a:gd name="T29"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9" h="469">
                  <a:moveTo>
                    <a:pt x="0" y="0"/>
                  </a:moveTo>
                  <a:cubicBezTo>
                    <a:pt x="0" y="469"/>
                    <a:pt x="0" y="469"/>
                    <a:pt x="0" y="469"/>
                  </a:cubicBezTo>
                  <a:cubicBezTo>
                    <a:pt x="85" y="469"/>
                    <a:pt x="85" y="469"/>
                    <a:pt x="85" y="469"/>
                  </a:cubicBezTo>
                  <a:cubicBezTo>
                    <a:pt x="85" y="72"/>
                    <a:pt x="85" y="72"/>
                    <a:pt x="85" y="72"/>
                  </a:cubicBezTo>
                  <a:cubicBezTo>
                    <a:pt x="85" y="72"/>
                    <a:pt x="218" y="72"/>
                    <a:pt x="282" y="72"/>
                  </a:cubicBezTo>
                  <a:cubicBezTo>
                    <a:pt x="282" y="469"/>
                    <a:pt x="282" y="469"/>
                    <a:pt x="282" y="469"/>
                  </a:cubicBezTo>
                  <a:cubicBezTo>
                    <a:pt x="367" y="469"/>
                    <a:pt x="367" y="469"/>
                    <a:pt x="367" y="469"/>
                  </a:cubicBezTo>
                  <a:cubicBezTo>
                    <a:pt x="367" y="72"/>
                    <a:pt x="367" y="72"/>
                    <a:pt x="367" y="72"/>
                  </a:cubicBezTo>
                  <a:cubicBezTo>
                    <a:pt x="424" y="72"/>
                    <a:pt x="472" y="72"/>
                    <a:pt x="498" y="72"/>
                  </a:cubicBezTo>
                  <a:cubicBezTo>
                    <a:pt x="542" y="72"/>
                    <a:pt x="573" y="98"/>
                    <a:pt x="573" y="155"/>
                  </a:cubicBezTo>
                  <a:cubicBezTo>
                    <a:pt x="573" y="469"/>
                    <a:pt x="573" y="469"/>
                    <a:pt x="573" y="469"/>
                  </a:cubicBezTo>
                  <a:cubicBezTo>
                    <a:pt x="659" y="469"/>
                    <a:pt x="659" y="469"/>
                    <a:pt x="659" y="469"/>
                  </a:cubicBezTo>
                  <a:cubicBezTo>
                    <a:pt x="659" y="346"/>
                    <a:pt x="659" y="239"/>
                    <a:pt x="659" y="132"/>
                  </a:cubicBezTo>
                  <a:cubicBezTo>
                    <a:pt x="659" y="68"/>
                    <a:pt x="626" y="0"/>
                    <a:pt x="541" y="0"/>
                  </a:cubicBezTo>
                  <a:cubicBezTo>
                    <a:pt x="0" y="0"/>
                    <a:pt x="0" y="0"/>
                    <a:pt x="0" y="0"/>
                  </a:cubicBezTo>
                  <a:close/>
                </a:path>
              </a:pathLst>
            </a:custGeom>
            <a:solidFill>
              <a:srgbClr val="6F6F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26" name="Freeform 701">
              <a:extLst>
                <a:ext uri="{FF2B5EF4-FFF2-40B4-BE49-F238E27FC236}">
                  <a16:creationId xmlns:a16="http://schemas.microsoft.com/office/drawing/2014/main" id="{ADF7C0D9-725A-4C2F-800D-759FE23C9CC6}"/>
                </a:ext>
              </a:extLst>
            </p:cNvPr>
            <p:cNvSpPr>
              <a:spLocks/>
            </p:cNvSpPr>
            <p:nvPr/>
          </p:nvSpPr>
          <p:spPr bwMode="black">
            <a:xfrm>
              <a:off x="2877" y="2269"/>
              <a:ext cx="1107" cy="1113"/>
            </a:xfrm>
            <a:custGeom>
              <a:avLst/>
              <a:gdLst>
                <a:gd name="T0" fmla="*/ 121 w 468"/>
                <a:gd name="T1" fmla="*/ 0 h 469"/>
                <a:gd name="T2" fmla="*/ 0 w 468"/>
                <a:gd name="T3" fmla="*/ 130 h 469"/>
                <a:gd name="T4" fmla="*/ 115 w 468"/>
                <a:gd name="T5" fmla="*/ 266 h 469"/>
                <a:gd name="T6" fmla="*/ 319 w 468"/>
                <a:gd name="T7" fmla="*/ 266 h 469"/>
                <a:gd name="T8" fmla="*/ 381 w 468"/>
                <a:gd name="T9" fmla="*/ 335 h 469"/>
                <a:gd name="T10" fmla="*/ 320 w 468"/>
                <a:gd name="T11" fmla="*/ 398 h 469"/>
                <a:gd name="T12" fmla="*/ 8 w 468"/>
                <a:gd name="T13" fmla="*/ 398 h 469"/>
                <a:gd name="T14" fmla="*/ 8 w 468"/>
                <a:gd name="T15" fmla="*/ 469 h 469"/>
                <a:gd name="T16" fmla="*/ 356 w 468"/>
                <a:gd name="T17" fmla="*/ 469 h 469"/>
                <a:gd name="T18" fmla="*/ 468 w 468"/>
                <a:gd name="T19" fmla="*/ 336 h 469"/>
                <a:gd name="T20" fmla="*/ 362 w 468"/>
                <a:gd name="T21" fmla="*/ 194 h 469"/>
                <a:gd name="T22" fmla="*/ 142 w 468"/>
                <a:gd name="T23" fmla="*/ 194 h 469"/>
                <a:gd name="T24" fmla="*/ 86 w 468"/>
                <a:gd name="T25" fmla="*/ 132 h 469"/>
                <a:gd name="T26" fmla="*/ 151 w 468"/>
                <a:gd name="T27" fmla="*/ 72 h 469"/>
                <a:gd name="T28" fmla="*/ 452 w 468"/>
                <a:gd name="T29" fmla="*/ 72 h 469"/>
                <a:gd name="T30" fmla="*/ 452 w 468"/>
                <a:gd name="T31" fmla="*/ 0 h 469"/>
                <a:gd name="T32" fmla="*/ 121 w 468"/>
                <a:gd name="T33"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8" h="469">
                  <a:moveTo>
                    <a:pt x="121" y="0"/>
                  </a:moveTo>
                  <a:cubicBezTo>
                    <a:pt x="28" y="0"/>
                    <a:pt x="0" y="62"/>
                    <a:pt x="0" y="130"/>
                  </a:cubicBezTo>
                  <a:cubicBezTo>
                    <a:pt x="0" y="204"/>
                    <a:pt x="31" y="266"/>
                    <a:pt x="115" y="266"/>
                  </a:cubicBezTo>
                  <a:cubicBezTo>
                    <a:pt x="191" y="266"/>
                    <a:pt x="262" y="266"/>
                    <a:pt x="319" y="266"/>
                  </a:cubicBezTo>
                  <a:cubicBezTo>
                    <a:pt x="381" y="266"/>
                    <a:pt x="381" y="314"/>
                    <a:pt x="381" y="335"/>
                  </a:cubicBezTo>
                  <a:cubicBezTo>
                    <a:pt x="381" y="356"/>
                    <a:pt x="381" y="398"/>
                    <a:pt x="320" y="398"/>
                  </a:cubicBezTo>
                  <a:cubicBezTo>
                    <a:pt x="272" y="398"/>
                    <a:pt x="8" y="398"/>
                    <a:pt x="8" y="398"/>
                  </a:cubicBezTo>
                  <a:cubicBezTo>
                    <a:pt x="8" y="398"/>
                    <a:pt x="8" y="449"/>
                    <a:pt x="8" y="469"/>
                  </a:cubicBezTo>
                  <a:cubicBezTo>
                    <a:pt x="356" y="469"/>
                    <a:pt x="356" y="469"/>
                    <a:pt x="356" y="469"/>
                  </a:cubicBezTo>
                  <a:cubicBezTo>
                    <a:pt x="443" y="469"/>
                    <a:pt x="468" y="418"/>
                    <a:pt x="468" y="336"/>
                  </a:cubicBezTo>
                  <a:cubicBezTo>
                    <a:pt x="468" y="238"/>
                    <a:pt x="436" y="194"/>
                    <a:pt x="362" y="194"/>
                  </a:cubicBezTo>
                  <a:cubicBezTo>
                    <a:pt x="274" y="194"/>
                    <a:pt x="213" y="194"/>
                    <a:pt x="142" y="194"/>
                  </a:cubicBezTo>
                  <a:cubicBezTo>
                    <a:pt x="86" y="194"/>
                    <a:pt x="86" y="157"/>
                    <a:pt x="86" y="132"/>
                  </a:cubicBezTo>
                  <a:cubicBezTo>
                    <a:pt x="86" y="112"/>
                    <a:pt x="92" y="72"/>
                    <a:pt x="151" y="72"/>
                  </a:cubicBezTo>
                  <a:cubicBezTo>
                    <a:pt x="214" y="72"/>
                    <a:pt x="452" y="72"/>
                    <a:pt x="452" y="72"/>
                  </a:cubicBezTo>
                  <a:cubicBezTo>
                    <a:pt x="452" y="43"/>
                    <a:pt x="452" y="27"/>
                    <a:pt x="452" y="0"/>
                  </a:cubicBezTo>
                  <a:cubicBezTo>
                    <a:pt x="121" y="0"/>
                    <a:pt x="121" y="0"/>
                    <a:pt x="121" y="0"/>
                  </a:cubicBezTo>
                  <a:close/>
                </a:path>
              </a:pathLst>
            </a:custGeom>
            <a:solidFill>
              <a:srgbClr val="6F6F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27" name="Freeform 702">
              <a:extLst>
                <a:ext uri="{FF2B5EF4-FFF2-40B4-BE49-F238E27FC236}">
                  <a16:creationId xmlns:a16="http://schemas.microsoft.com/office/drawing/2014/main" id="{80D761F8-703D-47CF-A4B7-255600A6E7C0}"/>
                </a:ext>
              </a:extLst>
            </p:cNvPr>
            <p:cNvSpPr>
              <a:spLocks noEditPoints="1"/>
            </p:cNvSpPr>
            <p:nvPr/>
          </p:nvSpPr>
          <p:spPr bwMode="black">
            <a:xfrm>
              <a:off x="4107" y="2269"/>
              <a:ext cx="1090" cy="1455"/>
            </a:xfrm>
            <a:custGeom>
              <a:avLst/>
              <a:gdLst>
                <a:gd name="T0" fmla="*/ 170 w 461"/>
                <a:gd name="T1" fmla="*/ 0 h 613"/>
                <a:gd name="T2" fmla="*/ 44 w 461"/>
                <a:gd name="T3" fmla="*/ 29 h 613"/>
                <a:gd name="T4" fmla="*/ 0 w 461"/>
                <a:gd name="T5" fmla="*/ 149 h 613"/>
                <a:gd name="T6" fmla="*/ 0 w 461"/>
                <a:gd name="T7" fmla="*/ 233 h 613"/>
                <a:gd name="T8" fmla="*/ 0 w 461"/>
                <a:gd name="T9" fmla="*/ 318 h 613"/>
                <a:gd name="T10" fmla="*/ 47 w 461"/>
                <a:gd name="T11" fmla="*/ 445 h 613"/>
                <a:gd name="T12" fmla="*/ 170 w 461"/>
                <a:gd name="T13" fmla="*/ 469 h 613"/>
                <a:gd name="T14" fmla="*/ 376 w 461"/>
                <a:gd name="T15" fmla="*/ 469 h 613"/>
                <a:gd name="T16" fmla="*/ 376 w 461"/>
                <a:gd name="T17" fmla="*/ 487 h 613"/>
                <a:gd name="T18" fmla="*/ 328 w 461"/>
                <a:gd name="T19" fmla="*/ 538 h 613"/>
                <a:gd name="T20" fmla="*/ 61 w 461"/>
                <a:gd name="T21" fmla="*/ 538 h 613"/>
                <a:gd name="T22" fmla="*/ 61 w 461"/>
                <a:gd name="T23" fmla="*/ 613 h 613"/>
                <a:gd name="T24" fmla="*/ 356 w 461"/>
                <a:gd name="T25" fmla="*/ 613 h 613"/>
                <a:gd name="T26" fmla="*/ 461 w 461"/>
                <a:gd name="T27" fmla="*/ 511 h 613"/>
                <a:gd name="T28" fmla="*/ 461 w 461"/>
                <a:gd name="T29" fmla="*/ 0 h 613"/>
                <a:gd name="T30" fmla="*/ 170 w 461"/>
                <a:gd name="T31" fmla="*/ 0 h 613"/>
                <a:gd name="T32" fmla="*/ 376 w 461"/>
                <a:gd name="T33" fmla="*/ 398 h 613"/>
                <a:gd name="T34" fmla="*/ 196 w 461"/>
                <a:gd name="T35" fmla="*/ 398 h 613"/>
                <a:gd name="T36" fmla="*/ 88 w 461"/>
                <a:gd name="T37" fmla="*/ 333 h 613"/>
                <a:gd name="T38" fmla="*/ 88 w 461"/>
                <a:gd name="T39" fmla="*/ 231 h 613"/>
                <a:gd name="T40" fmla="*/ 88 w 461"/>
                <a:gd name="T41" fmla="*/ 148 h 613"/>
                <a:gd name="T42" fmla="*/ 200 w 461"/>
                <a:gd name="T43" fmla="*/ 72 h 613"/>
                <a:gd name="T44" fmla="*/ 376 w 461"/>
                <a:gd name="T45" fmla="*/ 72 h 613"/>
                <a:gd name="T46" fmla="*/ 376 w 461"/>
                <a:gd name="T47" fmla="*/ 398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1" h="613">
                  <a:moveTo>
                    <a:pt x="170" y="0"/>
                  </a:moveTo>
                  <a:cubicBezTo>
                    <a:pt x="94" y="0"/>
                    <a:pt x="65" y="12"/>
                    <a:pt x="44" y="29"/>
                  </a:cubicBezTo>
                  <a:cubicBezTo>
                    <a:pt x="22" y="47"/>
                    <a:pt x="1" y="70"/>
                    <a:pt x="0" y="149"/>
                  </a:cubicBezTo>
                  <a:cubicBezTo>
                    <a:pt x="0" y="233"/>
                    <a:pt x="0" y="233"/>
                    <a:pt x="0" y="233"/>
                  </a:cubicBezTo>
                  <a:cubicBezTo>
                    <a:pt x="0" y="318"/>
                    <a:pt x="0" y="318"/>
                    <a:pt x="0" y="318"/>
                  </a:cubicBezTo>
                  <a:cubicBezTo>
                    <a:pt x="0" y="402"/>
                    <a:pt x="23" y="425"/>
                    <a:pt x="47" y="445"/>
                  </a:cubicBezTo>
                  <a:cubicBezTo>
                    <a:pt x="63" y="456"/>
                    <a:pt x="89" y="469"/>
                    <a:pt x="170" y="469"/>
                  </a:cubicBezTo>
                  <a:cubicBezTo>
                    <a:pt x="376" y="469"/>
                    <a:pt x="376" y="469"/>
                    <a:pt x="376" y="469"/>
                  </a:cubicBezTo>
                  <a:cubicBezTo>
                    <a:pt x="376" y="469"/>
                    <a:pt x="376" y="484"/>
                    <a:pt x="376" y="487"/>
                  </a:cubicBezTo>
                  <a:cubicBezTo>
                    <a:pt x="376" y="523"/>
                    <a:pt x="369" y="538"/>
                    <a:pt x="328" y="538"/>
                  </a:cubicBezTo>
                  <a:cubicBezTo>
                    <a:pt x="61" y="538"/>
                    <a:pt x="61" y="538"/>
                    <a:pt x="61" y="538"/>
                  </a:cubicBezTo>
                  <a:cubicBezTo>
                    <a:pt x="61" y="613"/>
                    <a:pt x="61" y="613"/>
                    <a:pt x="61" y="613"/>
                  </a:cubicBezTo>
                  <a:cubicBezTo>
                    <a:pt x="356" y="613"/>
                    <a:pt x="356" y="613"/>
                    <a:pt x="356" y="613"/>
                  </a:cubicBezTo>
                  <a:cubicBezTo>
                    <a:pt x="435" y="613"/>
                    <a:pt x="461" y="578"/>
                    <a:pt x="461" y="511"/>
                  </a:cubicBezTo>
                  <a:cubicBezTo>
                    <a:pt x="461" y="0"/>
                    <a:pt x="461" y="0"/>
                    <a:pt x="461" y="0"/>
                  </a:cubicBezTo>
                  <a:lnTo>
                    <a:pt x="170" y="0"/>
                  </a:lnTo>
                  <a:close/>
                  <a:moveTo>
                    <a:pt x="376" y="398"/>
                  </a:moveTo>
                  <a:cubicBezTo>
                    <a:pt x="196" y="398"/>
                    <a:pt x="196" y="398"/>
                    <a:pt x="196" y="398"/>
                  </a:cubicBezTo>
                  <a:cubicBezTo>
                    <a:pt x="143" y="398"/>
                    <a:pt x="89" y="402"/>
                    <a:pt x="88" y="333"/>
                  </a:cubicBezTo>
                  <a:cubicBezTo>
                    <a:pt x="88" y="330"/>
                    <a:pt x="88" y="305"/>
                    <a:pt x="88" y="231"/>
                  </a:cubicBezTo>
                  <a:cubicBezTo>
                    <a:pt x="88" y="169"/>
                    <a:pt x="87" y="154"/>
                    <a:pt x="88" y="148"/>
                  </a:cubicBezTo>
                  <a:cubicBezTo>
                    <a:pt x="91" y="90"/>
                    <a:pt x="112" y="70"/>
                    <a:pt x="200" y="72"/>
                  </a:cubicBezTo>
                  <a:cubicBezTo>
                    <a:pt x="205" y="72"/>
                    <a:pt x="376" y="72"/>
                    <a:pt x="376" y="72"/>
                  </a:cubicBezTo>
                  <a:lnTo>
                    <a:pt x="376" y="398"/>
                  </a:lnTo>
                  <a:close/>
                </a:path>
              </a:pathLst>
            </a:custGeom>
            <a:solidFill>
              <a:srgbClr val="6F6F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grpSp>
    </p:spTree>
    <p:extLst>
      <p:ext uri="{BB962C8B-B14F-4D97-AF65-F5344CB8AC3E}">
        <p14:creationId xmlns:p14="http://schemas.microsoft.com/office/powerpoint/2010/main" val="13603710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Bild rechts unten, Text links">
    <p:spTree>
      <p:nvGrpSpPr>
        <p:cNvPr id="1" name=""/>
        <p:cNvGrpSpPr/>
        <p:nvPr/>
      </p:nvGrpSpPr>
      <p:grpSpPr>
        <a:xfrm>
          <a:off x="0" y="0"/>
          <a:ext cx="0" cy="0"/>
          <a:chOff x="0" y="0"/>
          <a:chExt cx="0" cy="0"/>
        </a:xfrm>
      </p:grpSpPr>
      <p:sp>
        <p:nvSpPr>
          <p:cNvPr id="6" name="Freihandform 14">
            <a:extLst>
              <a:ext uri="{FF2B5EF4-FFF2-40B4-BE49-F238E27FC236}">
                <a16:creationId xmlns:a16="http://schemas.microsoft.com/office/drawing/2014/main" id="{FC0FE4D2-EB84-4B4C-BEEC-385A5095A1FA}"/>
              </a:ext>
            </a:extLst>
          </p:cNvPr>
          <p:cNvSpPr/>
          <p:nvPr/>
        </p:nvSpPr>
        <p:spPr>
          <a:xfrm rot="7258433">
            <a:off x="11137342" y="936656"/>
            <a:ext cx="699567" cy="1798402"/>
          </a:xfrm>
          <a:custGeom>
            <a:avLst/>
            <a:gdLst>
              <a:gd name="connsiteX0" fmla="*/ 238589 w 699567"/>
              <a:gd name="connsiteY0" fmla="*/ 1798402 h 1798402"/>
              <a:gd name="connsiteX1" fmla="*/ 61893 w 699567"/>
              <a:gd name="connsiteY1" fmla="*/ 1504027 h 1798402"/>
              <a:gd name="connsiteX2" fmla="*/ 34859 w 699567"/>
              <a:gd name="connsiteY2" fmla="*/ 1358765 h 1798402"/>
              <a:gd name="connsiteX3" fmla="*/ 0 w 699567"/>
              <a:gd name="connsiteY3" fmla="*/ 884680 h 1798402"/>
              <a:gd name="connsiteX4" fmla="*/ 77469 w 699567"/>
              <a:gd name="connsiteY4" fmla="*/ 181641 h 1798402"/>
              <a:gd name="connsiteX5" fmla="*/ 80394 w 699567"/>
              <a:gd name="connsiteY5" fmla="*/ 170516 h 1798402"/>
              <a:gd name="connsiteX6" fmla="*/ 364475 w 699567"/>
              <a:gd name="connsiteY6" fmla="*/ 0 h 1798402"/>
              <a:gd name="connsiteX7" fmla="*/ 699567 w 699567"/>
              <a:gd name="connsiteY7" fmla="*/ 86202 h 1798402"/>
              <a:gd name="connsiteX8" fmla="*/ 682543 w 699567"/>
              <a:gd name="connsiteY8" fmla="*/ 134065 h 1798402"/>
              <a:gd name="connsiteX9" fmla="*/ 572257 w 699567"/>
              <a:gd name="connsiteY9" fmla="*/ 884680 h 1798402"/>
              <a:gd name="connsiteX10" fmla="*/ 682543 w 699567"/>
              <a:gd name="connsiteY10" fmla="*/ 1635297 h 1798402"/>
              <a:gd name="connsiteX11" fmla="*/ 698478 w 699567"/>
              <a:gd name="connsiteY11" fmla="*/ 1680098 h 1798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99567" h="1798402">
                <a:moveTo>
                  <a:pt x="238589" y="1798402"/>
                </a:moveTo>
                <a:lnTo>
                  <a:pt x="61893" y="1504027"/>
                </a:lnTo>
                <a:lnTo>
                  <a:pt x="34859" y="1358765"/>
                </a:lnTo>
                <a:cubicBezTo>
                  <a:pt x="11905" y="1204184"/>
                  <a:pt x="0" y="1045863"/>
                  <a:pt x="0" y="884680"/>
                </a:cubicBezTo>
                <a:cubicBezTo>
                  <a:pt x="0" y="642907"/>
                  <a:pt x="26786" y="407570"/>
                  <a:pt x="77469" y="181641"/>
                </a:cubicBezTo>
                <a:lnTo>
                  <a:pt x="80394" y="170516"/>
                </a:lnTo>
                <a:lnTo>
                  <a:pt x="364475" y="0"/>
                </a:lnTo>
                <a:lnTo>
                  <a:pt x="699567" y="86202"/>
                </a:lnTo>
                <a:lnTo>
                  <a:pt x="682543" y="134065"/>
                </a:lnTo>
                <a:cubicBezTo>
                  <a:pt x="610869" y="371184"/>
                  <a:pt x="572257" y="623291"/>
                  <a:pt x="572257" y="884680"/>
                </a:cubicBezTo>
                <a:cubicBezTo>
                  <a:pt x="572257" y="1146069"/>
                  <a:pt x="610869" y="1398177"/>
                  <a:pt x="682543" y="1635297"/>
                </a:cubicBezTo>
                <a:lnTo>
                  <a:pt x="698478" y="1680098"/>
                </a:lnTo>
                <a:close/>
              </a:path>
            </a:pathLst>
          </a:custGeom>
          <a:solidFill>
            <a:srgbClr val="D9D9D9">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de-DE" sz="1400" b="1" i="0" dirty="0" err="1">
              <a:latin typeface="Calibri" panose="020F0502020204030204" pitchFamily="34" charset="0"/>
            </a:endParaRPr>
          </a:p>
        </p:txBody>
      </p:sp>
      <p:sp>
        <p:nvSpPr>
          <p:cNvPr id="7" name="Freihandform 15">
            <a:extLst>
              <a:ext uri="{FF2B5EF4-FFF2-40B4-BE49-F238E27FC236}">
                <a16:creationId xmlns:a16="http://schemas.microsoft.com/office/drawing/2014/main" id="{C69FF0FE-0706-488B-8E5E-6A3585FCE16B}"/>
              </a:ext>
            </a:extLst>
          </p:cNvPr>
          <p:cNvSpPr/>
          <p:nvPr/>
        </p:nvSpPr>
        <p:spPr>
          <a:xfrm rot="12686101">
            <a:off x="5983275" y="4648255"/>
            <a:ext cx="1434424" cy="1553513"/>
          </a:xfrm>
          <a:custGeom>
            <a:avLst/>
            <a:gdLst>
              <a:gd name="connsiteX0" fmla="*/ 269442 w 899152"/>
              <a:gd name="connsiteY0" fmla="*/ 0 h 973801"/>
              <a:gd name="connsiteX1" fmla="*/ 288267 w 899152"/>
              <a:gd name="connsiteY1" fmla="*/ 14077 h 973801"/>
              <a:gd name="connsiteX2" fmla="*/ 843434 w 899152"/>
              <a:gd name="connsiteY2" fmla="*/ 687432 h 973801"/>
              <a:gd name="connsiteX3" fmla="*/ 899152 w 899152"/>
              <a:gd name="connsiteY3" fmla="*/ 803094 h 973801"/>
              <a:gd name="connsiteX4" fmla="*/ 502580 w 899152"/>
              <a:gd name="connsiteY4" fmla="*/ 973801 h 973801"/>
              <a:gd name="connsiteX5" fmla="*/ 463772 w 899152"/>
              <a:gd name="connsiteY5" fmla="*/ 893242 h 973801"/>
              <a:gd name="connsiteX6" fmla="*/ 13618 w 899152"/>
              <a:gd name="connsiteY6" fmla="*/ 347255 h 973801"/>
              <a:gd name="connsiteX7" fmla="*/ 0 w 899152"/>
              <a:gd name="connsiteY7" fmla="*/ 337072 h 973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9152" h="973801">
                <a:moveTo>
                  <a:pt x="269442" y="0"/>
                </a:moveTo>
                <a:lnTo>
                  <a:pt x="288267" y="14077"/>
                </a:lnTo>
                <a:cubicBezTo>
                  <a:pt x="513739" y="200152"/>
                  <a:pt x="702874" y="428684"/>
                  <a:pt x="843434" y="687432"/>
                </a:cubicBezTo>
                <a:lnTo>
                  <a:pt x="899152" y="803094"/>
                </a:lnTo>
                <a:lnTo>
                  <a:pt x="502580" y="973801"/>
                </a:lnTo>
                <a:lnTo>
                  <a:pt x="463772" y="893242"/>
                </a:lnTo>
                <a:cubicBezTo>
                  <a:pt x="349800" y="683437"/>
                  <a:pt x="196440" y="498134"/>
                  <a:pt x="13618" y="347255"/>
                </a:cubicBezTo>
                <a:lnTo>
                  <a:pt x="0" y="337072"/>
                </a:lnTo>
                <a:close/>
              </a:path>
            </a:pathLst>
          </a:custGeom>
          <a:solidFill>
            <a:srgbClr val="D9D9D9">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de-DE" sz="1400" b="1" i="0" dirty="0" err="1">
              <a:latin typeface="Calibri" panose="020F0502020204030204" pitchFamily="34" charset="0"/>
            </a:endParaRPr>
          </a:p>
        </p:txBody>
      </p:sp>
      <p:sp>
        <p:nvSpPr>
          <p:cNvPr id="8" name="Freihandform 16">
            <a:extLst>
              <a:ext uri="{FF2B5EF4-FFF2-40B4-BE49-F238E27FC236}">
                <a16:creationId xmlns:a16="http://schemas.microsoft.com/office/drawing/2014/main" id="{A8742BBA-0CBF-48D8-9329-71399B78C292}"/>
              </a:ext>
            </a:extLst>
          </p:cNvPr>
          <p:cNvSpPr/>
          <p:nvPr/>
        </p:nvSpPr>
        <p:spPr>
          <a:xfrm rot="4789192">
            <a:off x="11236855" y="5959042"/>
            <a:ext cx="668081" cy="723546"/>
          </a:xfrm>
          <a:custGeom>
            <a:avLst/>
            <a:gdLst>
              <a:gd name="connsiteX0" fmla="*/ 269442 w 899152"/>
              <a:gd name="connsiteY0" fmla="*/ 0 h 973801"/>
              <a:gd name="connsiteX1" fmla="*/ 288267 w 899152"/>
              <a:gd name="connsiteY1" fmla="*/ 14077 h 973801"/>
              <a:gd name="connsiteX2" fmla="*/ 843434 w 899152"/>
              <a:gd name="connsiteY2" fmla="*/ 687432 h 973801"/>
              <a:gd name="connsiteX3" fmla="*/ 899152 w 899152"/>
              <a:gd name="connsiteY3" fmla="*/ 803094 h 973801"/>
              <a:gd name="connsiteX4" fmla="*/ 502580 w 899152"/>
              <a:gd name="connsiteY4" fmla="*/ 973801 h 973801"/>
              <a:gd name="connsiteX5" fmla="*/ 463772 w 899152"/>
              <a:gd name="connsiteY5" fmla="*/ 893242 h 973801"/>
              <a:gd name="connsiteX6" fmla="*/ 13618 w 899152"/>
              <a:gd name="connsiteY6" fmla="*/ 347255 h 973801"/>
              <a:gd name="connsiteX7" fmla="*/ 0 w 899152"/>
              <a:gd name="connsiteY7" fmla="*/ 337072 h 973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9152" h="973801">
                <a:moveTo>
                  <a:pt x="269442" y="0"/>
                </a:moveTo>
                <a:lnTo>
                  <a:pt x="288267" y="14077"/>
                </a:lnTo>
                <a:cubicBezTo>
                  <a:pt x="513739" y="200152"/>
                  <a:pt x="702874" y="428684"/>
                  <a:pt x="843434" y="687432"/>
                </a:cubicBezTo>
                <a:lnTo>
                  <a:pt x="899152" y="803094"/>
                </a:lnTo>
                <a:lnTo>
                  <a:pt x="502580" y="973801"/>
                </a:lnTo>
                <a:lnTo>
                  <a:pt x="463772" y="893242"/>
                </a:lnTo>
                <a:cubicBezTo>
                  <a:pt x="349800" y="683437"/>
                  <a:pt x="196440" y="498134"/>
                  <a:pt x="13618" y="347255"/>
                </a:cubicBezTo>
                <a:lnTo>
                  <a:pt x="0" y="337072"/>
                </a:lnTo>
                <a:close/>
              </a:path>
            </a:pathLst>
          </a:custGeom>
          <a:solidFill>
            <a:srgbClr val="D9D9D9">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de-DE" sz="1400" b="1" i="0" dirty="0" err="1">
              <a:latin typeface="Calibri" panose="020F0502020204030204" pitchFamily="34" charset="0"/>
            </a:endParaRPr>
          </a:p>
        </p:txBody>
      </p:sp>
      <p:sp>
        <p:nvSpPr>
          <p:cNvPr id="9" name="Freihandform 17">
            <a:extLst>
              <a:ext uri="{FF2B5EF4-FFF2-40B4-BE49-F238E27FC236}">
                <a16:creationId xmlns:a16="http://schemas.microsoft.com/office/drawing/2014/main" id="{E533DC01-B03A-4726-A91A-585D55216EC6}"/>
              </a:ext>
            </a:extLst>
          </p:cNvPr>
          <p:cNvSpPr/>
          <p:nvPr/>
        </p:nvSpPr>
        <p:spPr>
          <a:xfrm rot="14209015">
            <a:off x="5880001" y="3635268"/>
            <a:ext cx="408496" cy="442410"/>
          </a:xfrm>
          <a:custGeom>
            <a:avLst/>
            <a:gdLst>
              <a:gd name="connsiteX0" fmla="*/ 269442 w 899152"/>
              <a:gd name="connsiteY0" fmla="*/ 0 h 973801"/>
              <a:gd name="connsiteX1" fmla="*/ 288267 w 899152"/>
              <a:gd name="connsiteY1" fmla="*/ 14077 h 973801"/>
              <a:gd name="connsiteX2" fmla="*/ 843434 w 899152"/>
              <a:gd name="connsiteY2" fmla="*/ 687432 h 973801"/>
              <a:gd name="connsiteX3" fmla="*/ 899152 w 899152"/>
              <a:gd name="connsiteY3" fmla="*/ 803094 h 973801"/>
              <a:gd name="connsiteX4" fmla="*/ 502580 w 899152"/>
              <a:gd name="connsiteY4" fmla="*/ 973801 h 973801"/>
              <a:gd name="connsiteX5" fmla="*/ 463772 w 899152"/>
              <a:gd name="connsiteY5" fmla="*/ 893242 h 973801"/>
              <a:gd name="connsiteX6" fmla="*/ 13618 w 899152"/>
              <a:gd name="connsiteY6" fmla="*/ 347255 h 973801"/>
              <a:gd name="connsiteX7" fmla="*/ 0 w 899152"/>
              <a:gd name="connsiteY7" fmla="*/ 337072 h 973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9152" h="973801">
                <a:moveTo>
                  <a:pt x="269442" y="0"/>
                </a:moveTo>
                <a:lnTo>
                  <a:pt x="288267" y="14077"/>
                </a:lnTo>
                <a:cubicBezTo>
                  <a:pt x="513739" y="200152"/>
                  <a:pt x="702874" y="428684"/>
                  <a:pt x="843434" y="687432"/>
                </a:cubicBezTo>
                <a:lnTo>
                  <a:pt x="899152" y="803094"/>
                </a:lnTo>
                <a:lnTo>
                  <a:pt x="502580" y="973801"/>
                </a:lnTo>
                <a:lnTo>
                  <a:pt x="463772" y="893242"/>
                </a:lnTo>
                <a:cubicBezTo>
                  <a:pt x="349800" y="683437"/>
                  <a:pt x="196440" y="498134"/>
                  <a:pt x="13618" y="347255"/>
                </a:cubicBezTo>
                <a:lnTo>
                  <a:pt x="0" y="337072"/>
                </a:lnTo>
                <a:close/>
              </a:path>
            </a:pathLst>
          </a:custGeom>
          <a:solidFill>
            <a:srgbClr val="D9D9D9">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de-DE" sz="1400" b="1" i="0" dirty="0" err="1">
              <a:latin typeface="Calibri" panose="020F0502020204030204" pitchFamily="34" charset="0"/>
            </a:endParaRPr>
          </a:p>
        </p:txBody>
      </p:sp>
      <p:sp>
        <p:nvSpPr>
          <p:cNvPr id="10" name="Bildplatzhalter 14">
            <a:extLst>
              <a:ext uri="{FF2B5EF4-FFF2-40B4-BE49-F238E27FC236}">
                <a16:creationId xmlns:a16="http://schemas.microsoft.com/office/drawing/2014/main" id="{C16F9960-49A2-4A4C-B641-74BC85D94B33}"/>
              </a:ext>
            </a:extLst>
          </p:cNvPr>
          <p:cNvSpPr>
            <a:spLocks noGrp="1"/>
          </p:cNvSpPr>
          <p:nvPr>
            <p:ph type="pic" sz="quarter" idx="20" hasCustomPrompt="1"/>
          </p:nvPr>
        </p:nvSpPr>
        <p:spPr bwMode="gray">
          <a:xfrm>
            <a:off x="6879349" y="1889812"/>
            <a:ext cx="5312651" cy="4968188"/>
          </a:xfrm>
          <a:custGeom>
            <a:avLst/>
            <a:gdLst>
              <a:gd name="connsiteX0" fmla="*/ 582111 w 5312651"/>
              <a:gd name="connsiteY0" fmla="*/ 3841915 h 4968188"/>
              <a:gd name="connsiteX1" fmla="*/ 648593 w 5312651"/>
              <a:gd name="connsiteY1" fmla="*/ 4023553 h 4968188"/>
              <a:gd name="connsiteX2" fmla="*/ 1262800 w 5312651"/>
              <a:gd name="connsiteY2" fmla="*/ 4889167 h 4968188"/>
              <a:gd name="connsiteX3" fmla="*/ 1356258 w 5312651"/>
              <a:gd name="connsiteY3" fmla="*/ 4968188 h 4968188"/>
              <a:gd name="connsiteX4" fmla="*/ 523338 w 5312651"/>
              <a:gd name="connsiteY4" fmla="*/ 4968188 h 4968188"/>
              <a:gd name="connsiteX5" fmla="*/ 422762 w 5312651"/>
              <a:gd name="connsiteY5" fmla="*/ 4837000 h 4968188"/>
              <a:gd name="connsiteX6" fmla="*/ 98303 w 5312651"/>
              <a:gd name="connsiteY6" fmla="*/ 4256021 h 4968188"/>
              <a:gd name="connsiteX7" fmla="*/ 0 w 5312651"/>
              <a:gd name="connsiteY7" fmla="*/ 3987442 h 4968188"/>
              <a:gd name="connsiteX8" fmla="*/ 5312651 w 5312651"/>
              <a:gd name="connsiteY8" fmla="*/ 3656541 h 4968188"/>
              <a:gd name="connsiteX9" fmla="*/ 5312651 w 5312651"/>
              <a:gd name="connsiteY9" fmla="*/ 4968188 h 4968188"/>
              <a:gd name="connsiteX10" fmla="*/ 4487903 w 5312651"/>
              <a:gd name="connsiteY10" fmla="*/ 4968188 h 4968188"/>
              <a:gd name="connsiteX11" fmla="*/ 4489913 w 5312651"/>
              <a:gd name="connsiteY11" fmla="*/ 4966685 h 4968188"/>
              <a:gd name="connsiteX12" fmla="*/ 5276546 w 5312651"/>
              <a:gd name="connsiteY12" fmla="*/ 3796959 h 4968188"/>
              <a:gd name="connsiteX13" fmla="*/ 5312651 w 5312651"/>
              <a:gd name="connsiteY13" fmla="*/ 1921770 h 4968188"/>
              <a:gd name="connsiteX14" fmla="*/ 5312651 w 5312651"/>
              <a:gd name="connsiteY14" fmla="*/ 2470557 h 4968188"/>
              <a:gd name="connsiteX15" fmla="*/ 5276546 w 5312651"/>
              <a:gd name="connsiteY15" fmla="*/ 2330138 h 4968188"/>
              <a:gd name="connsiteX16" fmla="*/ 5193611 w 5312651"/>
              <a:gd name="connsiteY16" fmla="*/ 2103543 h 4968188"/>
              <a:gd name="connsiteX17" fmla="*/ 5141529 w 5312651"/>
              <a:gd name="connsiteY17" fmla="*/ 1995431 h 4968188"/>
              <a:gd name="connsiteX18" fmla="*/ 2921101 w 5312651"/>
              <a:gd name="connsiteY18" fmla="*/ 1293983 h 4968188"/>
              <a:gd name="connsiteX19" fmla="*/ 4690668 w 5312651"/>
              <a:gd name="connsiteY19" fmla="*/ 3063550 h 4968188"/>
              <a:gd name="connsiteX20" fmla="*/ 2921101 w 5312651"/>
              <a:gd name="connsiteY20" fmla="*/ 4833116 h 4968188"/>
              <a:gd name="connsiteX21" fmla="*/ 1151535 w 5312651"/>
              <a:gd name="connsiteY21" fmla="*/ 3063550 h 4968188"/>
              <a:gd name="connsiteX22" fmla="*/ 2921101 w 5312651"/>
              <a:gd name="connsiteY22" fmla="*/ 1293983 h 4968188"/>
              <a:gd name="connsiteX23" fmla="*/ 2200136 w 5312651"/>
              <a:gd name="connsiteY23" fmla="*/ 915340 h 4968188"/>
              <a:gd name="connsiteX24" fmla="*/ 2323531 w 5312651"/>
              <a:gd name="connsiteY24" fmla="*/ 1293760 h 4968188"/>
              <a:gd name="connsiteX25" fmla="*/ 2193564 w 5312651"/>
              <a:gd name="connsiteY25" fmla="*/ 1341329 h 4968188"/>
              <a:gd name="connsiteX26" fmla="*/ 1051998 w 5312651"/>
              <a:gd name="connsiteY26" fmla="*/ 3063550 h 4968188"/>
              <a:gd name="connsiteX27" fmla="*/ 2921101 w 5312651"/>
              <a:gd name="connsiteY27" fmla="*/ 4932654 h 4968188"/>
              <a:gd name="connsiteX28" fmla="*/ 3476917 w 5312651"/>
              <a:gd name="connsiteY28" fmla="*/ 4848622 h 4968188"/>
              <a:gd name="connsiteX29" fmla="*/ 3645349 w 5312651"/>
              <a:gd name="connsiteY29" fmla="*/ 4786975 h 4968188"/>
              <a:gd name="connsiteX30" fmla="*/ 3728087 w 5312651"/>
              <a:gd name="connsiteY30" fmla="*/ 4968188 h 4968188"/>
              <a:gd name="connsiteX31" fmla="*/ 1693948 w 5312651"/>
              <a:gd name="connsiteY31" fmla="*/ 4968188 h 4968188"/>
              <a:gd name="connsiteX32" fmla="*/ 1653460 w 5312651"/>
              <a:gd name="connsiteY32" fmla="*/ 4943591 h 4968188"/>
              <a:gd name="connsiteX33" fmla="*/ 653850 w 5312651"/>
              <a:gd name="connsiteY33" fmla="*/ 3063550 h 4968188"/>
              <a:gd name="connsiteX34" fmla="*/ 2038586 w 5312651"/>
              <a:gd name="connsiteY34" fmla="*/ 974471 h 4968188"/>
              <a:gd name="connsiteX35" fmla="*/ 3350105 w 5312651"/>
              <a:gd name="connsiteY35" fmla="*/ 838097 h 4968188"/>
              <a:gd name="connsiteX36" fmla="*/ 3378032 w 5312651"/>
              <a:gd name="connsiteY36" fmla="*/ 842360 h 4968188"/>
              <a:gd name="connsiteX37" fmla="*/ 5188355 w 5312651"/>
              <a:gd name="connsiteY37" fmla="*/ 3063550 h 4968188"/>
              <a:gd name="connsiteX38" fmla="*/ 4801144 w 5312651"/>
              <a:gd name="connsiteY38" fmla="*/ 4331192 h 4968188"/>
              <a:gd name="connsiteX39" fmla="*/ 4765077 w 5312651"/>
              <a:gd name="connsiteY39" fmla="*/ 4379423 h 4968188"/>
              <a:gd name="connsiteX40" fmla="*/ 4449056 w 5312651"/>
              <a:gd name="connsiteY40" fmla="*/ 4137919 h 4968188"/>
              <a:gd name="connsiteX41" fmla="*/ 4470993 w 5312651"/>
              <a:gd name="connsiteY41" fmla="*/ 4108585 h 4968188"/>
              <a:gd name="connsiteX42" fmla="*/ 4790206 w 5312651"/>
              <a:gd name="connsiteY42" fmla="*/ 3063550 h 4968188"/>
              <a:gd name="connsiteX43" fmla="*/ 3297793 w 5312651"/>
              <a:gd name="connsiteY43" fmla="*/ 1232419 h 4968188"/>
              <a:gd name="connsiteX44" fmla="*/ 3280943 w 5312651"/>
              <a:gd name="connsiteY44" fmla="*/ 1229848 h 4968188"/>
              <a:gd name="connsiteX45" fmla="*/ 2921101 w 5312651"/>
              <a:gd name="connsiteY45" fmla="*/ 0 h 4968188"/>
              <a:gd name="connsiteX46" fmla="*/ 4633962 w 5312651"/>
              <a:gd name="connsiteY46" fmla="*/ 523207 h 4968188"/>
              <a:gd name="connsiteX47" fmla="*/ 4843473 w 5312651"/>
              <a:gd name="connsiteY47" fmla="*/ 679877 h 4968188"/>
              <a:gd name="connsiteX48" fmla="*/ 4470785 w 5312651"/>
              <a:gd name="connsiteY48" fmla="*/ 1146109 h 4968188"/>
              <a:gd name="connsiteX49" fmla="*/ 4300046 w 5312651"/>
              <a:gd name="connsiteY49" fmla="*/ 1018433 h 4968188"/>
              <a:gd name="connsiteX50" fmla="*/ 2921101 w 5312651"/>
              <a:gd name="connsiteY50" fmla="*/ 597223 h 4968188"/>
              <a:gd name="connsiteX51" fmla="*/ 648593 w 5312651"/>
              <a:gd name="connsiteY51" fmla="*/ 2103543 h 4968188"/>
              <a:gd name="connsiteX52" fmla="*/ 582110 w 5312651"/>
              <a:gd name="connsiteY52" fmla="*/ 2285184 h 4968188"/>
              <a:gd name="connsiteX53" fmla="*/ 0 w 5312651"/>
              <a:gd name="connsiteY53" fmla="*/ 2139658 h 4968188"/>
              <a:gd name="connsiteX54" fmla="*/ 98303 w 5312651"/>
              <a:gd name="connsiteY54" fmla="*/ 1871079 h 4968188"/>
              <a:gd name="connsiteX55" fmla="*/ 2921101 w 5312651"/>
              <a:gd name="connsiteY55" fmla="*/ 0 h 4968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5312651" h="4968188">
                <a:moveTo>
                  <a:pt x="582111" y="3841915"/>
                </a:moveTo>
                <a:lnTo>
                  <a:pt x="648593" y="4023553"/>
                </a:lnTo>
                <a:cubicBezTo>
                  <a:pt x="788996" y="4355504"/>
                  <a:pt x="1000007" y="4650318"/>
                  <a:pt x="1262800" y="4889167"/>
                </a:cubicBezTo>
                <a:lnTo>
                  <a:pt x="1356258" y="4968188"/>
                </a:lnTo>
                <a:lnTo>
                  <a:pt x="523338" y="4968188"/>
                </a:lnTo>
                <a:lnTo>
                  <a:pt x="422762" y="4837000"/>
                </a:lnTo>
                <a:cubicBezTo>
                  <a:pt x="294631" y="4656822"/>
                  <a:pt x="185504" y="4462187"/>
                  <a:pt x="98303" y="4256021"/>
                </a:cubicBezTo>
                <a:lnTo>
                  <a:pt x="0" y="3987442"/>
                </a:lnTo>
                <a:close/>
                <a:moveTo>
                  <a:pt x="5312651" y="3656541"/>
                </a:moveTo>
                <a:lnTo>
                  <a:pt x="5312651" y="4968188"/>
                </a:lnTo>
                <a:lnTo>
                  <a:pt x="4487903" y="4968188"/>
                </a:lnTo>
                <a:lnTo>
                  <a:pt x="4489913" y="4966685"/>
                </a:lnTo>
                <a:cubicBezTo>
                  <a:pt x="4855336" y="4665112"/>
                  <a:pt x="5132423" y="4260327"/>
                  <a:pt x="5276546" y="3796959"/>
                </a:cubicBezTo>
                <a:close/>
                <a:moveTo>
                  <a:pt x="5312651" y="1921770"/>
                </a:moveTo>
                <a:lnTo>
                  <a:pt x="5312651" y="2470557"/>
                </a:lnTo>
                <a:lnTo>
                  <a:pt x="5276546" y="2330138"/>
                </a:lnTo>
                <a:cubicBezTo>
                  <a:pt x="5252525" y="2252910"/>
                  <a:pt x="5224812" y="2177310"/>
                  <a:pt x="5193611" y="2103543"/>
                </a:cubicBezTo>
                <a:lnTo>
                  <a:pt x="5141529" y="1995431"/>
                </a:lnTo>
                <a:close/>
                <a:moveTo>
                  <a:pt x="2921101" y="1293983"/>
                </a:moveTo>
                <a:cubicBezTo>
                  <a:pt x="3898407" y="1293983"/>
                  <a:pt x="4690668" y="2086244"/>
                  <a:pt x="4690668" y="3063550"/>
                </a:cubicBezTo>
                <a:cubicBezTo>
                  <a:pt x="4690668" y="4040855"/>
                  <a:pt x="3898407" y="4833116"/>
                  <a:pt x="2921101" y="4833116"/>
                </a:cubicBezTo>
                <a:cubicBezTo>
                  <a:pt x="1943798" y="4833116"/>
                  <a:pt x="1151535" y="4040855"/>
                  <a:pt x="1151535" y="3063550"/>
                </a:cubicBezTo>
                <a:cubicBezTo>
                  <a:pt x="1151535" y="2086244"/>
                  <a:pt x="1943798" y="1293983"/>
                  <a:pt x="2921101" y="1293983"/>
                </a:cubicBezTo>
                <a:close/>
                <a:moveTo>
                  <a:pt x="2200136" y="915340"/>
                </a:moveTo>
                <a:lnTo>
                  <a:pt x="2323531" y="1293760"/>
                </a:lnTo>
                <a:lnTo>
                  <a:pt x="2193564" y="1341329"/>
                </a:lnTo>
                <a:cubicBezTo>
                  <a:pt x="1522713" y="1625076"/>
                  <a:pt x="1051998" y="2289341"/>
                  <a:pt x="1051998" y="3063550"/>
                </a:cubicBezTo>
                <a:cubicBezTo>
                  <a:pt x="1051998" y="4095827"/>
                  <a:pt x="1888825" y="4932654"/>
                  <a:pt x="2921101" y="4932654"/>
                </a:cubicBezTo>
                <a:cubicBezTo>
                  <a:pt x="3114655" y="4932654"/>
                  <a:pt x="3301335" y="4903235"/>
                  <a:pt x="3476917" y="4848622"/>
                </a:cubicBezTo>
                <a:lnTo>
                  <a:pt x="3645349" y="4786975"/>
                </a:lnTo>
                <a:lnTo>
                  <a:pt x="3728087" y="4968188"/>
                </a:lnTo>
                <a:lnTo>
                  <a:pt x="1693948" y="4968188"/>
                </a:lnTo>
                <a:lnTo>
                  <a:pt x="1653460" y="4943591"/>
                </a:lnTo>
                <a:cubicBezTo>
                  <a:pt x="1050368" y="4536150"/>
                  <a:pt x="653850" y="3846155"/>
                  <a:pt x="653850" y="3063550"/>
                </a:cubicBezTo>
                <a:cubicBezTo>
                  <a:pt x="653850" y="2124424"/>
                  <a:pt x="1224835" y="1318657"/>
                  <a:pt x="2038586" y="974471"/>
                </a:cubicBezTo>
                <a:close/>
                <a:moveTo>
                  <a:pt x="3350105" y="838097"/>
                </a:moveTo>
                <a:lnTo>
                  <a:pt x="3378032" y="842360"/>
                </a:lnTo>
                <a:cubicBezTo>
                  <a:pt x="4411181" y="1053774"/>
                  <a:pt x="5188355" y="1967902"/>
                  <a:pt x="5188355" y="3063550"/>
                </a:cubicBezTo>
                <a:cubicBezTo>
                  <a:pt x="5188355" y="3533114"/>
                  <a:pt x="5045609" y="3969336"/>
                  <a:pt x="4801144" y="4331192"/>
                </a:cubicBezTo>
                <a:lnTo>
                  <a:pt x="4765077" y="4379423"/>
                </a:lnTo>
                <a:lnTo>
                  <a:pt x="4449056" y="4137919"/>
                </a:lnTo>
                <a:lnTo>
                  <a:pt x="4470993" y="4108585"/>
                </a:lnTo>
                <a:cubicBezTo>
                  <a:pt x="4672529" y="3810273"/>
                  <a:pt x="4790206" y="3450655"/>
                  <a:pt x="4790206" y="3063550"/>
                </a:cubicBezTo>
                <a:cubicBezTo>
                  <a:pt x="4790206" y="2160308"/>
                  <a:pt x="4149510" y="1406705"/>
                  <a:pt x="3297793" y="1232419"/>
                </a:cubicBezTo>
                <a:lnTo>
                  <a:pt x="3280943" y="1229848"/>
                </a:lnTo>
                <a:close/>
                <a:moveTo>
                  <a:pt x="2921101" y="0"/>
                </a:moveTo>
                <a:cubicBezTo>
                  <a:pt x="3555585" y="0"/>
                  <a:pt x="4145017" y="192881"/>
                  <a:pt x="4633962" y="523207"/>
                </a:cubicBezTo>
                <a:lnTo>
                  <a:pt x="4843473" y="679877"/>
                </a:lnTo>
                <a:lnTo>
                  <a:pt x="4470785" y="1146109"/>
                </a:lnTo>
                <a:lnTo>
                  <a:pt x="4300046" y="1018433"/>
                </a:lnTo>
                <a:cubicBezTo>
                  <a:pt x="3906419" y="752502"/>
                  <a:pt x="3431893" y="597223"/>
                  <a:pt x="2921101" y="597223"/>
                </a:cubicBezTo>
                <a:cubicBezTo>
                  <a:pt x="1899516" y="597223"/>
                  <a:pt x="1023000" y="1218342"/>
                  <a:pt x="648593" y="2103543"/>
                </a:cubicBezTo>
                <a:lnTo>
                  <a:pt x="582110" y="2285184"/>
                </a:lnTo>
                <a:lnTo>
                  <a:pt x="0" y="2139658"/>
                </a:lnTo>
                <a:lnTo>
                  <a:pt x="98303" y="1871079"/>
                </a:lnTo>
                <a:cubicBezTo>
                  <a:pt x="563374" y="771525"/>
                  <a:pt x="1652140" y="0"/>
                  <a:pt x="2921101" y="0"/>
                </a:cubicBezTo>
                <a:close/>
              </a:path>
            </a:pathLst>
          </a:custGeom>
          <a:solidFill>
            <a:schemeClr val="bg1">
              <a:lumMod val="85000"/>
            </a:schemeClr>
          </a:solidFill>
        </p:spPr>
        <p:txBody>
          <a:bodyPr wrap="square" anchor="ctr">
            <a:noAutofit/>
          </a:bodyPr>
          <a:lstStyle>
            <a:lvl1pPr marL="0" indent="0" algn="ctr">
              <a:buNone/>
              <a:defRPr sz="1200" b="0" i="0">
                <a:latin typeface="Calibri" panose="020F0502020204030204" pitchFamily="34" charset="0"/>
              </a:defRPr>
            </a:lvl1pPr>
          </a:lstStyle>
          <a:p>
            <a:r>
              <a:rPr lang="de-DE" dirty="0"/>
              <a:t>Bild durch Klicken auf das Symbol hinzufügen.</a:t>
            </a:r>
            <a:br>
              <a:rPr lang="de-DE" dirty="0"/>
            </a:br>
            <a:r>
              <a:rPr lang="de-DE" dirty="0"/>
              <a:t>Alternativ den Rahmen des Bildplatzhalters markieren (Klick auf die graue Fläche)</a:t>
            </a:r>
            <a:br>
              <a:rPr lang="de-DE" dirty="0"/>
            </a:br>
            <a:r>
              <a:rPr lang="de-DE" dirty="0"/>
              <a:t>und ein Bild aus den </a:t>
            </a:r>
            <a:r>
              <a:rPr lang="de-DE" dirty="0" err="1"/>
              <a:t>QuickSlide</a:t>
            </a:r>
            <a:r>
              <a:rPr lang="de-DE" dirty="0"/>
              <a:t>-Elementen hinzufügen.</a:t>
            </a:r>
            <a:br>
              <a:rPr lang="de-DE" dirty="0"/>
            </a:br>
            <a:r>
              <a:rPr lang="de-DE" dirty="0"/>
              <a:t>Anschließend die Folie zurücksetzen (Folie &gt; Zurücksetzen).</a:t>
            </a:r>
            <a:br>
              <a:rPr lang="de-DE" dirty="0"/>
            </a:br>
            <a:r>
              <a:rPr lang="de-DE" dirty="0"/>
              <a:t>Hierbei werden alle Platzhalter auf der Folie zurückgesetzt!</a:t>
            </a:r>
          </a:p>
        </p:txBody>
      </p:sp>
      <p:sp>
        <p:nvSpPr>
          <p:cNvPr id="11" name="Freihandform 19">
            <a:extLst>
              <a:ext uri="{FF2B5EF4-FFF2-40B4-BE49-F238E27FC236}">
                <a16:creationId xmlns:a16="http://schemas.microsoft.com/office/drawing/2014/main" id="{49DF8548-ED5C-4FEA-800D-394A50FD5796}"/>
              </a:ext>
            </a:extLst>
          </p:cNvPr>
          <p:cNvSpPr/>
          <p:nvPr/>
        </p:nvSpPr>
        <p:spPr>
          <a:xfrm rot="3265384">
            <a:off x="7377793" y="783377"/>
            <a:ext cx="612188" cy="1980281"/>
          </a:xfrm>
          <a:custGeom>
            <a:avLst/>
            <a:gdLst>
              <a:gd name="connsiteX0" fmla="*/ 18957 w 612188"/>
              <a:gd name="connsiteY0" fmla="*/ 552988 h 1980281"/>
              <a:gd name="connsiteX1" fmla="*/ 414521 w 612188"/>
              <a:gd name="connsiteY1" fmla="*/ 0 h 1980281"/>
              <a:gd name="connsiteX2" fmla="*/ 612188 w 612188"/>
              <a:gd name="connsiteY2" fmla="*/ 64088 h 1980281"/>
              <a:gd name="connsiteX3" fmla="*/ 597290 w 612188"/>
              <a:gd name="connsiteY3" fmla="*/ 116877 h 1980281"/>
              <a:gd name="connsiteX4" fmla="*/ 500780 w 612188"/>
              <a:gd name="connsiteY4" fmla="*/ 944746 h 1980281"/>
              <a:gd name="connsiteX5" fmla="*/ 597290 w 612188"/>
              <a:gd name="connsiteY5" fmla="*/ 1772616 h 1980281"/>
              <a:gd name="connsiteX6" fmla="*/ 611235 w 612188"/>
              <a:gd name="connsiteY6" fmla="*/ 1822027 h 1980281"/>
              <a:gd name="connsiteX7" fmla="*/ 123127 w 612188"/>
              <a:gd name="connsiteY7" fmla="*/ 1980281 h 1980281"/>
              <a:gd name="connsiteX8" fmla="*/ 119024 w 612188"/>
              <a:gd name="connsiteY8" fmla="*/ 1965742 h 1980281"/>
              <a:gd name="connsiteX9" fmla="*/ 0 w 612188"/>
              <a:gd name="connsiteY9" fmla="*/ 944746 h 1980281"/>
              <a:gd name="connsiteX10" fmla="*/ 7720 w 612188"/>
              <a:gd name="connsiteY10" fmla="*/ 680577 h 1980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2188" h="1980281">
                <a:moveTo>
                  <a:pt x="18957" y="552988"/>
                </a:moveTo>
                <a:lnTo>
                  <a:pt x="414521" y="0"/>
                </a:lnTo>
                <a:lnTo>
                  <a:pt x="612188" y="64088"/>
                </a:lnTo>
                <a:lnTo>
                  <a:pt x="597290" y="116877"/>
                </a:lnTo>
                <a:cubicBezTo>
                  <a:pt x="534569" y="378400"/>
                  <a:pt x="500780" y="656455"/>
                  <a:pt x="500780" y="944746"/>
                </a:cubicBezTo>
                <a:cubicBezTo>
                  <a:pt x="500780" y="1233037"/>
                  <a:pt x="534569" y="1511091"/>
                  <a:pt x="597290" y="1772616"/>
                </a:cubicBezTo>
                <a:lnTo>
                  <a:pt x="611235" y="1822027"/>
                </a:lnTo>
                <a:lnTo>
                  <a:pt x="123127" y="1980281"/>
                </a:lnTo>
                <a:lnTo>
                  <a:pt x="119024" y="1965742"/>
                </a:lnTo>
                <a:cubicBezTo>
                  <a:pt x="41671" y="1643210"/>
                  <a:pt x="0" y="1300290"/>
                  <a:pt x="0" y="944746"/>
                </a:cubicBezTo>
                <a:cubicBezTo>
                  <a:pt x="0" y="855861"/>
                  <a:pt x="2604" y="767764"/>
                  <a:pt x="7720" y="680577"/>
                </a:cubicBezTo>
                <a:close/>
              </a:path>
            </a:pathLst>
          </a:custGeom>
          <a:solidFill>
            <a:srgbClr val="D9D9D9">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de-DE" sz="1400" b="1" i="0" dirty="0" err="1">
              <a:latin typeface="Calibri" panose="020F0502020204030204" pitchFamily="34" charset="0"/>
            </a:endParaRPr>
          </a:p>
        </p:txBody>
      </p:sp>
      <p:sp>
        <p:nvSpPr>
          <p:cNvPr id="15" name="Textplatzhalter 2">
            <a:extLst>
              <a:ext uri="{FF2B5EF4-FFF2-40B4-BE49-F238E27FC236}">
                <a16:creationId xmlns:a16="http://schemas.microsoft.com/office/drawing/2014/main" id="{37AFEEF9-3EF2-412F-A8AA-D0D065C5C681}"/>
              </a:ext>
            </a:extLst>
          </p:cNvPr>
          <p:cNvSpPr>
            <a:spLocks noGrp="1"/>
          </p:cNvSpPr>
          <p:nvPr>
            <p:ph type="body" idx="13" hasCustomPrompt="1"/>
          </p:nvPr>
        </p:nvSpPr>
        <p:spPr>
          <a:xfrm>
            <a:off x="841375" y="198000"/>
            <a:ext cx="7480624" cy="216000"/>
          </a:xfrm>
        </p:spPr>
        <p:txBody>
          <a:bodyPr anchor="b"/>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Untertitel bearbeiten</a:t>
            </a:r>
          </a:p>
        </p:txBody>
      </p:sp>
      <p:sp>
        <p:nvSpPr>
          <p:cNvPr id="5" name="Foliennummernplatzhalter 4">
            <a:extLst>
              <a:ext uri="{FF2B5EF4-FFF2-40B4-BE49-F238E27FC236}">
                <a16:creationId xmlns:a16="http://schemas.microsoft.com/office/drawing/2014/main" id="{0BA3F1AD-A7E6-4E28-9B10-7DF2432B344C}"/>
              </a:ext>
            </a:extLst>
          </p:cNvPr>
          <p:cNvSpPr>
            <a:spLocks noGrp="1"/>
          </p:cNvSpPr>
          <p:nvPr>
            <p:ph type="sldNum" sz="quarter" idx="12"/>
          </p:nvPr>
        </p:nvSpPr>
        <p:spPr/>
        <p:txBody>
          <a:bodyPr/>
          <a:lstStyle/>
          <a:p>
            <a:fld id="{B27B0579-4238-4E44-9A9E-134B676F827C}" type="slidenum">
              <a:rPr lang="de-DE" smtClean="0"/>
              <a:pPr/>
              <a:t>‹Nr.›</a:t>
            </a:fld>
            <a:endParaRPr lang="de-DE" dirty="0"/>
          </a:p>
        </p:txBody>
      </p:sp>
      <p:sp>
        <p:nvSpPr>
          <p:cNvPr id="4" name="Fußzeilenplatzhalter 3">
            <a:extLst>
              <a:ext uri="{FF2B5EF4-FFF2-40B4-BE49-F238E27FC236}">
                <a16:creationId xmlns:a16="http://schemas.microsoft.com/office/drawing/2014/main" id="{26CDBD5D-ABCA-4F70-A457-E2D43BE4AFAF}"/>
              </a:ext>
            </a:extLst>
          </p:cNvPr>
          <p:cNvSpPr>
            <a:spLocks noGrp="1"/>
          </p:cNvSpPr>
          <p:nvPr>
            <p:ph type="ftr" sz="quarter" idx="11"/>
          </p:nvPr>
        </p:nvSpPr>
        <p:spPr/>
        <p:txBody>
          <a:bodyPr/>
          <a:lstStyle/>
          <a:p>
            <a:r>
              <a:rPr lang="de-DE"/>
              <a:t>© msg systems ag | 2021 | Präsentationstitel</a:t>
            </a:r>
            <a:endParaRPr lang="de-DE" dirty="0"/>
          </a:p>
        </p:txBody>
      </p:sp>
      <p:sp>
        <p:nvSpPr>
          <p:cNvPr id="3" name="Titel 2">
            <a:extLst>
              <a:ext uri="{FF2B5EF4-FFF2-40B4-BE49-F238E27FC236}">
                <a16:creationId xmlns:a16="http://schemas.microsoft.com/office/drawing/2014/main" id="{1E8CBF12-7278-487D-A296-46A074DC93CE}"/>
              </a:ext>
            </a:extLst>
          </p:cNvPr>
          <p:cNvSpPr>
            <a:spLocks noGrp="1"/>
          </p:cNvSpPr>
          <p:nvPr>
            <p:ph type="title"/>
          </p:nvPr>
        </p:nvSpPr>
        <p:spPr/>
        <p:txBody>
          <a:bodyPr/>
          <a:lstStyle/>
          <a:p>
            <a:r>
              <a:rPr lang="de-DE"/>
              <a:t>Mastertitelformat bearbeiten</a:t>
            </a:r>
            <a:endParaRPr lang="de-DE" dirty="0"/>
          </a:p>
        </p:txBody>
      </p:sp>
      <p:sp>
        <p:nvSpPr>
          <p:cNvPr id="16" name="Inhaltsplatzhalter 8">
            <a:extLst>
              <a:ext uri="{FF2B5EF4-FFF2-40B4-BE49-F238E27FC236}">
                <a16:creationId xmlns:a16="http://schemas.microsoft.com/office/drawing/2014/main" id="{562C61DF-B866-4176-A880-CBBFE6D63D65}"/>
              </a:ext>
            </a:extLst>
          </p:cNvPr>
          <p:cNvSpPr>
            <a:spLocks noGrp="1"/>
          </p:cNvSpPr>
          <p:nvPr>
            <p:ph sz="quarter" idx="16"/>
          </p:nvPr>
        </p:nvSpPr>
        <p:spPr>
          <a:xfrm>
            <a:off x="841375" y="1847675"/>
            <a:ext cx="5254625" cy="4461050"/>
          </a:xfrm>
        </p:spPr>
        <p:txBody>
          <a:bodyPr/>
          <a:lstStyle/>
          <a:p>
            <a:pPr lvl="0"/>
            <a:r>
              <a:rPr lang="de-DE"/>
              <a:t>Mastertextformat bearbeiten</a:t>
            </a:r>
          </a:p>
          <a:p>
            <a:pPr lvl="1"/>
            <a:r>
              <a:rPr lang="de-DE"/>
              <a:t>Zweite Ebene</a:t>
            </a:r>
          </a:p>
          <a:p>
            <a:pPr lvl="2"/>
            <a:r>
              <a:rPr lang="de-DE"/>
              <a:t>Dritte Ebene</a:t>
            </a:r>
          </a:p>
        </p:txBody>
      </p:sp>
    </p:spTree>
    <p:extLst>
      <p:ext uri="{BB962C8B-B14F-4D97-AF65-F5344CB8AC3E}">
        <p14:creationId xmlns:p14="http://schemas.microsoft.com/office/powerpoint/2010/main" val="3706154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Rundes Bild links, Text rechts">
    <p:bg bwMode="ltGray">
      <p:bgPr>
        <a:solidFill>
          <a:schemeClr val="bg1">
            <a:lumMod val="95000"/>
          </a:schemeClr>
        </a:solidFill>
        <a:effectLst/>
      </p:bgPr>
    </p:bg>
    <p:spTree>
      <p:nvGrpSpPr>
        <p:cNvPr id="1" name=""/>
        <p:cNvGrpSpPr/>
        <p:nvPr/>
      </p:nvGrpSpPr>
      <p:grpSpPr>
        <a:xfrm>
          <a:off x="0" y="0"/>
          <a:ext cx="0" cy="0"/>
          <a:chOff x="0" y="0"/>
          <a:chExt cx="0" cy="0"/>
        </a:xfrm>
      </p:grpSpPr>
      <p:sp>
        <p:nvSpPr>
          <p:cNvPr id="8" name="Oval 8">
            <a:extLst>
              <a:ext uri="{FF2B5EF4-FFF2-40B4-BE49-F238E27FC236}">
                <a16:creationId xmlns:a16="http://schemas.microsoft.com/office/drawing/2014/main" id="{9B24A04B-F6D6-49DD-8A49-C40DD0FD3377}"/>
              </a:ext>
            </a:extLst>
          </p:cNvPr>
          <p:cNvSpPr/>
          <p:nvPr/>
        </p:nvSpPr>
        <p:spPr bwMode="ltGray">
          <a:xfrm>
            <a:off x="2495600" y="548680"/>
            <a:ext cx="3247290" cy="3247290"/>
          </a:xfrm>
          <a:prstGeom prst="ellipse">
            <a:avLst/>
          </a:prstGeom>
          <a:solidFill>
            <a:srgbClr val="BFBFBF">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sp>
        <p:nvSpPr>
          <p:cNvPr id="19" name="Freihandform: Form 18">
            <a:extLst>
              <a:ext uri="{FF2B5EF4-FFF2-40B4-BE49-F238E27FC236}">
                <a16:creationId xmlns:a16="http://schemas.microsoft.com/office/drawing/2014/main" id="{CA579987-C859-48E3-BB9A-1B34F52344B6}"/>
              </a:ext>
            </a:extLst>
          </p:cNvPr>
          <p:cNvSpPr/>
          <p:nvPr/>
        </p:nvSpPr>
        <p:spPr>
          <a:xfrm>
            <a:off x="-17999" y="1301299"/>
            <a:ext cx="5897976" cy="5574701"/>
          </a:xfrm>
          <a:custGeom>
            <a:avLst/>
            <a:gdLst>
              <a:gd name="connsiteX0" fmla="*/ 2133825 w 5897976"/>
              <a:gd name="connsiteY0" fmla="*/ 0 h 5574701"/>
              <a:gd name="connsiteX1" fmla="*/ 5897976 w 5897976"/>
              <a:gd name="connsiteY1" fmla="*/ 3764151 h 5574701"/>
              <a:gd name="connsiteX2" fmla="*/ 5443664 w 5897976"/>
              <a:gd name="connsiteY2" fmla="*/ 5558369 h 5574701"/>
              <a:gd name="connsiteX3" fmla="*/ 5433742 w 5897976"/>
              <a:gd name="connsiteY3" fmla="*/ 5574701 h 5574701"/>
              <a:gd name="connsiteX4" fmla="*/ 0 w 5897976"/>
              <a:gd name="connsiteY4" fmla="*/ 5574701 h 5574701"/>
              <a:gd name="connsiteX5" fmla="*/ 0 w 5897976"/>
              <a:gd name="connsiteY5" fmla="*/ 664733 h 5574701"/>
              <a:gd name="connsiteX6" fmla="*/ 29253 w 5897976"/>
              <a:gd name="connsiteY6" fmla="*/ 642858 h 5574701"/>
              <a:gd name="connsiteX7" fmla="*/ 2133825 w 5897976"/>
              <a:gd name="connsiteY7" fmla="*/ 0 h 5574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97976" h="5574701">
                <a:moveTo>
                  <a:pt x="2133825" y="0"/>
                </a:moveTo>
                <a:cubicBezTo>
                  <a:pt x="4212708" y="0"/>
                  <a:pt x="5897976" y="1685268"/>
                  <a:pt x="5897976" y="3764151"/>
                </a:cubicBezTo>
                <a:cubicBezTo>
                  <a:pt x="5897976" y="4413802"/>
                  <a:pt x="5733399" y="5025014"/>
                  <a:pt x="5443664" y="5558369"/>
                </a:cubicBezTo>
                <a:lnTo>
                  <a:pt x="5433742" y="5574701"/>
                </a:lnTo>
                <a:lnTo>
                  <a:pt x="0" y="5574701"/>
                </a:lnTo>
                <a:lnTo>
                  <a:pt x="0" y="664733"/>
                </a:lnTo>
                <a:lnTo>
                  <a:pt x="29253" y="642858"/>
                </a:lnTo>
                <a:cubicBezTo>
                  <a:pt x="630015" y="236991"/>
                  <a:pt x="1354244" y="0"/>
                  <a:pt x="2133825" y="0"/>
                </a:cubicBezTo>
                <a:close/>
              </a:path>
            </a:pathLst>
          </a:cu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b="1" i="0" dirty="0">
              <a:latin typeface="Calibri" panose="020F0502020204030204" pitchFamily="34" charset="0"/>
            </a:endParaRPr>
          </a:p>
        </p:txBody>
      </p:sp>
      <p:sp>
        <p:nvSpPr>
          <p:cNvPr id="9" name="Oval 10">
            <a:extLst>
              <a:ext uri="{FF2B5EF4-FFF2-40B4-BE49-F238E27FC236}">
                <a16:creationId xmlns:a16="http://schemas.microsoft.com/office/drawing/2014/main" id="{0C45E8C1-8900-4607-B0A4-98A4DA76E926}"/>
              </a:ext>
            </a:extLst>
          </p:cNvPr>
          <p:cNvSpPr/>
          <p:nvPr/>
        </p:nvSpPr>
        <p:spPr bwMode="ltGray">
          <a:xfrm>
            <a:off x="4526804" y="217085"/>
            <a:ext cx="1144570" cy="1144570"/>
          </a:xfrm>
          <a:prstGeom prst="ellipse">
            <a:avLst/>
          </a:prstGeom>
          <a:solidFill>
            <a:srgbClr val="BFBFBF">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sp>
        <p:nvSpPr>
          <p:cNvPr id="10" name="Oval 11">
            <a:extLst>
              <a:ext uri="{FF2B5EF4-FFF2-40B4-BE49-F238E27FC236}">
                <a16:creationId xmlns:a16="http://schemas.microsoft.com/office/drawing/2014/main" id="{78D8CC27-3859-4C33-9901-588E71DA1182}"/>
              </a:ext>
            </a:extLst>
          </p:cNvPr>
          <p:cNvSpPr/>
          <p:nvPr/>
        </p:nvSpPr>
        <p:spPr bwMode="ltGray">
          <a:xfrm>
            <a:off x="420887" y="565121"/>
            <a:ext cx="418529" cy="418529"/>
          </a:xfrm>
          <a:prstGeom prst="ellipse">
            <a:avLst/>
          </a:prstGeom>
          <a:solidFill>
            <a:srgbClr val="BFBFBF">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sp>
        <p:nvSpPr>
          <p:cNvPr id="20" name="Oval 22">
            <a:extLst>
              <a:ext uri="{FF2B5EF4-FFF2-40B4-BE49-F238E27FC236}">
                <a16:creationId xmlns:a16="http://schemas.microsoft.com/office/drawing/2014/main" id="{AD6CDDB1-99B9-450E-929A-9587AD06BCE5}"/>
              </a:ext>
            </a:extLst>
          </p:cNvPr>
          <p:cNvSpPr/>
          <p:nvPr/>
        </p:nvSpPr>
        <p:spPr bwMode="ltGray">
          <a:xfrm>
            <a:off x="758753" y="1443190"/>
            <a:ext cx="162070" cy="16207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mn-lt"/>
            </a:endParaRPr>
          </a:p>
        </p:txBody>
      </p:sp>
      <p:grpSp>
        <p:nvGrpSpPr>
          <p:cNvPr id="27" name="Group 698">
            <a:extLst>
              <a:ext uri="{FF2B5EF4-FFF2-40B4-BE49-F238E27FC236}">
                <a16:creationId xmlns:a16="http://schemas.microsoft.com/office/drawing/2014/main" id="{60D812A5-4C43-4387-B8CB-7219526FB122}"/>
              </a:ext>
            </a:extLst>
          </p:cNvPr>
          <p:cNvGrpSpPr>
            <a:grpSpLocks noChangeAspect="1"/>
          </p:cNvGrpSpPr>
          <p:nvPr/>
        </p:nvGrpSpPr>
        <p:grpSpPr bwMode="black">
          <a:xfrm>
            <a:off x="10468800" y="406800"/>
            <a:ext cx="1386000" cy="435600"/>
            <a:chOff x="561" y="2269"/>
            <a:chExt cx="4636" cy="1455"/>
          </a:xfrm>
        </p:grpSpPr>
        <p:sp>
          <p:nvSpPr>
            <p:cNvPr id="28" name="AutoShape 697">
              <a:extLst>
                <a:ext uri="{FF2B5EF4-FFF2-40B4-BE49-F238E27FC236}">
                  <a16:creationId xmlns:a16="http://schemas.microsoft.com/office/drawing/2014/main" id="{29B84981-6B81-4CD5-B93F-A121C330E399}"/>
                </a:ext>
              </a:extLst>
            </p:cNvPr>
            <p:cNvSpPr>
              <a:spLocks noChangeAspect="1" noChangeArrowheads="1" noTextEdit="1"/>
            </p:cNvSpPr>
            <p:nvPr/>
          </p:nvSpPr>
          <p:spPr bwMode="black">
            <a:xfrm>
              <a:off x="561" y="2271"/>
              <a:ext cx="4634" cy="1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29" name="Oval 699">
              <a:extLst>
                <a:ext uri="{FF2B5EF4-FFF2-40B4-BE49-F238E27FC236}">
                  <a16:creationId xmlns:a16="http://schemas.microsoft.com/office/drawing/2014/main" id="{11128AC4-1C81-4D4B-8798-7B37C24AF307}"/>
                </a:ext>
              </a:extLst>
            </p:cNvPr>
            <p:cNvSpPr>
              <a:spLocks noChangeArrowheads="1"/>
            </p:cNvSpPr>
            <p:nvPr/>
          </p:nvSpPr>
          <p:spPr bwMode="black">
            <a:xfrm>
              <a:off x="561" y="2905"/>
              <a:ext cx="483" cy="484"/>
            </a:xfrm>
            <a:prstGeom prst="ellipse">
              <a:avLst/>
            </a:prstGeom>
            <a:solidFill>
              <a:srgbClr val="A0144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30" name="Freeform 700">
              <a:extLst>
                <a:ext uri="{FF2B5EF4-FFF2-40B4-BE49-F238E27FC236}">
                  <a16:creationId xmlns:a16="http://schemas.microsoft.com/office/drawing/2014/main" id="{72B3D720-57F7-4652-A254-00FFF27F3D44}"/>
                </a:ext>
              </a:extLst>
            </p:cNvPr>
            <p:cNvSpPr>
              <a:spLocks/>
            </p:cNvSpPr>
            <p:nvPr/>
          </p:nvSpPr>
          <p:spPr bwMode="black">
            <a:xfrm>
              <a:off x="1200" y="2269"/>
              <a:ext cx="1559" cy="1113"/>
            </a:xfrm>
            <a:custGeom>
              <a:avLst/>
              <a:gdLst>
                <a:gd name="T0" fmla="*/ 0 w 659"/>
                <a:gd name="T1" fmla="*/ 0 h 469"/>
                <a:gd name="T2" fmla="*/ 0 w 659"/>
                <a:gd name="T3" fmla="*/ 469 h 469"/>
                <a:gd name="T4" fmla="*/ 85 w 659"/>
                <a:gd name="T5" fmla="*/ 469 h 469"/>
                <a:gd name="T6" fmla="*/ 85 w 659"/>
                <a:gd name="T7" fmla="*/ 72 h 469"/>
                <a:gd name="T8" fmla="*/ 282 w 659"/>
                <a:gd name="T9" fmla="*/ 72 h 469"/>
                <a:gd name="T10" fmla="*/ 282 w 659"/>
                <a:gd name="T11" fmla="*/ 469 h 469"/>
                <a:gd name="T12" fmla="*/ 367 w 659"/>
                <a:gd name="T13" fmla="*/ 469 h 469"/>
                <a:gd name="T14" fmla="*/ 367 w 659"/>
                <a:gd name="T15" fmla="*/ 72 h 469"/>
                <a:gd name="T16" fmla="*/ 498 w 659"/>
                <a:gd name="T17" fmla="*/ 72 h 469"/>
                <a:gd name="T18" fmla="*/ 573 w 659"/>
                <a:gd name="T19" fmla="*/ 155 h 469"/>
                <a:gd name="T20" fmla="*/ 573 w 659"/>
                <a:gd name="T21" fmla="*/ 469 h 469"/>
                <a:gd name="T22" fmla="*/ 659 w 659"/>
                <a:gd name="T23" fmla="*/ 469 h 469"/>
                <a:gd name="T24" fmla="*/ 659 w 659"/>
                <a:gd name="T25" fmla="*/ 132 h 469"/>
                <a:gd name="T26" fmla="*/ 541 w 659"/>
                <a:gd name="T27" fmla="*/ 0 h 469"/>
                <a:gd name="T28" fmla="*/ 0 w 659"/>
                <a:gd name="T29"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9" h="469">
                  <a:moveTo>
                    <a:pt x="0" y="0"/>
                  </a:moveTo>
                  <a:cubicBezTo>
                    <a:pt x="0" y="469"/>
                    <a:pt x="0" y="469"/>
                    <a:pt x="0" y="469"/>
                  </a:cubicBezTo>
                  <a:cubicBezTo>
                    <a:pt x="85" y="469"/>
                    <a:pt x="85" y="469"/>
                    <a:pt x="85" y="469"/>
                  </a:cubicBezTo>
                  <a:cubicBezTo>
                    <a:pt x="85" y="72"/>
                    <a:pt x="85" y="72"/>
                    <a:pt x="85" y="72"/>
                  </a:cubicBezTo>
                  <a:cubicBezTo>
                    <a:pt x="85" y="72"/>
                    <a:pt x="218" y="72"/>
                    <a:pt x="282" y="72"/>
                  </a:cubicBezTo>
                  <a:cubicBezTo>
                    <a:pt x="282" y="469"/>
                    <a:pt x="282" y="469"/>
                    <a:pt x="282" y="469"/>
                  </a:cubicBezTo>
                  <a:cubicBezTo>
                    <a:pt x="367" y="469"/>
                    <a:pt x="367" y="469"/>
                    <a:pt x="367" y="469"/>
                  </a:cubicBezTo>
                  <a:cubicBezTo>
                    <a:pt x="367" y="72"/>
                    <a:pt x="367" y="72"/>
                    <a:pt x="367" y="72"/>
                  </a:cubicBezTo>
                  <a:cubicBezTo>
                    <a:pt x="424" y="72"/>
                    <a:pt x="472" y="72"/>
                    <a:pt x="498" y="72"/>
                  </a:cubicBezTo>
                  <a:cubicBezTo>
                    <a:pt x="542" y="72"/>
                    <a:pt x="573" y="98"/>
                    <a:pt x="573" y="155"/>
                  </a:cubicBezTo>
                  <a:cubicBezTo>
                    <a:pt x="573" y="469"/>
                    <a:pt x="573" y="469"/>
                    <a:pt x="573" y="469"/>
                  </a:cubicBezTo>
                  <a:cubicBezTo>
                    <a:pt x="659" y="469"/>
                    <a:pt x="659" y="469"/>
                    <a:pt x="659" y="469"/>
                  </a:cubicBezTo>
                  <a:cubicBezTo>
                    <a:pt x="659" y="346"/>
                    <a:pt x="659" y="239"/>
                    <a:pt x="659" y="132"/>
                  </a:cubicBezTo>
                  <a:cubicBezTo>
                    <a:pt x="659" y="68"/>
                    <a:pt x="626" y="0"/>
                    <a:pt x="541" y="0"/>
                  </a:cubicBezTo>
                  <a:cubicBezTo>
                    <a:pt x="0" y="0"/>
                    <a:pt x="0" y="0"/>
                    <a:pt x="0" y="0"/>
                  </a:cubicBezTo>
                  <a:close/>
                </a:path>
              </a:pathLst>
            </a:custGeom>
            <a:solidFill>
              <a:srgbClr val="6F6F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31" name="Freeform 701">
              <a:extLst>
                <a:ext uri="{FF2B5EF4-FFF2-40B4-BE49-F238E27FC236}">
                  <a16:creationId xmlns:a16="http://schemas.microsoft.com/office/drawing/2014/main" id="{6F362FDB-EF02-403C-8027-D321073BBDD9}"/>
                </a:ext>
              </a:extLst>
            </p:cNvPr>
            <p:cNvSpPr>
              <a:spLocks/>
            </p:cNvSpPr>
            <p:nvPr/>
          </p:nvSpPr>
          <p:spPr bwMode="black">
            <a:xfrm>
              <a:off x="2877" y="2269"/>
              <a:ext cx="1107" cy="1113"/>
            </a:xfrm>
            <a:custGeom>
              <a:avLst/>
              <a:gdLst>
                <a:gd name="T0" fmla="*/ 121 w 468"/>
                <a:gd name="T1" fmla="*/ 0 h 469"/>
                <a:gd name="T2" fmla="*/ 0 w 468"/>
                <a:gd name="T3" fmla="*/ 130 h 469"/>
                <a:gd name="T4" fmla="*/ 115 w 468"/>
                <a:gd name="T5" fmla="*/ 266 h 469"/>
                <a:gd name="T6" fmla="*/ 319 w 468"/>
                <a:gd name="T7" fmla="*/ 266 h 469"/>
                <a:gd name="T8" fmla="*/ 381 w 468"/>
                <a:gd name="T9" fmla="*/ 335 h 469"/>
                <a:gd name="T10" fmla="*/ 320 w 468"/>
                <a:gd name="T11" fmla="*/ 398 h 469"/>
                <a:gd name="T12" fmla="*/ 8 w 468"/>
                <a:gd name="T13" fmla="*/ 398 h 469"/>
                <a:gd name="T14" fmla="*/ 8 w 468"/>
                <a:gd name="T15" fmla="*/ 469 h 469"/>
                <a:gd name="T16" fmla="*/ 356 w 468"/>
                <a:gd name="T17" fmla="*/ 469 h 469"/>
                <a:gd name="T18" fmla="*/ 468 w 468"/>
                <a:gd name="T19" fmla="*/ 336 h 469"/>
                <a:gd name="T20" fmla="*/ 362 w 468"/>
                <a:gd name="T21" fmla="*/ 194 h 469"/>
                <a:gd name="T22" fmla="*/ 142 w 468"/>
                <a:gd name="T23" fmla="*/ 194 h 469"/>
                <a:gd name="T24" fmla="*/ 86 w 468"/>
                <a:gd name="T25" fmla="*/ 132 h 469"/>
                <a:gd name="T26" fmla="*/ 151 w 468"/>
                <a:gd name="T27" fmla="*/ 72 h 469"/>
                <a:gd name="T28" fmla="*/ 452 w 468"/>
                <a:gd name="T29" fmla="*/ 72 h 469"/>
                <a:gd name="T30" fmla="*/ 452 w 468"/>
                <a:gd name="T31" fmla="*/ 0 h 469"/>
                <a:gd name="T32" fmla="*/ 121 w 468"/>
                <a:gd name="T33"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8" h="469">
                  <a:moveTo>
                    <a:pt x="121" y="0"/>
                  </a:moveTo>
                  <a:cubicBezTo>
                    <a:pt x="28" y="0"/>
                    <a:pt x="0" y="62"/>
                    <a:pt x="0" y="130"/>
                  </a:cubicBezTo>
                  <a:cubicBezTo>
                    <a:pt x="0" y="204"/>
                    <a:pt x="31" y="266"/>
                    <a:pt x="115" y="266"/>
                  </a:cubicBezTo>
                  <a:cubicBezTo>
                    <a:pt x="191" y="266"/>
                    <a:pt x="262" y="266"/>
                    <a:pt x="319" y="266"/>
                  </a:cubicBezTo>
                  <a:cubicBezTo>
                    <a:pt x="381" y="266"/>
                    <a:pt x="381" y="314"/>
                    <a:pt x="381" y="335"/>
                  </a:cubicBezTo>
                  <a:cubicBezTo>
                    <a:pt x="381" y="356"/>
                    <a:pt x="381" y="398"/>
                    <a:pt x="320" y="398"/>
                  </a:cubicBezTo>
                  <a:cubicBezTo>
                    <a:pt x="272" y="398"/>
                    <a:pt x="8" y="398"/>
                    <a:pt x="8" y="398"/>
                  </a:cubicBezTo>
                  <a:cubicBezTo>
                    <a:pt x="8" y="398"/>
                    <a:pt x="8" y="449"/>
                    <a:pt x="8" y="469"/>
                  </a:cubicBezTo>
                  <a:cubicBezTo>
                    <a:pt x="356" y="469"/>
                    <a:pt x="356" y="469"/>
                    <a:pt x="356" y="469"/>
                  </a:cubicBezTo>
                  <a:cubicBezTo>
                    <a:pt x="443" y="469"/>
                    <a:pt x="468" y="418"/>
                    <a:pt x="468" y="336"/>
                  </a:cubicBezTo>
                  <a:cubicBezTo>
                    <a:pt x="468" y="238"/>
                    <a:pt x="436" y="194"/>
                    <a:pt x="362" y="194"/>
                  </a:cubicBezTo>
                  <a:cubicBezTo>
                    <a:pt x="274" y="194"/>
                    <a:pt x="213" y="194"/>
                    <a:pt x="142" y="194"/>
                  </a:cubicBezTo>
                  <a:cubicBezTo>
                    <a:pt x="86" y="194"/>
                    <a:pt x="86" y="157"/>
                    <a:pt x="86" y="132"/>
                  </a:cubicBezTo>
                  <a:cubicBezTo>
                    <a:pt x="86" y="112"/>
                    <a:pt x="92" y="72"/>
                    <a:pt x="151" y="72"/>
                  </a:cubicBezTo>
                  <a:cubicBezTo>
                    <a:pt x="214" y="72"/>
                    <a:pt x="452" y="72"/>
                    <a:pt x="452" y="72"/>
                  </a:cubicBezTo>
                  <a:cubicBezTo>
                    <a:pt x="452" y="43"/>
                    <a:pt x="452" y="27"/>
                    <a:pt x="452" y="0"/>
                  </a:cubicBezTo>
                  <a:cubicBezTo>
                    <a:pt x="121" y="0"/>
                    <a:pt x="121" y="0"/>
                    <a:pt x="121" y="0"/>
                  </a:cubicBezTo>
                  <a:close/>
                </a:path>
              </a:pathLst>
            </a:custGeom>
            <a:solidFill>
              <a:srgbClr val="6F6F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32" name="Freeform 702">
              <a:extLst>
                <a:ext uri="{FF2B5EF4-FFF2-40B4-BE49-F238E27FC236}">
                  <a16:creationId xmlns:a16="http://schemas.microsoft.com/office/drawing/2014/main" id="{7D4187E6-467B-4EE3-BE59-A72A51CD37BA}"/>
                </a:ext>
              </a:extLst>
            </p:cNvPr>
            <p:cNvSpPr>
              <a:spLocks noEditPoints="1"/>
            </p:cNvSpPr>
            <p:nvPr/>
          </p:nvSpPr>
          <p:spPr bwMode="black">
            <a:xfrm>
              <a:off x="4107" y="2269"/>
              <a:ext cx="1090" cy="1455"/>
            </a:xfrm>
            <a:custGeom>
              <a:avLst/>
              <a:gdLst>
                <a:gd name="T0" fmla="*/ 170 w 461"/>
                <a:gd name="T1" fmla="*/ 0 h 613"/>
                <a:gd name="T2" fmla="*/ 44 w 461"/>
                <a:gd name="T3" fmla="*/ 29 h 613"/>
                <a:gd name="T4" fmla="*/ 0 w 461"/>
                <a:gd name="T5" fmla="*/ 149 h 613"/>
                <a:gd name="T6" fmla="*/ 0 w 461"/>
                <a:gd name="T7" fmla="*/ 233 h 613"/>
                <a:gd name="T8" fmla="*/ 0 w 461"/>
                <a:gd name="T9" fmla="*/ 318 h 613"/>
                <a:gd name="T10" fmla="*/ 47 w 461"/>
                <a:gd name="T11" fmla="*/ 445 h 613"/>
                <a:gd name="T12" fmla="*/ 170 w 461"/>
                <a:gd name="T13" fmla="*/ 469 h 613"/>
                <a:gd name="T14" fmla="*/ 376 w 461"/>
                <a:gd name="T15" fmla="*/ 469 h 613"/>
                <a:gd name="T16" fmla="*/ 376 w 461"/>
                <a:gd name="T17" fmla="*/ 487 h 613"/>
                <a:gd name="T18" fmla="*/ 328 w 461"/>
                <a:gd name="T19" fmla="*/ 538 h 613"/>
                <a:gd name="T20" fmla="*/ 61 w 461"/>
                <a:gd name="T21" fmla="*/ 538 h 613"/>
                <a:gd name="T22" fmla="*/ 61 w 461"/>
                <a:gd name="T23" fmla="*/ 613 h 613"/>
                <a:gd name="T24" fmla="*/ 356 w 461"/>
                <a:gd name="T25" fmla="*/ 613 h 613"/>
                <a:gd name="T26" fmla="*/ 461 w 461"/>
                <a:gd name="T27" fmla="*/ 511 h 613"/>
                <a:gd name="T28" fmla="*/ 461 w 461"/>
                <a:gd name="T29" fmla="*/ 0 h 613"/>
                <a:gd name="T30" fmla="*/ 170 w 461"/>
                <a:gd name="T31" fmla="*/ 0 h 613"/>
                <a:gd name="T32" fmla="*/ 376 w 461"/>
                <a:gd name="T33" fmla="*/ 398 h 613"/>
                <a:gd name="T34" fmla="*/ 196 w 461"/>
                <a:gd name="T35" fmla="*/ 398 h 613"/>
                <a:gd name="T36" fmla="*/ 88 w 461"/>
                <a:gd name="T37" fmla="*/ 333 h 613"/>
                <a:gd name="T38" fmla="*/ 88 w 461"/>
                <a:gd name="T39" fmla="*/ 231 h 613"/>
                <a:gd name="T40" fmla="*/ 88 w 461"/>
                <a:gd name="T41" fmla="*/ 148 h 613"/>
                <a:gd name="T42" fmla="*/ 200 w 461"/>
                <a:gd name="T43" fmla="*/ 72 h 613"/>
                <a:gd name="T44" fmla="*/ 376 w 461"/>
                <a:gd name="T45" fmla="*/ 72 h 613"/>
                <a:gd name="T46" fmla="*/ 376 w 461"/>
                <a:gd name="T47" fmla="*/ 398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1" h="613">
                  <a:moveTo>
                    <a:pt x="170" y="0"/>
                  </a:moveTo>
                  <a:cubicBezTo>
                    <a:pt x="94" y="0"/>
                    <a:pt x="65" y="12"/>
                    <a:pt x="44" y="29"/>
                  </a:cubicBezTo>
                  <a:cubicBezTo>
                    <a:pt x="22" y="47"/>
                    <a:pt x="1" y="70"/>
                    <a:pt x="0" y="149"/>
                  </a:cubicBezTo>
                  <a:cubicBezTo>
                    <a:pt x="0" y="233"/>
                    <a:pt x="0" y="233"/>
                    <a:pt x="0" y="233"/>
                  </a:cubicBezTo>
                  <a:cubicBezTo>
                    <a:pt x="0" y="318"/>
                    <a:pt x="0" y="318"/>
                    <a:pt x="0" y="318"/>
                  </a:cubicBezTo>
                  <a:cubicBezTo>
                    <a:pt x="0" y="402"/>
                    <a:pt x="23" y="425"/>
                    <a:pt x="47" y="445"/>
                  </a:cubicBezTo>
                  <a:cubicBezTo>
                    <a:pt x="63" y="456"/>
                    <a:pt x="89" y="469"/>
                    <a:pt x="170" y="469"/>
                  </a:cubicBezTo>
                  <a:cubicBezTo>
                    <a:pt x="376" y="469"/>
                    <a:pt x="376" y="469"/>
                    <a:pt x="376" y="469"/>
                  </a:cubicBezTo>
                  <a:cubicBezTo>
                    <a:pt x="376" y="469"/>
                    <a:pt x="376" y="484"/>
                    <a:pt x="376" y="487"/>
                  </a:cubicBezTo>
                  <a:cubicBezTo>
                    <a:pt x="376" y="523"/>
                    <a:pt x="369" y="538"/>
                    <a:pt x="328" y="538"/>
                  </a:cubicBezTo>
                  <a:cubicBezTo>
                    <a:pt x="61" y="538"/>
                    <a:pt x="61" y="538"/>
                    <a:pt x="61" y="538"/>
                  </a:cubicBezTo>
                  <a:cubicBezTo>
                    <a:pt x="61" y="613"/>
                    <a:pt x="61" y="613"/>
                    <a:pt x="61" y="613"/>
                  </a:cubicBezTo>
                  <a:cubicBezTo>
                    <a:pt x="356" y="613"/>
                    <a:pt x="356" y="613"/>
                    <a:pt x="356" y="613"/>
                  </a:cubicBezTo>
                  <a:cubicBezTo>
                    <a:pt x="435" y="613"/>
                    <a:pt x="461" y="578"/>
                    <a:pt x="461" y="511"/>
                  </a:cubicBezTo>
                  <a:cubicBezTo>
                    <a:pt x="461" y="0"/>
                    <a:pt x="461" y="0"/>
                    <a:pt x="461" y="0"/>
                  </a:cubicBezTo>
                  <a:lnTo>
                    <a:pt x="170" y="0"/>
                  </a:lnTo>
                  <a:close/>
                  <a:moveTo>
                    <a:pt x="376" y="398"/>
                  </a:moveTo>
                  <a:cubicBezTo>
                    <a:pt x="196" y="398"/>
                    <a:pt x="196" y="398"/>
                    <a:pt x="196" y="398"/>
                  </a:cubicBezTo>
                  <a:cubicBezTo>
                    <a:pt x="143" y="398"/>
                    <a:pt x="89" y="402"/>
                    <a:pt x="88" y="333"/>
                  </a:cubicBezTo>
                  <a:cubicBezTo>
                    <a:pt x="88" y="330"/>
                    <a:pt x="88" y="305"/>
                    <a:pt x="88" y="231"/>
                  </a:cubicBezTo>
                  <a:cubicBezTo>
                    <a:pt x="88" y="169"/>
                    <a:pt x="87" y="154"/>
                    <a:pt x="88" y="148"/>
                  </a:cubicBezTo>
                  <a:cubicBezTo>
                    <a:pt x="91" y="90"/>
                    <a:pt x="112" y="70"/>
                    <a:pt x="200" y="72"/>
                  </a:cubicBezTo>
                  <a:cubicBezTo>
                    <a:pt x="205" y="72"/>
                    <a:pt x="376" y="72"/>
                    <a:pt x="376" y="72"/>
                  </a:cubicBezTo>
                  <a:lnTo>
                    <a:pt x="376" y="398"/>
                  </a:lnTo>
                  <a:close/>
                </a:path>
              </a:pathLst>
            </a:custGeom>
            <a:solidFill>
              <a:srgbClr val="6F6F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grpSp>
      <p:sp>
        <p:nvSpPr>
          <p:cNvPr id="2" name="Titel 1">
            <a:extLst>
              <a:ext uri="{FF2B5EF4-FFF2-40B4-BE49-F238E27FC236}">
                <a16:creationId xmlns:a16="http://schemas.microsoft.com/office/drawing/2014/main" id="{B01A7716-7F38-4617-880A-F0236038B132}"/>
              </a:ext>
            </a:extLst>
          </p:cNvPr>
          <p:cNvSpPr>
            <a:spLocks noGrp="1"/>
          </p:cNvSpPr>
          <p:nvPr>
            <p:ph type="title"/>
          </p:nvPr>
        </p:nvSpPr>
        <p:spPr>
          <a:xfrm>
            <a:off x="6096001" y="1270000"/>
            <a:ext cx="5256211" cy="1173722"/>
          </a:xfrm>
        </p:spPr>
        <p:txBody>
          <a:bodyPr anchor="b" anchorCtr="0"/>
          <a:lstStyle>
            <a:lvl1pPr>
              <a:defRPr sz="2800"/>
            </a:lvl1pPr>
          </a:lstStyle>
          <a:p>
            <a:r>
              <a:rPr lang="de-DE"/>
              <a:t>Mastertitelformat bearbeiten</a:t>
            </a:r>
            <a:endParaRPr lang="de-DE" dirty="0"/>
          </a:p>
        </p:txBody>
      </p:sp>
      <p:sp>
        <p:nvSpPr>
          <p:cNvPr id="21" name="Inhaltsplatzhalter 8">
            <a:extLst>
              <a:ext uri="{FF2B5EF4-FFF2-40B4-BE49-F238E27FC236}">
                <a16:creationId xmlns:a16="http://schemas.microsoft.com/office/drawing/2014/main" id="{25F1ED80-0381-4FC1-B7D5-F1F6748ABD5E}"/>
              </a:ext>
            </a:extLst>
          </p:cNvPr>
          <p:cNvSpPr>
            <a:spLocks noGrp="1"/>
          </p:cNvSpPr>
          <p:nvPr>
            <p:ph sz="quarter" idx="16"/>
          </p:nvPr>
        </p:nvSpPr>
        <p:spPr>
          <a:xfrm>
            <a:off x="6096001" y="2852738"/>
            <a:ext cx="5256211" cy="3455987"/>
          </a:xfrm>
        </p:spPr>
        <p:txBody>
          <a:bodyPr/>
          <a:lstStyle/>
          <a:p>
            <a:pPr lvl="0"/>
            <a:r>
              <a:rPr lang="de-DE"/>
              <a:t>Mastertextformat bearbeiten</a:t>
            </a:r>
          </a:p>
          <a:p>
            <a:pPr lvl="1"/>
            <a:r>
              <a:rPr lang="de-DE"/>
              <a:t>Zweite Ebene</a:t>
            </a:r>
          </a:p>
          <a:p>
            <a:pPr lvl="2"/>
            <a:r>
              <a:rPr lang="de-DE"/>
              <a:t>Dritte Ebene</a:t>
            </a:r>
          </a:p>
        </p:txBody>
      </p:sp>
      <p:sp>
        <p:nvSpPr>
          <p:cNvPr id="18" name="Foliennummernplatzhalter 17">
            <a:extLst>
              <a:ext uri="{FF2B5EF4-FFF2-40B4-BE49-F238E27FC236}">
                <a16:creationId xmlns:a16="http://schemas.microsoft.com/office/drawing/2014/main" id="{F4D8EA5D-2487-4E3E-925F-00E6AF9A423D}"/>
              </a:ext>
            </a:extLst>
          </p:cNvPr>
          <p:cNvSpPr>
            <a:spLocks noGrp="1"/>
          </p:cNvSpPr>
          <p:nvPr>
            <p:ph type="sldNum" sz="quarter" idx="18"/>
          </p:nvPr>
        </p:nvSpPr>
        <p:spPr/>
        <p:txBody>
          <a:bodyPr/>
          <a:lstStyle/>
          <a:p>
            <a:fld id="{B27B0579-4238-4E44-9A9E-134B676F827C}" type="slidenum">
              <a:rPr lang="de-DE" smtClean="0"/>
              <a:pPr/>
              <a:t>‹Nr.›</a:t>
            </a:fld>
            <a:endParaRPr lang="de-DE" dirty="0"/>
          </a:p>
        </p:txBody>
      </p:sp>
      <p:sp>
        <p:nvSpPr>
          <p:cNvPr id="7" name="Bildplatzhalter 64">
            <a:extLst>
              <a:ext uri="{FF2B5EF4-FFF2-40B4-BE49-F238E27FC236}">
                <a16:creationId xmlns:a16="http://schemas.microsoft.com/office/drawing/2014/main" id="{07118C7A-C8B9-4C82-B1EE-0F5F40740570}"/>
              </a:ext>
            </a:extLst>
          </p:cNvPr>
          <p:cNvSpPr>
            <a:spLocks noGrp="1"/>
          </p:cNvSpPr>
          <p:nvPr>
            <p:ph type="pic" sz="quarter" idx="13" hasCustomPrompt="1"/>
          </p:nvPr>
        </p:nvSpPr>
        <p:spPr>
          <a:xfrm>
            <a:off x="0" y="1498177"/>
            <a:ext cx="5666281" cy="5359823"/>
          </a:xfrm>
          <a:custGeom>
            <a:avLst/>
            <a:gdLst>
              <a:gd name="connsiteX0" fmla="*/ 2452011 w 6550979"/>
              <a:gd name="connsiteY0" fmla="*/ 6 h 6196672"/>
              <a:gd name="connsiteX1" fmla="*/ 6550977 w 6550979"/>
              <a:gd name="connsiteY1" fmla="*/ 4087013 h 6196672"/>
              <a:gd name="connsiteX2" fmla="*/ 6099184 w 6550979"/>
              <a:gd name="connsiteY2" fmla="*/ 5953760 h 6196672"/>
              <a:gd name="connsiteX3" fmla="*/ 5963306 w 6550979"/>
              <a:gd name="connsiteY3" fmla="*/ 6196672 h 6196672"/>
              <a:gd name="connsiteX4" fmla="*/ 0 w 6550979"/>
              <a:gd name="connsiteY4" fmla="*/ 6196672 h 6196672"/>
              <a:gd name="connsiteX5" fmla="*/ 0 w 6550979"/>
              <a:gd name="connsiteY5" fmla="*/ 810424 h 6196672"/>
              <a:gd name="connsiteX6" fmla="*/ 2452011 w 6550979"/>
              <a:gd name="connsiteY6" fmla="*/ 6 h 6196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50979" h="6196672">
                <a:moveTo>
                  <a:pt x="2452011" y="6"/>
                </a:moveTo>
                <a:cubicBezTo>
                  <a:pt x="4716114" y="6"/>
                  <a:pt x="6550977" y="1830338"/>
                  <a:pt x="6550977" y="4087013"/>
                </a:cubicBezTo>
                <a:cubicBezTo>
                  <a:pt x="6551646" y="4737609"/>
                  <a:pt x="6396131" y="5377511"/>
                  <a:pt x="6099184" y="5953760"/>
                </a:cubicBezTo>
                <a:lnTo>
                  <a:pt x="5963306" y="6196672"/>
                </a:lnTo>
                <a:lnTo>
                  <a:pt x="0" y="6196672"/>
                </a:lnTo>
                <a:lnTo>
                  <a:pt x="0" y="810424"/>
                </a:lnTo>
                <a:cubicBezTo>
                  <a:pt x="707983" y="282901"/>
                  <a:pt x="1568327" y="-1453"/>
                  <a:pt x="2452011" y="6"/>
                </a:cubicBezTo>
                <a:close/>
              </a:path>
            </a:pathLst>
          </a:custGeom>
          <a:solidFill>
            <a:schemeClr val="accent4"/>
          </a:solidFill>
          <a:ln>
            <a:noFill/>
          </a:ln>
        </p:spPr>
        <p:txBody>
          <a:bodyPr wrap="square" anchor="ctr">
            <a:noAutofit/>
          </a:bodyPr>
          <a:lstStyle>
            <a:lvl1pPr marL="0" indent="0" algn="ctr">
              <a:buNone/>
              <a:defRPr sz="1200" b="0" i="0">
                <a:latin typeface="Calibri" panose="020F0502020204030204" pitchFamily="34" charset="0"/>
                <a:ea typeface="Open Sans Light" panose="020B0306030504020204" pitchFamily="34" charset="0"/>
                <a:cs typeface="Calibri" panose="020F0502020204030204" pitchFamily="34" charset="0"/>
              </a:defRPr>
            </a:lvl1pPr>
          </a:lstStyle>
          <a:p>
            <a:r>
              <a:rPr lang="de-DE" dirty="0"/>
              <a:t>Bild durch Klicken auf das Symbol hinzufügen.</a:t>
            </a:r>
            <a:br>
              <a:rPr lang="de-DE" dirty="0"/>
            </a:br>
            <a:r>
              <a:rPr lang="de-DE" dirty="0"/>
              <a:t>Alternativ den Rahmen des Bildplatzhalters markieren (Klick auf die graue Fläche)</a:t>
            </a:r>
            <a:br>
              <a:rPr lang="de-DE" dirty="0"/>
            </a:br>
            <a:r>
              <a:rPr lang="de-DE" dirty="0"/>
              <a:t>und ein Bild aus den </a:t>
            </a:r>
            <a:r>
              <a:rPr lang="de-DE" dirty="0" err="1"/>
              <a:t>QuickSlide</a:t>
            </a:r>
            <a:r>
              <a:rPr lang="de-DE" dirty="0"/>
              <a:t>-Elementen hinzufügen.</a:t>
            </a:r>
            <a:br>
              <a:rPr lang="de-DE" dirty="0"/>
            </a:br>
            <a:r>
              <a:rPr lang="de-DE" dirty="0"/>
              <a:t>Anschließend die Folie zurücksetzen (Folie &gt; Zurücksetzen).</a:t>
            </a:r>
            <a:br>
              <a:rPr lang="de-DE" dirty="0"/>
            </a:br>
            <a:r>
              <a:rPr lang="de-DE" dirty="0"/>
              <a:t>Hierbei werden alle Platzhalter auf der Folie zurückgesetzt!</a:t>
            </a:r>
          </a:p>
        </p:txBody>
      </p:sp>
      <p:sp>
        <p:nvSpPr>
          <p:cNvPr id="3" name="Fußzeilenplatzhalter 2">
            <a:extLst>
              <a:ext uri="{FF2B5EF4-FFF2-40B4-BE49-F238E27FC236}">
                <a16:creationId xmlns:a16="http://schemas.microsoft.com/office/drawing/2014/main" id="{E16C3D40-2BAE-4E85-A7B0-51C32DE261B4}"/>
              </a:ext>
            </a:extLst>
          </p:cNvPr>
          <p:cNvSpPr>
            <a:spLocks noGrp="1"/>
          </p:cNvSpPr>
          <p:nvPr>
            <p:ph type="ftr" sz="quarter" idx="17"/>
          </p:nvPr>
        </p:nvSpPr>
        <p:spPr/>
        <p:txBody>
          <a:bodyPr/>
          <a:lstStyle>
            <a:lvl1pPr>
              <a:defRPr>
                <a:solidFill>
                  <a:schemeClr val="bg1"/>
                </a:solidFill>
              </a:defRPr>
            </a:lvl1pPr>
          </a:lstStyle>
          <a:p>
            <a:r>
              <a:rPr lang="de-DE"/>
              <a:t>© msg systems ag | 2021 | Präsentationstitel</a:t>
            </a:r>
            <a:endParaRPr lang="de-DE" dirty="0"/>
          </a:p>
        </p:txBody>
      </p:sp>
    </p:spTree>
    <p:extLst>
      <p:ext uri="{BB962C8B-B14F-4D97-AF65-F5344CB8AC3E}">
        <p14:creationId xmlns:p14="http://schemas.microsoft.com/office/powerpoint/2010/main" val="31015576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Bild links, Text rechts 2">
    <p:bg bwMode="invGray">
      <p:bgPr>
        <a:solidFill>
          <a:srgbClr val="595959"/>
        </a:solidFill>
        <a:effectLst/>
      </p:bgPr>
    </p:bg>
    <p:spTree>
      <p:nvGrpSpPr>
        <p:cNvPr id="1" name=""/>
        <p:cNvGrpSpPr/>
        <p:nvPr/>
      </p:nvGrpSpPr>
      <p:grpSpPr>
        <a:xfrm>
          <a:off x="0" y="0"/>
          <a:ext cx="0" cy="0"/>
          <a:chOff x="0" y="0"/>
          <a:chExt cx="0" cy="0"/>
        </a:xfrm>
      </p:grpSpPr>
      <p:sp>
        <p:nvSpPr>
          <p:cNvPr id="8" name="Freihandform 18">
            <a:extLst>
              <a:ext uri="{FF2B5EF4-FFF2-40B4-BE49-F238E27FC236}">
                <a16:creationId xmlns:a16="http://schemas.microsoft.com/office/drawing/2014/main" id="{0E196AFE-F4F3-4D9E-9B7A-D1BAA599EF17}"/>
              </a:ext>
            </a:extLst>
          </p:cNvPr>
          <p:cNvSpPr/>
          <p:nvPr/>
        </p:nvSpPr>
        <p:spPr bwMode="white">
          <a:xfrm rot="5400000">
            <a:off x="8110826" y="-211446"/>
            <a:ext cx="3869020" cy="4275971"/>
          </a:xfrm>
          <a:custGeom>
            <a:avLst/>
            <a:gdLst>
              <a:gd name="connsiteX0" fmla="*/ 0 w 5562328"/>
              <a:gd name="connsiteY0" fmla="*/ 0 h 6147385"/>
              <a:gd name="connsiteX1" fmla="*/ 4578774 w 5562328"/>
              <a:gd name="connsiteY1" fmla="*/ 0 h 6147385"/>
              <a:gd name="connsiteX2" fmla="*/ 4727110 w 5562328"/>
              <a:gd name="connsiteY2" fmla="*/ 163212 h 6147385"/>
              <a:gd name="connsiteX3" fmla="*/ 5562328 w 5562328"/>
              <a:gd name="connsiteY3" fmla="*/ 2489785 h 6147385"/>
              <a:gd name="connsiteX4" fmla="*/ 1904728 w 5562328"/>
              <a:gd name="connsiteY4" fmla="*/ 6147385 h 6147385"/>
              <a:gd name="connsiteX5" fmla="*/ 161299 w 5562328"/>
              <a:gd name="connsiteY5" fmla="*/ 5705932 h 6147385"/>
              <a:gd name="connsiteX6" fmla="*/ 0 w 5562328"/>
              <a:gd name="connsiteY6" fmla="*/ 5607941 h 6147385"/>
              <a:gd name="connsiteX7" fmla="*/ 0 w 5562328"/>
              <a:gd name="connsiteY7" fmla="*/ 0 h 614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62328" h="6147385">
                <a:moveTo>
                  <a:pt x="0" y="0"/>
                </a:moveTo>
                <a:lnTo>
                  <a:pt x="4578774" y="0"/>
                </a:lnTo>
                <a:lnTo>
                  <a:pt x="4727110" y="163212"/>
                </a:lnTo>
                <a:cubicBezTo>
                  <a:pt x="5248888" y="795461"/>
                  <a:pt x="5562328" y="1606019"/>
                  <a:pt x="5562328" y="2489785"/>
                </a:cubicBezTo>
                <a:cubicBezTo>
                  <a:pt x="5562328" y="4509822"/>
                  <a:pt x="3924765" y="6147385"/>
                  <a:pt x="1904728" y="6147385"/>
                </a:cubicBezTo>
                <a:cubicBezTo>
                  <a:pt x="1273467" y="6147385"/>
                  <a:pt x="679556" y="5987467"/>
                  <a:pt x="161299" y="5705932"/>
                </a:cubicBezTo>
                <a:lnTo>
                  <a:pt x="0" y="5607941"/>
                </a:lnTo>
                <a:lnTo>
                  <a:pt x="0" y="0"/>
                </a:lnTo>
                <a:close/>
              </a:path>
            </a:pathLst>
          </a:custGeom>
          <a:solidFill>
            <a:srgbClr val="3B3838">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sp>
        <p:nvSpPr>
          <p:cNvPr id="296" name="Oval 27">
            <a:extLst>
              <a:ext uri="{FF2B5EF4-FFF2-40B4-BE49-F238E27FC236}">
                <a16:creationId xmlns:a16="http://schemas.microsoft.com/office/drawing/2014/main" id="{4EDC20C6-EADC-45BB-B0C1-789E236C6508}"/>
              </a:ext>
            </a:extLst>
          </p:cNvPr>
          <p:cNvSpPr/>
          <p:nvPr/>
        </p:nvSpPr>
        <p:spPr bwMode="white">
          <a:xfrm>
            <a:off x="9800436" y="2873989"/>
            <a:ext cx="1847588" cy="1847588"/>
          </a:xfrm>
          <a:prstGeom prst="ellipse">
            <a:avLst/>
          </a:prstGeom>
          <a:solidFill>
            <a:srgbClr val="3B3838">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grpSp>
        <p:nvGrpSpPr>
          <p:cNvPr id="301" name="Group 698">
            <a:extLst>
              <a:ext uri="{FF2B5EF4-FFF2-40B4-BE49-F238E27FC236}">
                <a16:creationId xmlns:a16="http://schemas.microsoft.com/office/drawing/2014/main" id="{E0033774-B82F-4479-A009-F089599F28A4}"/>
              </a:ext>
            </a:extLst>
          </p:cNvPr>
          <p:cNvGrpSpPr>
            <a:grpSpLocks noChangeAspect="1"/>
          </p:cNvGrpSpPr>
          <p:nvPr/>
        </p:nvGrpSpPr>
        <p:grpSpPr bwMode="white">
          <a:xfrm>
            <a:off x="10468800" y="406800"/>
            <a:ext cx="1386000" cy="435600"/>
            <a:chOff x="561" y="2269"/>
            <a:chExt cx="4636" cy="1455"/>
          </a:xfrm>
        </p:grpSpPr>
        <p:sp>
          <p:nvSpPr>
            <p:cNvPr id="302" name="AutoShape 697">
              <a:extLst>
                <a:ext uri="{FF2B5EF4-FFF2-40B4-BE49-F238E27FC236}">
                  <a16:creationId xmlns:a16="http://schemas.microsoft.com/office/drawing/2014/main" id="{550DE7EB-9C59-4ED9-98DC-594FDFAE14FD}"/>
                </a:ext>
              </a:extLst>
            </p:cNvPr>
            <p:cNvSpPr>
              <a:spLocks noChangeAspect="1" noChangeArrowheads="1" noTextEdit="1"/>
            </p:cNvSpPr>
            <p:nvPr/>
          </p:nvSpPr>
          <p:spPr bwMode="white">
            <a:xfrm>
              <a:off x="561" y="2271"/>
              <a:ext cx="4634" cy="1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303" name="Oval 699">
              <a:extLst>
                <a:ext uri="{FF2B5EF4-FFF2-40B4-BE49-F238E27FC236}">
                  <a16:creationId xmlns:a16="http://schemas.microsoft.com/office/drawing/2014/main" id="{69317877-87CC-4E5E-BB05-67E029E86A63}"/>
                </a:ext>
              </a:extLst>
            </p:cNvPr>
            <p:cNvSpPr>
              <a:spLocks noChangeArrowheads="1"/>
            </p:cNvSpPr>
            <p:nvPr/>
          </p:nvSpPr>
          <p:spPr bwMode="white">
            <a:xfrm>
              <a:off x="561" y="2905"/>
              <a:ext cx="483" cy="484"/>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304" name="Freeform 700">
              <a:extLst>
                <a:ext uri="{FF2B5EF4-FFF2-40B4-BE49-F238E27FC236}">
                  <a16:creationId xmlns:a16="http://schemas.microsoft.com/office/drawing/2014/main" id="{7F02D8C0-54FE-467E-ABAE-11BF3C7FE870}"/>
                </a:ext>
              </a:extLst>
            </p:cNvPr>
            <p:cNvSpPr>
              <a:spLocks/>
            </p:cNvSpPr>
            <p:nvPr/>
          </p:nvSpPr>
          <p:spPr bwMode="white">
            <a:xfrm>
              <a:off x="1200" y="2269"/>
              <a:ext cx="1559" cy="1113"/>
            </a:xfrm>
            <a:custGeom>
              <a:avLst/>
              <a:gdLst>
                <a:gd name="T0" fmla="*/ 0 w 659"/>
                <a:gd name="T1" fmla="*/ 0 h 469"/>
                <a:gd name="T2" fmla="*/ 0 w 659"/>
                <a:gd name="T3" fmla="*/ 469 h 469"/>
                <a:gd name="T4" fmla="*/ 85 w 659"/>
                <a:gd name="T5" fmla="*/ 469 h 469"/>
                <a:gd name="T6" fmla="*/ 85 w 659"/>
                <a:gd name="T7" fmla="*/ 72 h 469"/>
                <a:gd name="T8" fmla="*/ 282 w 659"/>
                <a:gd name="T9" fmla="*/ 72 h 469"/>
                <a:gd name="T10" fmla="*/ 282 w 659"/>
                <a:gd name="T11" fmla="*/ 469 h 469"/>
                <a:gd name="T12" fmla="*/ 367 w 659"/>
                <a:gd name="T13" fmla="*/ 469 h 469"/>
                <a:gd name="T14" fmla="*/ 367 w 659"/>
                <a:gd name="T15" fmla="*/ 72 h 469"/>
                <a:gd name="T16" fmla="*/ 498 w 659"/>
                <a:gd name="T17" fmla="*/ 72 h 469"/>
                <a:gd name="T18" fmla="*/ 573 w 659"/>
                <a:gd name="T19" fmla="*/ 155 h 469"/>
                <a:gd name="T20" fmla="*/ 573 w 659"/>
                <a:gd name="T21" fmla="*/ 469 h 469"/>
                <a:gd name="T22" fmla="*/ 659 w 659"/>
                <a:gd name="T23" fmla="*/ 469 h 469"/>
                <a:gd name="T24" fmla="*/ 659 w 659"/>
                <a:gd name="T25" fmla="*/ 132 h 469"/>
                <a:gd name="T26" fmla="*/ 541 w 659"/>
                <a:gd name="T27" fmla="*/ 0 h 469"/>
                <a:gd name="T28" fmla="*/ 0 w 659"/>
                <a:gd name="T29"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9" h="469">
                  <a:moveTo>
                    <a:pt x="0" y="0"/>
                  </a:moveTo>
                  <a:cubicBezTo>
                    <a:pt x="0" y="469"/>
                    <a:pt x="0" y="469"/>
                    <a:pt x="0" y="469"/>
                  </a:cubicBezTo>
                  <a:cubicBezTo>
                    <a:pt x="85" y="469"/>
                    <a:pt x="85" y="469"/>
                    <a:pt x="85" y="469"/>
                  </a:cubicBezTo>
                  <a:cubicBezTo>
                    <a:pt x="85" y="72"/>
                    <a:pt x="85" y="72"/>
                    <a:pt x="85" y="72"/>
                  </a:cubicBezTo>
                  <a:cubicBezTo>
                    <a:pt x="85" y="72"/>
                    <a:pt x="218" y="72"/>
                    <a:pt x="282" y="72"/>
                  </a:cubicBezTo>
                  <a:cubicBezTo>
                    <a:pt x="282" y="469"/>
                    <a:pt x="282" y="469"/>
                    <a:pt x="282" y="469"/>
                  </a:cubicBezTo>
                  <a:cubicBezTo>
                    <a:pt x="367" y="469"/>
                    <a:pt x="367" y="469"/>
                    <a:pt x="367" y="469"/>
                  </a:cubicBezTo>
                  <a:cubicBezTo>
                    <a:pt x="367" y="72"/>
                    <a:pt x="367" y="72"/>
                    <a:pt x="367" y="72"/>
                  </a:cubicBezTo>
                  <a:cubicBezTo>
                    <a:pt x="424" y="72"/>
                    <a:pt x="472" y="72"/>
                    <a:pt x="498" y="72"/>
                  </a:cubicBezTo>
                  <a:cubicBezTo>
                    <a:pt x="542" y="72"/>
                    <a:pt x="573" y="98"/>
                    <a:pt x="573" y="155"/>
                  </a:cubicBezTo>
                  <a:cubicBezTo>
                    <a:pt x="573" y="469"/>
                    <a:pt x="573" y="469"/>
                    <a:pt x="573" y="469"/>
                  </a:cubicBezTo>
                  <a:cubicBezTo>
                    <a:pt x="659" y="469"/>
                    <a:pt x="659" y="469"/>
                    <a:pt x="659" y="469"/>
                  </a:cubicBezTo>
                  <a:cubicBezTo>
                    <a:pt x="659" y="346"/>
                    <a:pt x="659" y="239"/>
                    <a:pt x="659" y="132"/>
                  </a:cubicBezTo>
                  <a:cubicBezTo>
                    <a:pt x="659" y="68"/>
                    <a:pt x="626" y="0"/>
                    <a:pt x="541" y="0"/>
                  </a:cubicBezTo>
                  <a:cubicBezTo>
                    <a:pt x="0" y="0"/>
                    <a:pt x="0" y="0"/>
                    <a:pt x="0"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305" name="Freeform 701">
              <a:extLst>
                <a:ext uri="{FF2B5EF4-FFF2-40B4-BE49-F238E27FC236}">
                  <a16:creationId xmlns:a16="http://schemas.microsoft.com/office/drawing/2014/main" id="{0820C8D4-4E01-49A0-95B3-3EBEFBB386CE}"/>
                </a:ext>
              </a:extLst>
            </p:cNvPr>
            <p:cNvSpPr>
              <a:spLocks/>
            </p:cNvSpPr>
            <p:nvPr/>
          </p:nvSpPr>
          <p:spPr bwMode="white">
            <a:xfrm>
              <a:off x="2877" y="2269"/>
              <a:ext cx="1107" cy="1113"/>
            </a:xfrm>
            <a:custGeom>
              <a:avLst/>
              <a:gdLst>
                <a:gd name="T0" fmla="*/ 121 w 468"/>
                <a:gd name="T1" fmla="*/ 0 h 469"/>
                <a:gd name="T2" fmla="*/ 0 w 468"/>
                <a:gd name="T3" fmla="*/ 130 h 469"/>
                <a:gd name="T4" fmla="*/ 115 w 468"/>
                <a:gd name="T5" fmla="*/ 266 h 469"/>
                <a:gd name="T6" fmla="*/ 319 w 468"/>
                <a:gd name="T7" fmla="*/ 266 h 469"/>
                <a:gd name="T8" fmla="*/ 381 w 468"/>
                <a:gd name="T9" fmla="*/ 335 h 469"/>
                <a:gd name="T10" fmla="*/ 320 w 468"/>
                <a:gd name="T11" fmla="*/ 398 h 469"/>
                <a:gd name="T12" fmla="*/ 8 w 468"/>
                <a:gd name="T13" fmla="*/ 398 h 469"/>
                <a:gd name="T14" fmla="*/ 8 w 468"/>
                <a:gd name="T15" fmla="*/ 469 h 469"/>
                <a:gd name="T16" fmla="*/ 356 w 468"/>
                <a:gd name="T17" fmla="*/ 469 h 469"/>
                <a:gd name="T18" fmla="*/ 468 w 468"/>
                <a:gd name="T19" fmla="*/ 336 h 469"/>
                <a:gd name="T20" fmla="*/ 362 w 468"/>
                <a:gd name="T21" fmla="*/ 194 h 469"/>
                <a:gd name="T22" fmla="*/ 142 w 468"/>
                <a:gd name="T23" fmla="*/ 194 h 469"/>
                <a:gd name="T24" fmla="*/ 86 w 468"/>
                <a:gd name="T25" fmla="*/ 132 h 469"/>
                <a:gd name="T26" fmla="*/ 151 w 468"/>
                <a:gd name="T27" fmla="*/ 72 h 469"/>
                <a:gd name="T28" fmla="*/ 452 w 468"/>
                <a:gd name="T29" fmla="*/ 72 h 469"/>
                <a:gd name="T30" fmla="*/ 452 w 468"/>
                <a:gd name="T31" fmla="*/ 0 h 469"/>
                <a:gd name="T32" fmla="*/ 121 w 468"/>
                <a:gd name="T33"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8" h="469">
                  <a:moveTo>
                    <a:pt x="121" y="0"/>
                  </a:moveTo>
                  <a:cubicBezTo>
                    <a:pt x="28" y="0"/>
                    <a:pt x="0" y="62"/>
                    <a:pt x="0" y="130"/>
                  </a:cubicBezTo>
                  <a:cubicBezTo>
                    <a:pt x="0" y="204"/>
                    <a:pt x="31" y="266"/>
                    <a:pt x="115" y="266"/>
                  </a:cubicBezTo>
                  <a:cubicBezTo>
                    <a:pt x="191" y="266"/>
                    <a:pt x="262" y="266"/>
                    <a:pt x="319" y="266"/>
                  </a:cubicBezTo>
                  <a:cubicBezTo>
                    <a:pt x="381" y="266"/>
                    <a:pt x="381" y="314"/>
                    <a:pt x="381" y="335"/>
                  </a:cubicBezTo>
                  <a:cubicBezTo>
                    <a:pt x="381" y="356"/>
                    <a:pt x="381" y="398"/>
                    <a:pt x="320" y="398"/>
                  </a:cubicBezTo>
                  <a:cubicBezTo>
                    <a:pt x="272" y="398"/>
                    <a:pt x="8" y="398"/>
                    <a:pt x="8" y="398"/>
                  </a:cubicBezTo>
                  <a:cubicBezTo>
                    <a:pt x="8" y="398"/>
                    <a:pt x="8" y="449"/>
                    <a:pt x="8" y="469"/>
                  </a:cubicBezTo>
                  <a:cubicBezTo>
                    <a:pt x="356" y="469"/>
                    <a:pt x="356" y="469"/>
                    <a:pt x="356" y="469"/>
                  </a:cubicBezTo>
                  <a:cubicBezTo>
                    <a:pt x="443" y="469"/>
                    <a:pt x="468" y="418"/>
                    <a:pt x="468" y="336"/>
                  </a:cubicBezTo>
                  <a:cubicBezTo>
                    <a:pt x="468" y="238"/>
                    <a:pt x="436" y="194"/>
                    <a:pt x="362" y="194"/>
                  </a:cubicBezTo>
                  <a:cubicBezTo>
                    <a:pt x="274" y="194"/>
                    <a:pt x="213" y="194"/>
                    <a:pt x="142" y="194"/>
                  </a:cubicBezTo>
                  <a:cubicBezTo>
                    <a:pt x="86" y="194"/>
                    <a:pt x="86" y="157"/>
                    <a:pt x="86" y="132"/>
                  </a:cubicBezTo>
                  <a:cubicBezTo>
                    <a:pt x="86" y="112"/>
                    <a:pt x="92" y="72"/>
                    <a:pt x="151" y="72"/>
                  </a:cubicBezTo>
                  <a:cubicBezTo>
                    <a:pt x="214" y="72"/>
                    <a:pt x="452" y="72"/>
                    <a:pt x="452" y="72"/>
                  </a:cubicBezTo>
                  <a:cubicBezTo>
                    <a:pt x="452" y="43"/>
                    <a:pt x="452" y="27"/>
                    <a:pt x="452" y="0"/>
                  </a:cubicBezTo>
                  <a:cubicBezTo>
                    <a:pt x="121" y="0"/>
                    <a:pt x="121" y="0"/>
                    <a:pt x="121"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306" name="Freeform 702">
              <a:extLst>
                <a:ext uri="{FF2B5EF4-FFF2-40B4-BE49-F238E27FC236}">
                  <a16:creationId xmlns:a16="http://schemas.microsoft.com/office/drawing/2014/main" id="{66649E4D-CBB9-424F-9BC2-61D10E75741D}"/>
                </a:ext>
              </a:extLst>
            </p:cNvPr>
            <p:cNvSpPr>
              <a:spLocks noEditPoints="1"/>
            </p:cNvSpPr>
            <p:nvPr/>
          </p:nvSpPr>
          <p:spPr bwMode="white">
            <a:xfrm>
              <a:off x="4107" y="2269"/>
              <a:ext cx="1090" cy="1455"/>
            </a:xfrm>
            <a:custGeom>
              <a:avLst/>
              <a:gdLst>
                <a:gd name="T0" fmla="*/ 170 w 461"/>
                <a:gd name="T1" fmla="*/ 0 h 613"/>
                <a:gd name="T2" fmla="*/ 44 w 461"/>
                <a:gd name="T3" fmla="*/ 29 h 613"/>
                <a:gd name="T4" fmla="*/ 0 w 461"/>
                <a:gd name="T5" fmla="*/ 149 h 613"/>
                <a:gd name="T6" fmla="*/ 0 w 461"/>
                <a:gd name="T7" fmla="*/ 233 h 613"/>
                <a:gd name="T8" fmla="*/ 0 w 461"/>
                <a:gd name="T9" fmla="*/ 318 h 613"/>
                <a:gd name="T10" fmla="*/ 47 w 461"/>
                <a:gd name="T11" fmla="*/ 445 h 613"/>
                <a:gd name="T12" fmla="*/ 170 w 461"/>
                <a:gd name="T13" fmla="*/ 469 h 613"/>
                <a:gd name="T14" fmla="*/ 376 w 461"/>
                <a:gd name="T15" fmla="*/ 469 h 613"/>
                <a:gd name="T16" fmla="*/ 376 w 461"/>
                <a:gd name="T17" fmla="*/ 487 h 613"/>
                <a:gd name="T18" fmla="*/ 328 w 461"/>
                <a:gd name="T19" fmla="*/ 538 h 613"/>
                <a:gd name="T20" fmla="*/ 61 w 461"/>
                <a:gd name="T21" fmla="*/ 538 h 613"/>
                <a:gd name="T22" fmla="*/ 61 w 461"/>
                <a:gd name="T23" fmla="*/ 613 h 613"/>
                <a:gd name="T24" fmla="*/ 356 w 461"/>
                <a:gd name="T25" fmla="*/ 613 h 613"/>
                <a:gd name="T26" fmla="*/ 461 w 461"/>
                <a:gd name="T27" fmla="*/ 511 h 613"/>
                <a:gd name="T28" fmla="*/ 461 w 461"/>
                <a:gd name="T29" fmla="*/ 0 h 613"/>
                <a:gd name="T30" fmla="*/ 170 w 461"/>
                <a:gd name="T31" fmla="*/ 0 h 613"/>
                <a:gd name="T32" fmla="*/ 376 w 461"/>
                <a:gd name="T33" fmla="*/ 398 h 613"/>
                <a:gd name="T34" fmla="*/ 196 w 461"/>
                <a:gd name="T35" fmla="*/ 398 h 613"/>
                <a:gd name="T36" fmla="*/ 88 w 461"/>
                <a:gd name="T37" fmla="*/ 333 h 613"/>
                <a:gd name="T38" fmla="*/ 88 w 461"/>
                <a:gd name="T39" fmla="*/ 231 h 613"/>
                <a:gd name="T40" fmla="*/ 88 w 461"/>
                <a:gd name="T41" fmla="*/ 148 h 613"/>
                <a:gd name="T42" fmla="*/ 200 w 461"/>
                <a:gd name="T43" fmla="*/ 72 h 613"/>
                <a:gd name="T44" fmla="*/ 376 w 461"/>
                <a:gd name="T45" fmla="*/ 72 h 613"/>
                <a:gd name="T46" fmla="*/ 376 w 461"/>
                <a:gd name="T47" fmla="*/ 398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1" h="613">
                  <a:moveTo>
                    <a:pt x="170" y="0"/>
                  </a:moveTo>
                  <a:cubicBezTo>
                    <a:pt x="94" y="0"/>
                    <a:pt x="65" y="12"/>
                    <a:pt x="44" y="29"/>
                  </a:cubicBezTo>
                  <a:cubicBezTo>
                    <a:pt x="22" y="47"/>
                    <a:pt x="1" y="70"/>
                    <a:pt x="0" y="149"/>
                  </a:cubicBezTo>
                  <a:cubicBezTo>
                    <a:pt x="0" y="233"/>
                    <a:pt x="0" y="233"/>
                    <a:pt x="0" y="233"/>
                  </a:cubicBezTo>
                  <a:cubicBezTo>
                    <a:pt x="0" y="318"/>
                    <a:pt x="0" y="318"/>
                    <a:pt x="0" y="318"/>
                  </a:cubicBezTo>
                  <a:cubicBezTo>
                    <a:pt x="0" y="402"/>
                    <a:pt x="23" y="425"/>
                    <a:pt x="47" y="445"/>
                  </a:cubicBezTo>
                  <a:cubicBezTo>
                    <a:pt x="63" y="456"/>
                    <a:pt x="89" y="469"/>
                    <a:pt x="170" y="469"/>
                  </a:cubicBezTo>
                  <a:cubicBezTo>
                    <a:pt x="376" y="469"/>
                    <a:pt x="376" y="469"/>
                    <a:pt x="376" y="469"/>
                  </a:cubicBezTo>
                  <a:cubicBezTo>
                    <a:pt x="376" y="469"/>
                    <a:pt x="376" y="484"/>
                    <a:pt x="376" y="487"/>
                  </a:cubicBezTo>
                  <a:cubicBezTo>
                    <a:pt x="376" y="523"/>
                    <a:pt x="369" y="538"/>
                    <a:pt x="328" y="538"/>
                  </a:cubicBezTo>
                  <a:cubicBezTo>
                    <a:pt x="61" y="538"/>
                    <a:pt x="61" y="538"/>
                    <a:pt x="61" y="538"/>
                  </a:cubicBezTo>
                  <a:cubicBezTo>
                    <a:pt x="61" y="613"/>
                    <a:pt x="61" y="613"/>
                    <a:pt x="61" y="613"/>
                  </a:cubicBezTo>
                  <a:cubicBezTo>
                    <a:pt x="356" y="613"/>
                    <a:pt x="356" y="613"/>
                    <a:pt x="356" y="613"/>
                  </a:cubicBezTo>
                  <a:cubicBezTo>
                    <a:pt x="435" y="613"/>
                    <a:pt x="461" y="578"/>
                    <a:pt x="461" y="511"/>
                  </a:cubicBezTo>
                  <a:cubicBezTo>
                    <a:pt x="461" y="0"/>
                    <a:pt x="461" y="0"/>
                    <a:pt x="461" y="0"/>
                  </a:cubicBezTo>
                  <a:lnTo>
                    <a:pt x="170" y="0"/>
                  </a:lnTo>
                  <a:close/>
                  <a:moveTo>
                    <a:pt x="376" y="398"/>
                  </a:moveTo>
                  <a:cubicBezTo>
                    <a:pt x="196" y="398"/>
                    <a:pt x="196" y="398"/>
                    <a:pt x="196" y="398"/>
                  </a:cubicBezTo>
                  <a:cubicBezTo>
                    <a:pt x="143" y="398"/>
                    <a:pt x="89" y="402"/>
                    <a:pt x="88" y="333"/>
                  </a:cubicBezTo>
                  <a:cubicBezTo>
                    <a:pt x="88" y="330"/>
                    <a:pt x="88" y="305"/>
                    <a:pt x="88" y="231"/>
                  </a:cubicBezTo>
                  <a:cubicBezTo>
                    <a:pt x="88" y="169"/>
                    <a:pt x="87" y="154"/>
                    <a:pt x="88" y="148"/>
                  </a:cubicBezTo>
                  <a:cubicBezTo>
                    <a:pt x="91" y="90"/>
                    <a:pt x="112" y="70"/>
                    <a:pt x="200" y="72"/>
                  </a:cubicBezTo>
                  <a:cubicBezTo>
                    <a:pt x="205" y="72"/>
                    <a:pt x="376" y="72"/>
                    <a:pt x="376" y="72"/>
                  </a:cubicBezTo>
                  <a:lnTo>
                    <a:pt x="376" y="39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grpSp>
      <p:sp>
        <p:nvSpPr>
          <p:cNvPr id="309" name="Oval 4">
            <a:extLst>
              <a:ext uri="{FF2B5EF4-FFF2-40B4-BE49-F238E27FC236}">
                <a16:creationId xmlns:a16="http://schemas.microsoft.com/office/drawing/2014/main" id="{CBE8439E-2825-4B7C-A2CC-4E87D6221B36}"/>
              </a:ext>
            </a:extLst>
          </p:cNvPr>
          <p:cNvSpPr/>
          <p:nvPr/>
        </p:nvSpPr>
        <p:spPr bwMode="white">
          <a:xfrm>
            <a:off x="2207568" y="1229706"/>
            <a:ext cx="162070" cy="16207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sp>
        <p:nvSpPr>
          <p:cNvPr id="2" name="Titel 1">
            <a:extLst>
              <a:ext uri="{FF2B5EF4-FFF2-40B4-BE49-F238E27FC236}">
                <a16:creationId xmlns:a16="http://schemas.microsoft.com/office/drawing/2014/main" id="{309954BC-A25A-4B21-88EA-018716681939}"/>
              </a:ext>
            </a:extLst>
          </p:cNvPr>
          <p:cNvSpPr>
            <a:spLocks noGrp="1"/>
          </p:cNvSpPr>
          <p:nvPr>
            <p:ph type="title"/>
          </p:nvPr>
        </p:nvSpPr>
        <p:spPr>
          <a:xfrm>
            <a:off x="6096001" y="1270000"/>
            <a:ext cx="5256211" cy="1173722"/>
          </a:xfrm>
        </p:spPr>
        <p:txBody>
          <a:bodyPr anchor="b" anchorCtr="0"/>
          <a:lstStyle>
            <a:lvl1pPr>
              <a:defRPr sz="2800">
                <a:solidFill>
                  <a:schemeClr val="bg1"/>
                </a:solidFill>
              </a:defRPr>
            </a:lvl1pPr>
          </a:lstStyle>
          <a:p>
            <a:r>
              <a:rPr lang="de-DE"/>
              <a:t>Mastertitelformat bearbeiten</a:t>
            </a:r>
            <a:endParaRPr lang="de-DE" dirty="0"/>
          </a:p>
        </p:txBody>
      </p:sp>
      <p:sp>
        <p:nvSpPr>
          <p:cNvPr id="300" name="Inhaltsplatzhalter 2">
            <a:extLst>
              <a:ext uri="{FF2B5EF4-FFF2-40B4-BE49-F238E27FC236}">
                <a16:creationId xmlns:a16="http://schemas.microsoft.com/office/drawing/2014/main" id="{84BC5230-1198-4BCD-A631-C52BFCD9CEF6}"/>
              </a:ext>
            </a:extLst>
          </p:cNvPr>
          <p:cNvSpPr>
            <a:spLocks noGrp="1"/>
          </p:cNvSpPr>
          <p:nvPr>
            <p:ph sz="quarter" idx="17"/>
          </p:nvPr>
        </p:nvSpPr>
        <p:spPr>
          <a:xfrm>
            <a:off x="6096001" y="2852738"/>
            <a:ext cx="5256211" cy="3455987"/>
          </a:xfrm>
        </p:spPr>
        <p:txBody>
          <a:bodyPr/>
          <a:lstStyle>
            <a:lvl1pPr>
              <a:defRPr>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lvl="0"/>
            <a:r>
              <a:rPr lang="de-DE"/>
              <a:t>Mastertextformat bearbeiten</a:t>
            </a:r>
          </a:p>
          <a:p>
            <a:pPr lvl="1"/>
            <a:r>
              <a:rPr lang="de-DE"/>
              <a:t>Zweite Ebene</a:t>
            </a:r>
          </a:p>
          <a:p>
            <a:pPr lvl="2"/>
            <a:r>
              <a:rPr lang="de-DE"/>
              <a:t>Dritte Ebene</a:t>
            </a:r>
          </a:p>
        </p:txBody>
      </p:sp>
      <p:sp>
        <p:nvSpPr>
          <p:cNvPr id="297" name="Foliennummernplatzhalter 296">
            <a:extLst>
              <a:ext uri="{FF2B5EF4-FFF2-40B4-BE49-F238E27FC236}">
                <a16:creationId xmlns:a16="http://schemas.microsoft.com/office/drawing/2014/main" id="{609C5119-14D0-43B5-85BD-BD9934FD1000}"/>
              </a:ext>
            </a:extLst>
          </p:cNvPr>
          <p:cNvSpPr>
            <a:spLocks noGrp="1"/>
          </p:cNvSpPr>
          <p:nvPr>
            <p:ph type="sldNum" sz="quarter" idx="19"/>
          </p:nvPr>
        </p:nvSpPr>
        <p:spPr/>
        <p:txBody>
          <a:bodyPr/>
          <a:lstStyle>
            <a:lvl1pPr>
              <a:defRPr>
                <a:solidFill>
                  <a:schemeClr val="bg1"/>
                </a:solidFill>
              </a:defRPr>
            </a:lvl1pPr>
          </a:lstStyle>
          <a:p>
            <a:fld id="{B27B0579-4238-4E44-9A9E-134B676F827C}" type="slidenum">
              <a:rPr lang="de-DE" smtClean="0"/>
              <a:pPr/>
              <a:t>‹Nr.›</a:t>
            </a:fld>
            <a:endParaRPr lang="de-DE" dirty="0"/>
          </a:p>
        </p:txBody>
      </p:sp>
      <p:sp>
        <p:nvSpPr>
          <p:cNvPr id="308" name="Freihandform: Form 307">
            <a:extLst>
              <a:ext uri="{FF2B5EF4-FFF2-40B4-BE49-F238E27FC236}">
                <a16:creationId xmlns:a16="http://schemas.microsoft.com/office/drawing/2014/main" id="{550A15AD-9FEE-45DD-87DB-A62579679204}"/>
              </a:ext>
            </a:extLst>
          </p:cNvPr>
          <p:cNvSpPr/>
          <p:nvPr/>
        </p:nvSpPr>
        <p:spPr>
          <a:xfrm>
            <a:off x="-17999" y="1301299"/>
            <a:ext cx="5897976" cy="5574701"/>
          </a:xfrm>
          <a:custGeom>
            <a:avLst/>
            <a:gdLst>
              <a:gd name="connsiteX0" fmla="*/ 2133825 w 5897976"/>
              <a:gd name="connsiteY0" fmla="*/ 0 h 5574701"/>
              <a:gd name="connsiteX1" fmla="*/ 5897976 w 5897976"/>
              <a:gd name="connsiteY1" fmla="*/ 3764151 h 5574701"/>
              <a:gd name="connsiteX2" fmla="*/ 5443664 w 5897976"/>
              <a:gd name="connsiteY2" fmla="*/ 5558369 h 5574701"/>
              <a:gd name="connsiteX3" fmla="*/ 5433742 w 5897976"/>
              <a:gd name="connsiteY3" fmla="*/ 5574701 h 5574701"/>
              <a:gd name="connsiteX4" fmla="*/ 0 w 5897976"/>
              <a:gd name="connsiteY4" fmla="*/ 5574701 h 5574701"/>
              <a:gd name="connsiteX5" fmla="*/ 0 w 5897976"/>
              <a:gd name="connsiteY5" fmla="*/ 664733 h 5574701"/>
              <a:gd name="connsiteX6" fmla="*/ 29253 w 5897976"/>
              <a:gd name="connsiteY6" fmla="*/ 642858 h 5574701"/>
              <a:gd name="connsiteX7" fmla="*/ 2133825 w 5897976"/>
              <a:gd name="connsiteY7" fmla="*/ 0 h 5574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97976" h="5574701">
                <a:moveTo>
                  <a:pt x="2133825" y="0"/>
                </a:moveTo>
                <a:cubicBezTo>
                  <a:pt x="4212708" y="0"/>
                  <a:pt x="5897976" y="1685268"/>
                  <a:pt x="5897976" y="3764151"/>
                </a:cubicBezTo>
                <a:cubicBezTo>
                  <a:pt x="5897976" y="4413802"/>
                  <a:pt x="5733399" y="5025014"/>
                  <a:pt x="5443664" y="5558369"/>
                </a:cubicBezTo>
                <a:lnTo>
                  <a:pt x="5433742" y="5574701"/>
                </a:lnTo>
                <a:lnTo>
                  <a:pt x="0" y="5574701"/>
                </a:lnTo>
                <a:lnTo>
                  <a:pt x="0" y="664733"/>
                </a:lnTo>
                <a:lnTo>
                  <a:pt x="29253" y="642858"/>
                </a:lnTo>
                <a:cubicBezTo>
                  <a:pt x="630015" y="236991"/>
                  <a:pt x="1354244" y="0"/>
                  <a:pt x="2133825" y="0"/>
                </a:cubicBezTo>
                <a:close/>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b="1" i="0" dirty="0">
              <a:latin typeface="Calibri" panose="020F0502020204030204" pitchFamily="34" charset="0"/>
            </a:endParaRPr>
          </a:p>
        </p:txBody>
      </p:sp>
      <p:sp>
        <p:nvSpPr>
          <p:cNvPr id="9" name="Bildplatzhalter 64">
            <a:extLst>
              <a:ext uri="{FF2B5EF4-FFF2-40B4-BE49-F238E27FC236}">
                <a16:creationId xmlns:a16="http://schemas.microsoft.com/office/drawing/2014/main" id="{DF549776-3AD9-420F-917D-E0610D7500C7}"/>
              </a:ext>
            </a:extLst>
          </p:cNvPr>
          <p:cNvSpPr>
            <a:spLocks noGrp="1"/>
          </p:cNvSpPr>
          <p:nvPr>
            <p:ph type="pic" sz="quarter" idx="13" hasCustomPrompt="1"/>
          </p:nvPr>
        </p:nvSpPr>
        <p:spPr>
          <a:xfrm>
            <a:off x="0" y="1498177"/>
            <a:ext cx="5666281" cy="5359823"/>
          </a:xfrm>
          <a:custGeom>
            <a:avLst/>
            <a:gdLst>
              <a:gd name="connsiteX0" fmla="*/ 2452011 w 6550979"/>
              <a:gd name="connsiteY0" fmla="*/ 6 h 6196672"/>
              <a:gd name="connsiteX1" fmla="*/ 6550977 w 6550979"/>
              <a:gd name="connsiteY1" fmla="*/ 4087013 h 6196672"/>
              <a:gd name="connsiteX2" fmla="*/ 6099184 w 6550979"/>
              <a:gd name="connsiteY2" fmla="*/ 5953760 h 6196672"/>
              <a:gd name="connsiteX3" fmla="*/ 5963306 w 6550979"/>
              <a:gd name="connsiteY3" fmla="*/ 6196672 h 6196672"/>
              <a:gd name="connsiteX4" fmla="*/ 0 w 6550979"/>
              <a:gd name="connsiteY4" fmla="*/ 6196672 h 6196672"/>
              <a:gd name="connsiteX5" fmla="*/ 0 w 6550979"/>
              <a:gd name="connsiteY5" fmla="*/ 810424 h 6196672"/>
              <a:gd name="connsiteX6" fmla="*/ 2452011 w 6550979"/>
              <a:gd name="connsiteY6" fmla="*/ 6 h 6196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50979" h="6196672">
                <a:moveTo>
                  <a:pt x="2452011" y="6"/>
                </a:moveTo>
                <a:cubicBezTo>
                  <a:pt x="4716114" y="6"/>
                  <a:pt x="6550977" y="1830338"/>
                  <a:pt x="6550977" y="4087013"/>
                </a:cubicBezTo>
                <a:cubicBezTo>
                  <a:pt x="6551646" y="4737609"/>
                  <a:pt x="6396131" y="5377511"/>
                  <a:pt x="6099184" y="5953760"/>
                </a:cubicBezTo>
                <a:lnTo>
                  <a:pt x="5963306" y="6196672"/>
                </a:lnTo>
                <a:lnTo>
                  <a:pt x="0" y="6196672"/>
                </a:lnTo>
                <a:lnTo>
                  <a:pt x="0" y="810424"/>
                </a:lnTo>
                <a:cubicBezTo>
                  <a:pt x="707983" y="282901"/>
                  <a:pt x="1568327" y="-1453"/>
                  <a:pt x="2452011" y="6"/>
                </a:cubicBezTo>
                <a:close/>
              </a:path>
            </a:pathLst>
          </a:custGeom>
          <a:solidFill>
            <a:schemeClr val="accent2"/>
          </a:solidFill>
          <a:ln>
            <a:noFill/>
          </a:ln>
        </p:spPr>
        <p:txBody>
          <a:bodyPr wrap="square" anchor="ctr">
            <a:noAutofit/>
          </a:bodyPr>
          <a:lstStyle>
            <a:lvl1pPr marL="0" indent="0" algn="ctr">
              <a:buNone/>
              <a:defRPr sz="1200" b="0" i="0">
                <a:solidFill>
                  <a:schemeClr val="bg1"/>
                </a:solidFill>
                <a:latin typeface="Calibri" panose="020F0502020204030204" pitchFamily="34" charset="0"/>
                <a:ea typeface="Open Sans Light" panose="020B0306030504020204" pitchFamily="34" charset="0"/>
                <a:cs typeface="Calibri" panose="020F0502020204030204" pitchFamily="34" charset="0"/>
              </a:defRPr>
            </a:lvl1pPr>
          </a:lstStyle>
          <a:p>
            <a:r>
              <a:rPr lang="de-DE" dirty="0"/>
              <a:t>Bild durch Klicken auf das Symbol hinzufügen.</a:t>
            </a:r>
            <a:br>
              <a:rPr lang="de-DE" dirty="0"/>
            </a:br>
            <a:r>
              <a:rPr lang="de-DE" dirty="0"/>
              <a:t>Alternativ den Rahmen des Bildplatzhalters markieren (Klick auf die graue Fläche)</a:t>
            </a:r>
            <a:br>
              <a:rPr lang="de-DE" dirty="0"/>
            </a:br>
            <a:r>
              <a:rPr lang="de-DE" dirty="0"/>
              <a:t>und ein Bild aus den </a:t>
            </a:r>
            <a:r>
              <a:rPr lang="de-DE" dirty="0" err="1"/>
              <a:t>QuickSlide</a:t>
            </a:r>
            <a:r>
              <a:rPr lang="de-DE" dirty="0"/>
              <a:t>-Elementen hinzufügen.</a:t>
            </a:r>
            <a:br>
              <a:rPr lang="de-DE" dirty="0"/>
            </a:br>
            <a:r>
              <a:rPr lang="de-DE" dirty="0"/>
              <a:t>Anschließend die Folie zurücksetzen (Folie &gt; Zurücksetzen).</a:t>
            </a:r>
            <a:br>
              <a:rPr lang="de-DE" dirty="0"/>
            </a:br>
            <a:r>
              <a:rPr lang="de-DE" dirty="0"/>
              <a:t>Hierbei werden alle Platzhalter auf der Folie zurückgesetzt!</a:t>
            </a:r>
          </a:p>
        </p:txBody>
      </p:sp>
      <p:sp>
        <p:nvSpPr>
          <p:cNvPr id="3" name="Fußzeilenplatzhalter 2">
            <a:extLst>
              <a:ext uri="{FF2B5EF4-FFF2-40B4-BE49-F238E27FC236}">
                <a16:creationId xmlns:a16="http://schemas.microsoft.com/office/drawing/2014/main" id="{832053A8-E30D-4A64-A732-ABB906656EA3}"/>
              </a:ext>
            </a:extLst>
          </p:cNvPr>
          <p:cNvSpPr>
            <a:spLocks noGrp="1"/>
          </p:cNvSpPr>
          <p:nvPr>
            <p:ph type="ftr" sz="quarter" idx="18"/>
          </p:nvPr>
        </p:nvSpPr>
        <p:spPr/>
        <p:txBody>
          <a:bodyPr/>
          <a:lstStyle>
            <a:lvl1pPr>
              <a:defRPr>
                <a:solidFill>
                  <a:schemeClr val="bg1"/>
                </a:solidFill>
              </a:defRPr>
            </a:lvl1pPr>
          </a:lstStyle>
          <a:p>
            <a:r>
              <a:rPr lang="de-DE"/>
              <a:t>© msg systems ag | 2021 | Präsentationstitel</a:t>
            </a:r>
            <a:endParaRPr lang="de-DE" dirty="0"/>
          </a:p>
        </p:txBody>
      </p:sp>
    </p:spTree>
    <p:extLst>
      <p:ext uri="{BB962C8B-B14F-4D97-AF65-F5344CB8AC3E}">
        <p14:creationId xmlns:p14="http://schemas.microsoft.com/office/powerpoint/2010/main" val="34071319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Folie mit Zitat 1">
    <p:bg bwMode="invGray">
      <p:bgPr>
        <a:solidFill>
          <a:schemeClr val="accent1"/>
        </a:solidFill>
        <a:effectLst/>
      </p:bgPr>
    </p:bg>
    <p:spTree>
      <p:nvGrpSpPr>
        <p:cNvPr id="1" name=""/>
        <p:cNvGrpSpPr/>
        <p:nvPr/>
      </p:nvGrpSpPr>
      <p:grpSpPr>
        <a:xfrm>
          <a:off x="0" y="0"/>
          <a:ext cx="0" cy="0"/>
          <a:chOff x="0" y="0"/>
          <a:chExt cx="0" cy="0"/>
        </a:xfrm>
      </p:grpSpPr>
      <p:sp>
        <p:nvSpPr>
          <p:cNvPr id="10" name="Oval 6">
            <a:extLst>
              <a:ext uri="{FF2B5EF4-FFF2-40B4-BE49-F238E27FC236}">
                <a16:creationId xmlns:a16="http://schemas.microsoft.com/office/drawing/2014/main" id="{CF978FFF-DF8B-4FB2-82AC-35AFFDCF5E72}"/>
              </a:ext>
            </a:extLst>
          </p:cNvPr>
          <p:cNvSpPr/>
          <p:nvPr/>
        </p:nvSpPr>
        <p:spPr bwMode="white">
          <a:xfrm>
            <a:off x="5828429" y="432058"/>
            <a:ext cx="2326559" cy="2326559"/>
          </a:xfrm>
          <a:prstGeom prst="ellipse">
            <a:avLst/>
          </a:prstGeom>
          <a:solidFill>
            <a:srgbClr val="631441">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sp>
        <p:nvSpPr>
          <p:cNvPr id="11" name="Oval 7">
            <a:extLst>
              <a:ext uri="{FF2B5EF4-FFF2-40B4-BE49-F238E27FC236}">
                <a16:creationId xmlns:a16="http://schemas.microsoft.com/office/drawing/2014/main" id="{E0E220EE-4E49-41D1-832A-7F4CBD3B393F}"/>
              </a:ext>
            </a:extLst>
          </p:cNvPr>
          <p:cNvSpPr/>
          <p:nvPr/>
        </p:nvSpPr>
        <p:spPr bwMode="white">
          <a:xfrm>
            <a:off x="808747" y="5192818"/>
            <a:ext cx="929975" cy="929975"/>
          </a:xfrm>
          <a:prstGeom prst="ellipse">
            <a:avLst/>
          </a:prstGeom>
          <a:solidFill>
            <a:srgbClr val="631441">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sp>
        <p:nvSpPr>
          <p:cNvPr id="12" name="Freihandform 16">
            <a:extLst>
              <a:ext uri="{FF2B5EF4-FFF2-40B4-BE49-F238E27FC236}">
                <a16:creationId xmlns:a16="http://schemas.microsoft.com/office/drawing/2014/main" id="{C1809BF5-31DC-4EBD-82EA-961523FAE184}"/>
              </a:ext>
            </a:extLst>
          </p:cNvPr>
          <p:cNvSpPr/>
          <p:nvPr/>
        </p:nvSpPr>
        <p:spPr bwMode="white">
          <a:xfrm flipH="1">
            <a:off x="7199852" y="0"/>
            <a:ext cx="4992148" cy="5517232"/>
          </a:xfrm>
          <a:custGeom>
            <a:avLst/>
            <a:gdLst>
              <a:gd name="connsiteX0" fmla="*/ 0 w 5562328"/>
              <a:gd name="connsiteY0" fmla="*/ 0 h 6147385"/>
              <a:gd name="connsiteX1" fmla="*/ 4578774 w 5562328"/>
              <a:gd name="connsiteY1" fmla="*/ 0 h 6147385"/>
              <a:gd name="connsiteX2" fmla="*/ 4727110 w 5562328"/>
              <a:gd name="connsiteY2" fmla="*/ 163212 h 6147385"/>
              <a:gd name="connsiteX3" fmla="*/ 5562328 w 5562328"/>
              <a:gd name="connsiteY3" fmla="*/ 2489785 h 6147385"/>
              <a:gd name="connsiteX4" fmla="*/ 1904728 w 5562328"/>
              <a:gd name="connsiteY4" fmla="*/ 6147385 h 6147385"/>
              <a:gd name="connsiteX5" fmla="*/ 161299 w 5562328"/>
              <a:gd name="connsiteY5" fmla="*/ 5705932 h 6147385"/>
              <a:gd name="connsiteX6" fmla="*/ 0 w 5562328"/>
              <a:gd name="connsiteY6" fmla="*/ 5607941 h 6147385"/>
              <a:gd name="connsiteX7" fmla="*/ 0 w 5562328"/>
              <a:gd name="connsiteY7" fmla="*/ 0 h 614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62328" h="6147385">
                <a:moveTo>
                  <a:pt x="0" y="0"/>
                </a:moveTo>
                <a:lnTo>
                  <a:pt x="4578774" y="0"/>
                </a:lnTo>
                <a:lnTo>
                  <a:pt x="4727110" y="163212"/>
                </a:lnTo>
                <a:cubicBezTo>
                  <a:pt x="5248888" y="795461"/>
                  <a:pt x="5562328" y="1606019"/>
                  <a:pt x="5562328" y="2489785"/>
                </a:cubicBezTo>
                <a:cubicBezTo>
                  <a:pt x="5562328" y="4509822"/>
                  <a:pt x="3924765" y="6147385"/>
                  <a:pt x="1904728" y="6147385"/>
                </a:cubicBezTo>
                <a:cubicBezTo>
                  <a:pt x="1273467" y="6147385"/>
                  <a:pt x="679556" y="5987467"/>
                  <a:pt x="161299" y="5705932"/>
                </a:cubicBezTo>
                <a:lnTo>
                  <a:pt x="0" y="5607941"/>
                </a:lnTo>
                <a:lnTo>
                  <a:pt x="0" y="0"/>
                </a:lnTo>
                <a:close/>
              </a:path>
            </a:pathLst>
          </a:custGeom>
          <a:solidFill>
            <a:srgbClr val="631441">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sp>
        <p:nvSpPr>
          <p:cNvPr id="19" name="Oval 8">
            <a:extLst>
              <a:ext uri="{FF2B5EF4-FFF2-40B4-BE49-F238E27FC236}">
                <a16:creationId xmlns:a16="http://schemas.microsoft.com/office/drawing/2014/main" id="{CAF6E6FF-54BA-4BEF-A2F0-1D8B0C5F82AF}"/>
              </a:ext>
            </a:extLst>
          </p:cNvPr>
          <p:cNvSpPr/>
          <p:nvPr/>
        </p:nvSpPr>
        <p:spPr bwMode="white">
          <a:xfrm>
            <a:off x="2223255" y="299379"/>
            <a:ext cx="531483" cy="531483"/>
          </a:xfrm>
          <a:prstGeom prst="ellipse">
            <a:avLst/>
          </a:prstGeom>
          <a:solidFill>
            <a:srgbClr val="631441">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grpSp>
        <p:nvGrpSpPr>
          <p:cNvPr id="22" name="Group 698">
            <a:extLst>
              <a:ext uri="{FF2B5EF4-FFF2-40B4-BE49-F238E27FC236}">
                <a16:creationId xmlns:a16="http://schemas.microsoft.com/office/drawing/2014/main" id="{A9F885F3-B1A3-4EFE-ADE9-5F3FDB0E43CA}"/>
              </a:ext>
            </a:extLst>
          </p:cNvPr>
          <p:cNvGrpSpPr>
            <a:grpSpLocks noChangeAspect="1"/>
          </p:cNvGrpSpPr>
          <p:nvPr/>
        </p:nvGrpSpPr>
        <p:grpSpPr bwMode="white">
          <a:xfrm>
            <a:off x="10468800" y="406800"/>
            <a:ext cx="1386000" cy="435600"/>
            <a:chOff x="561" y="2269"/>
            <a:chExt cx="4636" cy="1455"/>
          </a:xfrm>
        </p:grpSpPr>
        <p:sp>
          <p:nvSpPr>
            <p:cNvPr id="23" name="AutoShape 697">
              <a:extLst>
                <a:ext uri="{FF2B5EF4-FFF2-40B4-BE49-F238E27FC236}">
                  <a16:creationId xmlns:a16="http://schemas.microsoft.com/office/drawing/2014/main" id="{4A8D2984-F4EB-4DA3-8F3C-4AF655911BE9}"/>
                </a:ext>
              </a:extLst>
            </p:cNvPr>
            <p:cNvSpPr>
              <a:spLocks noChangeAspect="1" noChangeArrowheads="1" noTextEdit="1"/>
            </p:cNvSpPr>
            <p:nvPr/>
          </p:nvSpPr>
          <p:spPr bwMode="white">
            <a:xfrm>
              <a:off x="561" y="2271"/>
              <a:ext cx="4634" cy="1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25" name="Oval 699">
              <a:extLst>
                <a:ext uri="{FF2B5EF4-FFF2-40B4-BE49-F238E27FC236}">
                  <a16:creationId xmlns:a16="http://schemas.microsoft.com/office/drawing/2014/main" id="{B6702C42-CB04-49CA-A8D7-26E09EB56315}"/>
                </a:ext>
              </a:extLst>
            </p:cNvPr>
            <p:cNvSpPr>
              <a:spLocks noChangeArrowheads="1"/>
            </p:cNvSpPr>
            <p:nvPr/>
          </p:nvSpPr>
          <p:spPr bwMode="white">
            <a:xfrm>
              <a:off x="561" y="2905"/>
              <a:ext cx="483" cy="484"/>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26" name="Freeform 700">
              <a:extLst>
                <a:ext uri="{FF2B5EF4-FFF2-40B4-BE49-F238E27FC236}">
                  <a16:creationId xmlns:a16="http://schemas.microsoft.com/office/drawing/2014/main" id="{D4C69C51-504A-4027-B841-7E928E4369EB}"/>
                </a:ext>
              </a:extLst>
            </p:cNvPr>
            <p:cNvSpPr>
              <a:spLocks/>
            </p:cNvSpPr>
            <p:nvPr/>
          </p:nvSpPr>
          <p:spPr bwMode="white">
            <a:xfrm>
              <a:off x="1200" y="2269"/>
              <a:ext cx="1559" cy="1113"/>
            </a:xfrm>
            <a:custGeom>
              <a:avLst/>
              <a:gdLst>
                <a:gd name="T0" fmla="*/ 0 w 659"/>
                <a:gd name="T1" fmla="*/ 0 h 469"/>
                <a:gd name="T2" fmla="*/ 0 w 659"/>
                <a:gd name="T3" fmla="*/ 469 h 469"/>
                <a:gd name="T4" fmla="*/ 85 w 659"/>
                <a:gd name="T5" fmla="*/ 469 h 469"/>
                <a:gd name="T6" fmla="*/ 85 w 659"/>
                <a:gd name="T7" fmla="*/ 72 h 469"/>
                <a:gd name="T8" fmla="*/ 282 w 659"/>
                <a:gd name="T9" fmla="*/ 72 h 469"/>
                <a:gd name="T10" fmla="*/ 282 w 659"/>
                <a:gd name="T11" fmla="*/ 469 h 469"/>
                <a:gd name="T12" fmla="*/ 367 w 659"/>
                <a:gd name="T13" fmla="*/ 469 h 469"/>
                <a:gd name="T14" fmla="*/ 367 w 659"/>
                <a:gd name="T15" fmla="*/ 72 h 469"/>
                <a:gd name="T16" fmla="*/ 498 w 659"/>
                <a:gd name="T17" fmla="*/ 72 h 469"/>
                <a:gd name="T18" fmla="*/ 573 w 659"/>
                <a:gd name="T19" fmla="*/ 155 h 469"/>
                <a:gd name="T20" fmla="*/ 573 w 659"/>
                <a:gd name="T21" fmla="*/ 469 h 469"/>
                <a:gd name="T22" fmla="*/ 659 w 659"/>
                <a:gd name="T23" fmla="*/ 469 h 469"/>
                <a:gd name="T24" fmla="*/ 659 w 659"/>
                <a:gd name="T25" fmla="*/ 132 h 469"/>
                <a:gd name="T26" fmla="*/ 541 w 659"/>
                <a:gd name="T27" fmla="*/ 0 h 469"/>
                <a:gd name="T28" fmla="*/ 0 w 659"/>
                <a:gd name="T29"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9" h="469">
                  <a:moveTo>
                    <a:pt x="0" y="0"/>
                  </a:moveTo>
                  <a:cubicBezTo>
                    <a:pt x="0" y="469"/>
                    <a:pt x="0" y="469"/>
                    <a:pt x="0" y="469"/>
                  </a:cubicBezTo>
                  <a:cubicBezTo>
                    <a:pt x="85" y="469"/>
                    <a:pt x="85" y="469"/>
                    <a:pt x="85" y="469"/>
                  </a:cubicBezTo>
                  <a:cubicBezTo>
                    <a:pt x="85" y="72"/>
                    <a:pt x="85" y="72"/>
                    <a:pt x="85" y="72"/>
                  </a:cubicBezTo>
                  <a:cubicBezTo>
                    <a:pt x="85" y="72"/>
                    <a:pt x="218" y="72"/>
                    <a:pt x="282" y="72"/>
                  </a:cubicBezTo>
                  <a:cubicBezTo>
                    <a:pt x="282" y="469"/>
                    <a:pt x="282" y="469"/>
                    <a:pt x="282" y="469"/>
                  </a:cubicBezTo>
                  <a:cubicBezTo>
                    <a:pt x="367" y="469"/>
                    <a:pt x="367" y="469"/>
                    <a:pt x="367" y="469"/>
                  </a:cubicBezTo>
                  <a:cubicBezTo>
                    <a:pt x="367" y="72"/>
                    <a:pt x="367" y="72"/>
                    <a:pt x="367" y="72"/>
                  </a:cubicBezTo>
                  <a:cubicBezTo>
                    <a:pt x="424" y="72"/>
                    <a:pt x="472" y="72"/>
                    <a:pt x="498" y="72"/>
                  </a:cubicBezTo>
                  <a:cubicBezTo>
                    <a:pt x="542" y="72"/>
                    <a:pt x="573" y="98"/>
                    <a:pt x="573" y="155"/>
                  </a:cubicBezTo>
                  <a:cubicBezTo>
                    <a:pt x="573" y="469"/>
                    <a:pt x="573" y="469"/>
                    <a:pt x="573" y="469"/>
                  </a:cubicBezTo>
                  <a:cubicBezTo>
                    <a:pt x="659" y="469"/>
                    <a:pt x="659" y="469"/>
                    <a:pt x="659" y="469"/>
                  </a:cubicBezTo>
                  <a:cubicBezTo>
                    <a:pt x="659" y="346"/>
                    <a:pt x="659" y="239"/>
                    <a:pt x="659" y="132"/>
                  </a:cubicBezTo>
                  <a:cubicBezTo>
                    <a:pt x="659" y="68"/>
                    <a:pt x="626" y="0"/>
                    <a:pt x="541" y="0"/>
                  </a:cubicBezTo>
                  <a:cubicBezTo>
                    <a:pt x="0" y="0"/>
                    <a:pt x="0" y="0"/>
                    <a:pt x="0"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27" name="Freeform 701">
              <a:extLst>
                <a:ext uri="{FF2B5EF4-FFF2-40B4-BE49-F238E27FC236}">
                  <a16:creationId xmlns:a16="http://schemas.microsoft.com/office/drawing/2014/main" id="{2EB31D95-3AE1-4AB4-86B6-B04ACD19C5EC}"/>
                </a:ext>
              </a:extLst>
            </p:cNvPr>
            <p:cNvSpPr>
              <a:spLocks/>
            </p:cNvSpPr>
            <p:nvPr/>
          </p:nvSpPr>
          <p:spPr bwMode="white">
            <a:xfrm>
              <a:off x="2877" y="2269"/>
              <a:ext cx="1107" cy="1113"/>
            </a:xfrm>
            <a:custGeom>
              <a:avLst/>
              <a:gdLst>
                <a:gd name="T0" fmla="*/ 121 w 468"/>
                <a:gd name="T1" fmla="*/ 0 h 469"/>
                <a:gd name="T2" fmla="*/ 0 w 468"/>
                <a:gd name="T3" fmla="*/ 130 h 469"/>
                <a:gd name="T4" fmla="*/ 115 w 468"/>
                <a:gd name="T5" fmla="*/ 266 h 469"/>
                <a:gd name="T6" fmla="*/ 319 w 468"/>
                <a:gd name="T7" fmla="*/ 266 h 469"/>
                <a:gd name="T8" fmla="*/ 381 w 468"/>
                <a:gd name="T9" fmla="*/ 335 h 469"/>
                <a:gd name="T10" fmla="*/ 320 w 468"/>
                <a:gd name="T11" fmla="*/ 398 h 469"/>
                <a:gd name="T12" fmla="*/ 8 w 468"/>
                <a:gd name="T13" fmla="*/ 398 h 469"/>
                <a:gd name="T14" fmla="*/ 8 w 468"/>
                <a:gd name="T15" fmla="*/ 469 h 469"/>
                <a:gd name="T16" fmla="*/ 356 w 468"/>
                <a:gd name="T17" fmla="*/ 469 h 469"/>
                <a:gd name="T18" fmla="*/ 468 w 468"/>
                <a:gd name="T19" fmla="*/ 336 h 469"/>
                <a:gd name="T20" fmla="*/ 362 w 468"/>
                <a:gd name="T21" fmla="*/ 194 h 469"/>
                <a:gd name="T22" fmla="*/ 142 w 468"/>
                <a:gd name="T23" fmla="*/ 194 h 469"/>
                <a:gd name="T24" fmla="*/ 86 w 468"/>
                <a:gd name="T25" fmla="*/ 132 h 469"/>
                <a:gd name="T26" fmla="*/ 151 w 468"/>
                <a:gd name="T27" fmla="*/ 72 h 469"/>
                <a:gd name="T28" fmla="*/ 452 w 468"/>
                <a:gd name="T29" fmla="*/ 72 h 469"/>
                <a:gd name="T30" fmla="*/ 452 w 468"/>
                <a:gd name="T31" fmla="*/ 0 h 469"/>
                <a:gd name="T32" fmla="*/ 121 w 468"/>
                <a:gd name="T33"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8" h="469">
                  <a:moveTo>
                    <a:pt x="121" y="0"/>
                  </a:moveTo>
                  <a:cubicBezTo>
                    <a:pt x="28" y="0"/>
                    <a:pt x="0" y="62"/>
                    <a:pt x="0" y="130"/>
                  </a:cubicBezTo>
                  <a:cubicBezTo>
                    <a:pt x="0" y="204"/>
                    <a:pt x="31" y="266"/>
                    <a:pt x="115" y="266"/>
                  </a:cubicBezTo>
                  <a:cubicBezTo>
                    <a:pt x="191" y="266"/>
                    <a:pt x="262" y="266"/>
                    <a:pt x="319" y="266"/>
                  </a:cubicBezTo>
                  <a:cubicBezTo>
                    <a:pt x="381" y="266"/>
                    <a:pt x="381" y="314"/>
                    <a:pt x="381" y="335"/>
                  </a:cubicBezTo>
                  <a:cubicBezTo>
                    <a:pt x="381" y="356"/>
                    <a:pt x="381" y="398"/>
                    <a:pt x="320" y="398"/>
                  </a:cubicBezTo>
                  <a:cubicBezTo>
                    <a:pt x="272" y="398"/>
                    <a:pt x="8" y="398"/>
                    <a:pt x="8" y="398"/>
                  </a:cubicBezTo>
                  <a:cubicBezTo>
                    <a:pt x="8" y="398"/>
                    <a:pt x="8" y="449"/>
                    <a:pt x="8" y="469"/>
                  </a:cubicBezTo>
                  <a:cubicBezTo>
                    <a:pt x="356" y="469"/>
                    <a:pt x="356" y="469"/>
                    <a:pt x="356" y="469"/>
                  </a:cubicBezTo>
                  <a:cubicBezTo>
                    <a:pt x="443" y="469"/>
                    <a:pt x="468" y="418"/>
                    <a:pt x="468" y="336"/>
                  </a:cubicBezTo>
                  <a:cubicBezTo>
                    <a:pt x="468" y="238"/>
                    <a:pt x="436" y="194"/>
                    <a:pt x="362" y="194"/>
                  </a:cubicBezTo>
                  <a:cubicBezTo>
                    <a:pt x="274" y="194"/>
                    <a:pt x="213" y="194"/>
                    <a:pt x="142" y="194"/>
                  </a:cubicBezTo>
                  <a:cubicBezTo>
                    <a:pt x="86" y="194"/>
                    <a:pt x="86" y="157"/>
                    <a:pt x="86" y="132"/>
                  </a:cubicBezTo>
                  <a:cubicBezTo>
                    <a:pt x="86" y="112"/>
                    <a:pt x="92" y="72"/>
                    <a:pt x="151" y="72"/>
                  </a:cubicBezTo>
                  <a:cubicBezTo>
                    <a:pt x="214" y="72"/>
                    <a:pt x="452" y="72"/>
                    <a:pt x="452" y="72"/>
                  </a:cubicBezTo>
                  <a:cubicBezTo>
                    <a:pt x="452" y="43"/>
                    <a:pt x="452" y="27"/>
                    <a:pt x="452" y="0"/>
                  </a:cubicBezTo>
                  <a:cubicBezTo>
                    <a:pt x="121" y="0"/>
                    <a:pt x="121" y="0"/>
                    <a:pt x="121"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28" name="Freeform 702">
              <a:extLst>
                <a:ext uri="{FF2B5EF4-FFF2-40B4-BE49-F238E27FC236}">
                  <a16:creationId xmlns:a16="http://schemas.microsoft.com/office/drawing/2014/main" id="{E7A0915B-44BF-47CA-8E3E-DB57BE0231B2}"/>
                </a:ext>
              </a:extLst>
            </p:cNvPr>
            <p:cNvSpPr>
              <a:spLocks noEditPoints="1"/>
            </p:cNvSpPr>
            <p:nvPr/>
          </p:nvSpPr>
          <p:spPr bwMode="white">
            <a:xfrm>
              <a:off x="4107" y="2269"/>
              <a:ext cx="1090" cy="1455"/>
            </a:xfrm>
            <a:custGeom>
              <a:avLst/>
              <a:gdLst>
                <a:gd name="T0" fmla="*/ 170 w 461"/>
                <a:gd name="T1" fmla="*/ 0 h 613"/>
                <a:gd name="T2" fmla="*/ 44 w 461"/>
                <a:gd name="T3" fmla="*/ 29 h 613"/>
                <a:gd name="T4" fmla="*/ 0 w 461"/>
                <a:gd name="T5" fmla="*/ 149 h 613"/>
                <a:gd name="T6" fmla="*/ 0 w 461"/>
                <a:gd name="T7" fmla="*/ 233 h 613"/>
                <a:gd name="T8" fmla="*/ 0 w 461"/>
                <a:gd name="T9" fmla="*/ 318 h 613"/>
                <a:gd name="T10" fmla="*/ 47 w 461"/>
                <a:gd name="T11" fmla="*/ 445 h 613"/>
                <a:gd name="T12" fmla="*/ 170 w 461"/>
                <a:gd name="T13" fmla="*/ 469 h 613"/>
                <a:gd name="T14" fmla="*/ 376 w 461"/>
                <a:gd name="T15" fmla="*/ 469 h 613"/>
                <a:gd name="T16" fmla="*/ 376 w 461"/>
                <a:gd name="T17" fmla="*/ 487 h 613"/>
                <a:gd name="T18" fmla="*/ 328 w 461"/>
                <a:gd name="T19" fmla="*/ 538 h 613"/>
                <a:gd name="T20" fmla="*/ 61 w 461"/>
                <a:gd name="T21" fmla="*/ 538 h 613"/>
                <a:gd name="T22" fmla="*/ 61 w 461"/>
                <a:gd name="T23" fmla="*/ 613 h 613"/>
                <a:gd name="T24" fmla="*/ 356 w 461"/>
                <a:gd name="T25" fmla="*/ 613 h 613"/>
                <a:gd name="T26" fmla="*/ 461 w 461"/>
                <a:gd name="T27" fmla="*/ 511 h 613"/>
                <a:gd name="T28" fmla="*/ 461 w 461"/>
                <a:gd name="T29" fmla="*/ 0 h 613"/>
                <a:gd name="T30" fmla="*/ 170 w 461"/>
                <a:gd name="T31" fmla="*/ 0 h 613"/>
                <a:gd name="T32" fmla="*/ 376 w 461"/>
                <a:gd name="T33" fmla="*/ 398 h 613"/>
                <a:gd name="T34" fmla="*/ 196 w 461"/>
                <a:gd name="T35" fmla="*/ 398 h 613"/>
                <a:gd name="T36" fmla="*/ 88 w 461"/>
                <a:gd name="T37" fmla="*/ 333 h 613"/>
                <a:gd name="T38" fmla="*/ 88 w 461"/>
                <a:gd name="T39" fmla="*/ 231 h 613"/>
                <a:gd name="T40" fmla="*/ 88 w 461"/>
                <a:gd name="T41" fmla="*/ 148 h 613"/>
                <a:gd name="T42" fmla="*/ 200 w 461"/>
                <a:gd name="T43" fmla="*/ 72 h 613"/>
                <a:gd name="T44" fmla="*/ 376 w 461"/>
                <a:gd name="T45" fmla="*/ 72 h 613"/>
                <a:gd name="T46" fmla="*/ 376 w 461"/>
                <a:gd name="T47" fmla="*/ 398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1" h="613">
                  <a:moveTo>
                    <a:pt x="170" y="0"/>
                  </a:moveTo>
                  <a:cubicBezTo>
                    <a:pt x="94" y="0"/>
                    <a:pt x="65" y="12"/>
                    <a:pt x="44" y="29"/>
                  </a:cubicBezTo>
                  <a:cubicBezTo>
                    <a:pt x="22" y="47"/>
                    <a:pt x="1" y="70"/>
                    <a:pt x="0" y="149"/>
                  </a:cubicBezTo>
                  <a:cubicBezTo>
                    <a:pt x="0" y="233"/>
                    <a:pt x="0" y="233"/>
                    <a:pt x="0" y="233"/>
                  </a:cubicBezTo>
                  <a:cubicBezTo>
                    <a:pt x="0" y="318"/>
                    <a:pt x="0" y="318"/>
                    <a:pt x="0" y="318"/>
                  </a:cubicBezTo>
                  <a:cubicBezTo>
                    <a:pt x="0" y="402"/>
                    <a:pt x="23" y="425"/>
                    <a:pt x="47" y="445"/>
                  </a:cubicBezTo>
                  <a:cubicBezTo>
                    <a:pt x="63" y="456"/>
                    <a:pt x="89" y="469"/>
                    <a:pt x="170" y="469"/>
                  </a:cubicBezTo>
                  <a:cubicBezTo>
                    <a:pt x="376" y="469"/>
                    <a:pt x="376" y="469"/>
                    <a:pt x="376" y="469"/>
                  </a:cubicBezTo>
                  <a:cubicBezTo>
                    <a:pt x="376" y="469"/>
                    <a:pt x="376" y="484"/>
                    <a:pt x="376" y="487"/>
                  </a:cubicBezTo>
                  <a:cubicBezTo>
                    <a:pt x="376" y="523"/>
                    <a:pt x="369" y="538"/>
                    <a:pt x="328" y="538"/>
                  </a:cubicBezTo>
                  <a:cubicBezTo>
                    <a:pt x="61" y="538"/>
                    <a:pt x="61" y="538"/>
                    <a:pt x="61" y="538"/>
                  </a:cubicBezTo>
                  <a:cubicBezTo>
                    <a:pt x="61" y="613"/>
                    <a:pt x="61" y="613"/>
                    <a:pt x="61" y="613"/>
                  </a:cubicBezTo>
                  <a:cubicBezTo>
                    <a:pt x="356" y="613"/>
                    <a:pt x="356" y="613"/>
                    <a:pt x="356" y="613"/>
                  </a:cubicBezTo>
                  <a:cubicBezTo>
                    <a:pt x="435" y="613"/>
                    <a:pt x="461" y="578"/>
                    <a:pt x="461" y="511"/>
                  </a:cubicBezTo>
                  <a:cubicBezTo>
                    <a:pt x="461" y="0"/>
                    <a:pt x="461" y="0"/>
                    <a:pt x="461" y="0"/>
                  </a:cubicBezTo>
                  <a:lnTo>
                    <a:pt x="170" y="0"/>
                  </a:lnTo>
                  <a:close/>
                  <a:moveTo>
                    <a:pt x="376" y="398"/>
                  </a:moveTo>
                  <a:cubicBezTo>
                    <a:pt x="196" y="398"/>
                    <a:pt x="196" y="398"/>
                    <a:pt x="196" y="398"/>
                  </a:cubicBezTo>
                  <a:cubicBezTo>
                    <a:pt x="143" y="398"/>
                    <a:pt x="89" y="402"/>
                    <a:pt x="88" y="333"/>
                  </a:cubicBezTo>
                  <a:cubicBezTo>
                    <a:pt x="88" y="330"/>
                    <a:pt x="88" y="305"/>
                    <a:pt x="88" y="231"/>
                  </a:cubicBezTo>
                  <a:cubicBezTo>
                    <a:pt x="88" y="169"/>
                    <a:pt x="87" y="154"/>
                    <a:pt x="88" y="148"/>
                  </a:cubicBezTo>
                  <a:cubicBezTo>
                    <a:pt x="91" y="90"/>
                    <a:pt x="112" y="70"/>
                    <a:pt x="200" y="72"/>
                  </a:cubicBezTo>
                  <a:cubicBezTo>
                    <a:pt x="205" y="72"/>
                    <a:pt x="376" y="72"/>
                    <a:pt x="376" y="72"/>
                  </a:cubicBezTo>
                  <a:lnTo>
                    <a:pt x="376" y="39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grpSp>
      <p:sp>
        <p:nvSpPr>
          <p:cNvPr id="4" name="Fußzeilenplatzhalter 3">
            <a:extLst>
              <a:ext uri="{FF2B5EF4-FFF2-40B4-BE49-F238E27FC236}">
                <a16:creationId xmlns:a16="http://schemas.microsoft.com/office/drawing/2014/main" id="{4C211310-E35B-4E4B-A3E6-E892C6CD5436}"/>
              </a:ext>
            </a:extLst>
          </p:cNvPr>
          <p:cNvSpPr>
            <a:spLocks noGrp="1"/>
          </p:cNvSpPr>
          <p:nvPr>
            <p:ph type="ftr" sz="quarter" idx="11"/>
          </p:nvPr>
        </p:nvSpPr>
        <p:spPr/>
        <p:txBody>
          <a:bodyPr/>
          <a:lstStyle>
            <a:lvl1pPr>
              <a:defRPr>
                <a:solidFill>
                  <a:schemeClr val="bg1"/>
                </a:solidFill>
              </a:defRPr>
            </a:lvl1pPr>
          </a:lstStyle>
          <a:p>
            <a:r>
              <a:rPr lang="de-DE"/>
              <a:t>© msg systems ag | 2021 | Präsentationstitel</a:t>
            </a:r>
            <a:endParaRPr lang="de-DE" dirty="0"/>
          </a:p>
        </p:txBody>
      </p:sp>
      <p:sp>
        <p:nvSpPr>
          <p:cNvPr id="5" name="Foliennummernplatzhalter 4">
            <a:extLst>
              <a:ext uri="{FF2B5EF4-FFF2-40B4-BE49-F238E27FC236}">
                <a16:creationId xmlns:a16="http://schemas.microsoft.com/office/drawing/2014/main" id="{E4C55C9E-8AE3-4A31-ACCC-1B50544786B4}"/>
              </a:ext>
            </a:extLst>
          </p:cNvPr>
          <p:cNvSpPr>
            <a:spLocks noGrp="1"/>
          </p:cNvSpPr>
          <p:nvPr>
            <p:ph type="sldNum" sz="quarter" idx="12"/>
          </p:nvPr>
        </p:nvSpPr>
        <p:spPr/>
        <p:txBody>
          <a:bodyPr/>
          <a:lstStyle>
            <a:lvl1pPr>
              <a:defRPr>
                <a:solidFill>
                  <a:schemeClr val="bg1"/>
                </a:solidFill>
              </a:defRPr>
            </a:lvl1pPr>
          </a:lstStyle>
          <a:p>
            <a:fld id="{B27B0579-4238-4E44-9A9E-134B676F827C}" type="slidenum">
              <a:rPr lang="de-DE" smtClean="0"/>
              <a:pPr/>
              <a:t>‹Nr.›</a:t>
            </a:fld>
            <a:endParaRPr lang="de-DE" dirty="0"/>
          </a:p>
        </p:txBody>
      </p:sp>
      <p:sp>
        <p:nvSpPr>
          <p:cNvPr id="21" name="Textplatzhalter 20">
            <a:extLst>
              <a:ext uri="{FF2B5EF4-FFF2-40B4-BE49-F238E27FC236}">
                <a16:creationId xmlns:a16="http://schemas.microsoft.com/office/drawing/2014/main" id="{AD83DC63-A14A-4B53-96C8-38081399C002}"/>
              </a:ext>
            </a:extLst>
          </p:cNvPr>
          <p:cNvSpPr>
            <a:spLocks noGrp="1"/>
          </p:cNvSpPr>
          <p:nvPr>
            <p:ph type="body" sz="quarter" idx="13" hasCustomPrompt="1"/>
          </p:nvPr>
        </p:nvSpPr>
        <p:spPr>
          <a:xfrm>
            <a:off x="2244000" y="1847675"/>
            <a:ext cx="7704000" cy="2880000"/>
          </a:xfrm>
        </p:spPr>
        <p:txBody>
          <a:bodyPr/>
          <a:lstStyle>
            <a:lvl1pPr marL="0" indent="0">
              <a:lnSpc>
                <a:spcPts val="4160"/>
              </a:lnSpc>
              <a:spcBef>
                <a:spcPts val="0"/>
              </a:spcBef>
              <a:buFontTx/>
              <a:buNone/>
              <a:defRPr sz="4000">
                <a:solidFill>
                  <a:schemeClr val="bg1"/>
                </a:solidFill>
              </a:defRPr>
            </a:lvl1pPr>
          </a:lstStyle>
          <a:p>
            <a:pPr lvl="0"/>
            <a:r>
              <a:rPr lang="de-DE" dirty="0"/>
              <a:t>Zitat kommt hierhin</a:t>
            </a:r>
          </a:p>
        </p:txBody>
      </p:sp>
    </p:spTree>
    <p:extLst>
      <p:ext uri="{BB962C8B-B14F-4D97-AF65-F5344CB8AC3E}">
        <p14:creationId xmlns:p14="http://schemas.microsoft.com/office/powerpoint/2010/main" val="40276333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Folie mit Zitat 2">
    <p:bg bwMode="invGray">
      <p:bgPr>
        <a:solidFill>
          <a:srgbClr val="595959"/>
        </a:solidFill>
        <a:effectLst/>
      </p:bgPr>
    </p:bg>
    <p:spTree>
      <p:nvGrpSpPr>
        <p:cNvPr id="1" name=""/>
        <p:cNvGrpSpPr/>
        <p:nvPr/>
      </p:nvGrpSpPr>
      <p:grpSpPr>
        <a:xfrm>
          <a:off x="0" y="0"/>
          <a:ext cx="0" cy="0"/>
          <a:chOff x="0" y="0"/>
          <a:chExt cx="0" cy="0"/>
        </a:xfrm>
      </p:grpSpPr>
      <p:sp>
        <p:nvSpPr>
          <p:cNvPr id="19" name="Oval 8">
            <a:extLst>
              <a:ext uri="{FF2B5EF4-FFF2-40B4-BE49-F238E27FC236}">
                <a16:creationId xmlns:a16="http://schemas.microsoft.com/office/drawing/2014/main" id="{D6B3350A-266B-43C6-BB71-2E9E9A18B490}"/>
              </a:ext>
            </a:extLst>
          </p:cNvPr>
          <p:cNvSpPr/>
          <p:nvPr/>
        </p:nvSpPr>
        <p:spPr bwMode="white">
          <a:xfrm>
            <a:off x="5830258" y="3149006"/>
            <a:ext cx="531483" cy="531483"/>
          </a:xfrm>
          <a:prstGeom prst="ellipse">
            <a:avLst/>
          </a:prstGeom>
          <a:solidFill>
            <a:srgbClr val="3B3838">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sp>
        <p:nvSpPr>
          <p:cNvPr id="7" name="Oval 6">
            <a:extLst>
              <a:ext uri="{FF2B5EF4-FFF2-40B4-BE49-F238E27FC236}">
                <a16:creationId xmlns:a16="http://schemas.microsoft.com/office/drawing/2014/main" id="{8C6E32AB-74F9-4380-843B-F45D4F0B2284}"/>
              </a:ext>
            </a:extLst>
          </p:cNvPr>
          <p:cNvSpPr/>
          <p:nvPr/>
        </p:nvSpPr>
        <p:spPr bwMode="white">
          <a:xfrm>
            <a:off x="4520191" y="278359"/>
            <a:ext cx="2592288" cy="2592288"/>
          </a:xfrm>
          <a:prstGeom prst="ellipse">
            <a:avLst/>
          </a:prstGeom>
          <a:solidFill>
            <a:srgbClr val="3B3838">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sp>
        <p:nvSpPr>
          <p:cNvPr id="8" name="Freihandform 16">
            <a:extLst>
              <a:ext uri="{FF2B5EF4-FFF2-40B4-BE49-F238E27FC236}">
                <a16:creationId xmlns:a16="http://schemas.microsoft.com/office/drawing/2014/main" id="{6555AEA9-91BE-4B07-BEB1-3F31922694A2}"/>
              </a:ext>
            </a:extLst>
          </p:cNvPr>
          <p:cNvSpPr/>
          <p:nvPr/>
        </p:nvSpPr>
        <p:spPr bwMode="white">
          <a:xfrm>
            <a:off x="0" y="0"/>
            <a:ext cx="5562328" cy="6147385"/>
          </a:xfrm>
          <a:custGeom>
            <a:avLst/>
            <a:gdLst>
              <a:gd name="connsiteX0" fmla="*/ 0 w 5562328"/>
              <a:gd name="connsiteY0" fmla="*/ 0 h 6147385"/>
              <a:gd name="connsiteX1" fmla="*/ 4578774 w 5562328"/>
              <a:gd name="connsiteY1" fmla="*/ 0 h 6147385"/>
              <a:gd name="connsiteX2" fmla="*/ 4727110 w 5562328"/>
              <a:gd name="connsiteY2" fmla="*/ 163212 h 6147385"/>
              <a:gd name="connsiteX3" fmla="*/ 5562328 w 5562328"/>
              <a:gd name="connsiteY3" fmla="*/ 2489785 h 6147385"/>
              <a:gd name="connsiteX4" fmla="*/ 1904728 w 5562328"/>
              <a:gd name="connsiteY4" fmla="*/ 6147385 h 6147385"/>
              <a:gd name="connsiteX5" fmla="*/ 161299 w 5562328"/>
              <a:gd name="connsiteY5" fmla="*/ 5705932 h 6147385"/>
              <a:gd name="connsiteX6" fmla="*/ 0 w 5562328"/>
              <a:gd name="connsiteY6" fmla="*/ 5607941 h 6147385"/>
              <a:gd name="connsiteX7" fmla="*/ 0 w 5562328"/>
              <a:gd name="connsiteY7" fmla="*/ 0 h 614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62328" h="6147385">
                <a:moveTo>
                  <a:pt x="0" y="0"/>
                </a:moveTo>
                <a:lnTo>
                  <a:pt x="4578774" y="0"/>
                </a:lnTo>
                <a:lnTo>
                  <a:pt x="4727110" y="163212"/>
                </a:lnTo>
                <a:cubicBezTo>
                  <a:pt x="5248888" y="795461"/>
                  <a:pt x="5562328" y="1606019"/>
                  <a:pt x="5562328" y="2489785"/>
                </a:cubicBezTo>
                <a:cubicBezTo>
                  <a:pt x="5562328" y="4509822"/>
                  <a:pt x="3924765" y="6147385"/>
                  <a:pt x="1904728" y="6147385"/>
                </a:cubicBezTo>
                <a:cubicBezTo>
                  <a:pt x="1273467" y="6147385"/>
                  <a:pt x="679556" y="5987467"/>
                  <a:pt x="161299" y="5705932"/>
                </a:cubicBezTo>
                <a:lnTo>
                  <a:pt x="0" y="5607941"/>
                </a:lnTo>
                <a:lnTo>
                  <a:pt x="0" y="0"/>
                </a:lnTo>
                <a:close/>
              </a:path>
            </a:pathLst>
          </a:custGeom>
          <a:solidFill>
            <a:srgbClr val="3B3838">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sp>
        <p:nvSpPr>
          <p:cNvPr id="11" name="Oval 7">
            <a:extLst>
              <a:ext uri="{FF2B5EF4-FFF2-40B4-BE49-F238E27FC236}">
                <a16:creationId xmlns:a16="http://schemas.microsoft.com/office/drawing/2014/main" id="{851E56C7-EF0B-4103-BD0F-66587882AA74}"/>
              </a:ext>
            </a:extLst>
          </p:cNvPr>
          <p:cNvSpPr/>
          <p:nvPr/>
        </p:nvSpPr>
        <p:spPr bwMode="white">
          <a:xfrm>
            <a:off x="10605619" y="4914431"/>
            <a:ext cx="1251419" cy="1251419"/>
          </a:xfrm>
          <a:prstGeom prst="ellipse">
            <a:avLst/>
          </a:prstGeom>
          <a:solidFill>
            <a:srgbClr val="3B3838">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grpSp>
        <p:nvGrpSpPr>
          <p:cNvPr id="21" name="Group 698">
            <a:extLst>
              <a:ext uri="{FF2B5EF4-FFF2-40B4-BE49-F238E27FC236}">
                <a16:creationId xmlns:a16="http://schemas.microsoft.com/office/drawing/2014/main" id="{F67B1460-E604-4ECE-994D-1A2EA639B4D6}"/>
              </a:ext>
            </a:extLst>
          </p:cNvPr>
          <p:cNvGrpSpPr>
            <a:grpSpLocks noChangeAspect="1"/>
          </p:cNvGrpSpPr>
          <p:nvPr/>
        </p:nvGrpSpPr>
        <p:grpSpPr bwMode="white">
          <a:xfrm>
            <a:off x="10468800" y="406800"/>
            <a:ext cx="1386000" cy="435600"/>
            <a:chOff x="561" y="2269"/>
            <a:chExt cx="4636" cy="1455"/>
          </a:xfrm>
        </p:grpSpPr>
        <p:sp>
          <p:nvSpPr>
            <p:cNvPr id="22" name="AutoShape 697">
              <a:extLst>
                <a:ext uri="{FF2B5EF4-FFF2-40B4-BE49-F238E27FC236}">
                  <a16:creationId xmlns:a16="http://schemas.microsoft.com/office/drawing/2014/main" id="{09F6DAC9-6E6F-4FC7-979C-430B411C082B}"/>
                </a:ext>
              </a:extLst>
            </p:cNvPr>
            <p:cNvSpPr>
              <a:spLocks noChangeAspect="1" noChangeArrowheads="1" noTextEdit="1"/>
            </p:cNvSpPr>
            <p:nvPr/>
          </p:nvSpPr>
          <p:spPr bwMode="white">
            <a:xfrm>
              <a:off x="561" y="2271"/>
              <a:ext cx="4634" cy="1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24" name="Oval 699">
              <a:extLst>
                <a:ext uri="{FF2B5EF4-FFF2-40B4-BE49-F238E27FC236}">
                  <a16:creationId xmlns:a16="http://schemas.microsoft.com/office/drawing/2014/main" id="{4639C414-0300-4C6C-A8F1-0622CE050A2A}"/>
                </a:ext>
              </a:extLst>
            </p:cNvPr>
            <p:cNvSpPr>
              <a:spLocks noChangeArrowheads="1"/>
            </p:cNvSpPr>
            <p:nvPr/>
          </p:nvSpPr>
          <p:spPr bwMode="white">
            <a:xfrm>
              <a:off x="561" y="2905"/>
              <a:ext cx="483" cy="484"/>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25" name="Freeform 700">
              <a:extLst>
                <a:ext uri="{FF2B5EF4-FFF2-40B4-BE49-F238E27FC236}">
                  <a16:creationId xmlns:a16="http://schemas.microsoft.com/office/drawing/2014/main" id="{260AE088-D396-4368-87DA-F1E6C9E6F7E3}"/>
                </a:ext>
              </a:extLst>
            </p:cNvPr>
            <p:cNvSpPr>
              <a:spLocks/>
            </p:cNvSpPr>
            <p:nvPr/>
          </p:nvSpPr>
          <p:spPr bwMode="white">
            <a:xfrm>
              <a:off x="1200" y="2269"/>
              <a:ext cx="1559" cy="1113"/>
            </a:xfrm>
            <a:custGeom>
              <a:avLst/>
              <a:gdLst>
                <a:gd name="T0" fmla="*/ 0 w 659"/>
                <a:gd name="T1" fmla="*/ 0 h 469"/>
                <a:gd name="T2" fmla="*/ 0 w 659"/>
                <a:gd name="T3" fmla="*/ 469 h 469"/>
                <a:gd name="T4" fmla="*/ 85 w 659"/>
                <a:gd name="T5" fmla="*/ 469 h 469"/>
                <a:gd name="T6" fmla="*/ 85 w 659"/>
                <a:gd name="T7" fmla="*/ 72 h 469"/>
                <a:gd name="T8" fmla="*/ 282 w 659"/>
                <a:gd name="T9" fmla="*/ 72 h 469"/>
                <a:gd name="T10" fmla="*/ 282 w 659"/>
                <a:gd name="T11" fmla="*/ 469 h 469"/>
                <a:gd name="T12" fmla="*/ 367 w 659"/>
                <a:gd name="T13" fmla="*/ 469 h 469"/>
                <a:gd name="T14" fmla="*/ 367 w 659"/>
                <a:gd name="T15" fmla="*/ 72 h 469"/>
                <a:gd name="T16" fmla="*/ 498 w 659"/>
                <a:gd name="T17" fmla="*/ 72 h 469"/>
                <a:gd name="T18" fmla="*/ 573 w 659"/>
                <a:gd name="T19" fmla="*/ 155 h 469"/>
                <a:gd name="T20" fmla="*/ 573 w 659"/>
                <a:gd name="T21" fmla="*/ 469 h 469"/>
                <a:gd name="T22" fmla="*/ 659 w 659"/>
                <a:gd name="T23" fmla="*/ 469 h 469"/>
                <a:gd name="T24" fmla="*/ 659 w 659"/>
                <a:gd name="T25" fmla="*/ 132 h 469"/>
                <a:gd name="T26" fmla="*/ 541 w 659"/>
                <a:gd name="T27" fmla="*/ 0 h 469"/>
                <a:gd name="T28" fmla="*/ 0 w 659"/>
                <a:gd name="T29"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9" h="469">
                  <a:moveTo>
                    <a:pt x="0" y="0"/>
                  </a:moveTo>
                  <a:cubicBezTo>
                    <a:pt x="0" y="469"/>
                    <a:pt x="0" y="469"/>
                    <a:pt x="0" y="469"/>
                  </a:cubicBezTo>
                  <a:cubicBezTo>
                    <a:pt x="85" y="469"/>
                    <a:pt x="85" y="469"/>
                    <a:pt x="85" y="469"/>
                  </a:cubicBezTo>
                  <a:cubicBezTo>
                    <a:pt x="85" y="72"/>
                    <a:pt x="85" y="72"/>
                    <a:pt x="85" y="72"/>
                  </a:cubicBezTo>
                  <a:cubicBezTo>
                    <a:pt x="85" y="72"/>
                    <a:pt x="218" y="72"/>
                    <a:pt x="282" y="72"/>
                  </a:cubicBezTo>
                  <a:cubicBezTo>
                    <a:pt x="282" y="469"/>
                    <a:pt x="282" y="469"/>
                    <a:pt x="282" y="469"/>
                  </a:cubicBezTo>
                  <a:cubicBezTo>
                    <a:pt x="367" y="469"/>
                    <a:pt x="367" y="469"/>
                    <a:pt x="367" y="469"/>
                  </a:cubicBezTo>
                  <a:cubicBezTo>
                    <a:pt x="367" y="72"/>
                    <a:pt x="367" y="72"/>
                    <a:pt x="367" y="72"/>
                  </a:cubicBezTo>
                  <a:cubicBezTo>
                    <a:pt x="424" y="72"/>
                    <a:pt x="472" y="72"/>
                    <a:pt x="498" y="72"/>
                  </a:cubicBezTo>
                  <a:cubicBezTo>
                    <a:pt x="542" y="72"/>
                    <a:pt x="573" y="98"/>
                    <a:pt x="573" y="155"/>
                  </a:cubicBezTo>
                  <a:cubicBezTo>
                    <a:pt x="573" y="469"/>
                    <a:pt x="573" y="469"/>
                    <a:pt x="573" y="469"/>
                  </a:cubicBezTo>
                  <a:cubicBezTo>
                    <a:pt x="659" y="469"/>
                    <a:pt x="659" y="469"/>
                    <a:pt x="659" y="469"/>
                  </a:cubicBezTo>
                  <a:cubicBezTo>
                    <a:pt x="659" y="346"/>
                    <a:pt x="659" y="239"/>
                    <a:pt x="659" y="132"/>
                  </a:cubicBezTo>
                  <a:cubicBezTo>
                    <a:pt x="659" y="68"/>
                    <a:pt x="626" y="0"/>
                    <a:pt x="541" y="0"/>
                  </a:cubicBezTo>
                  <a:cubicBezTo>
                    <a:pt x="0" y="0"/>
                    <a:pt x="0" y="0"/>
                    <a:pt x="0"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26" name="Freeform 701">
              <a:extLst>
                <a:ext uri="{FF2B5EF4-FFF2-40B4-BE49-F238E27FC236}">
                  <a16:creationId xmlns:a16="http://schemas.microsoft.com/office/drawing/2014/main" id="{420EFF63-5A7D-4F8C-B9AA-FC0450CF3B49}"/>
                </a:ext>
              </a:extLst>
            </p:cNvPr>
            <p:cNvSpPr>
              <a:spLocks/>
            </p:cNvSpPr>
            <p:nvPr/>
          </p:nvSpPr>
          <p:spPr bwMode="white">
            <a:xfrm>
              <a:off x="2877" y="2269"/>
              <a:ext cx="1107" cy="1113"/>
            </a:xfrm>
            <a:custGeom>
              <a:avLst/>
              <a:gdLst>
                <a:gd name="T0" fmla="*/ 121 w 468"/>
                <a:gd name="T1" fmla="*/ 0 h 469"/>
                <a:gd name="T2" fmla="*/ 0 w 468"/>
                <a:gd name="T3" fmla="*/ 130 h 469"/>
                <a:gd name="T4" fmla="*/ 115 w 468"/>
                <a:gd name="T5" fmla="*/ 266 h 469"/>
                <a:gd name="T6" fmla="*/ 319 w 468"/>
                <a:gd name="T7" fmla="*/ 266 h 469"/>
                <a:gd name="T8" fmla="*/ 381 w 468"/>
                <a:gd name="T9" fmla="*/ 335 h 469"/>
                <a:gd name="T10" fmla="*/ 320 w 468"/>
                <a:gd name="T11" fmla="*/ 398 h 469"/>
                <a:gd name="T12" fmla="*/ 8 w 468"/>
                <a:gd name="T13" fmla="*/ 398 h 469"/>
                <a:gd name="T14" fmla="*/ 8 w 468"/>
                <a:gd name="T15" fmla="*/ 469 h 469"/>
                <a:gd name="T16" fmla="*/ 356 w 468"/>
                <a:gd name="T17" fmla="*/ 469 h 469"/>
                <a:gd name="T18" fmla="*/ 468 w 468"/>
                <a:gd name="T19" fmla="*/ 336 h 469"/>
                <a:gd name="T20" fmla="*/ 362 w 468"/>
                <a:gd name="T21" fmla="*/ 194 h 469"/>
                <a:gd name="T22" fmla="*/ 142 w 468"/>
                <a:gd name="T23" fmla="*/ 194 h 469"/>
                <a:gd name="T24" fmla="*/ 86 w 468"/>
                <a:gd name="T25" fmla="*/ 132 h 469"/>
                <a:gd name="T26" fmla="*/ 151 w 468"/>
                <a:gd name="T27" fmla="*/ 72 h 469"/>
                <a:gd name="T28" fmla="*/ 452 w 468"/>
                <a:gd name="T29" fmla="*/ 72 h 469"/>
                <a:gd name="T30" fmla="*/ 452 w 468"/>
                <a:gd name="T31" fmla="*/ 0 h 469"/>
                <a:gd name="T32" fmla="*/ 121 w 468"/>
                <a:gd name="T33"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8" h="469">
                  <a:moveTo>
                    <a:pt x="121" y="0"/>
                  </a:moveTo>
                  <a:cubicBezTo>
                    <a:pt x="28" y="0"/>
                    <a:pt x="0" y="62"/>
                    <a:pt x="0" y="130"/>
                  </a:cubicBezTo>
                  <a:cubicBezTo>
                    <a:pt x="0" y="204"/>
                    <a:pt x="31" y="266"/>
                    <a:pt x="115" y="266"/>
                  </a:cubicBezTo>
                  <a:cubicBezTo>
                    <a:pt x="191" y="266"/>
                    <a:pt x="262" y="266"/>
                    <a:pt x="319" y="266"/>
                  </a:cubicBezTo>
                  <a:cubicBezTo>
                    <a:pt x="381" y="266"/>
                    <a:pt x="381" y="314"/>
                    <a:pt x="381" y="335"/>
                  </a:cubicBezTo>
                  <a:cubicBezTo>
                    <a:pt x="381" y="356"/>
                    <a:pt x="381" y="398"/>
                    <a:pt x="320" y="398"/>
                  </a:cubicBezTo>
                  <a:cubicBezTo>
                    <a:pt x="272" y="398"/>
                    <a:pt x="8" y="398"/>
                    <a:pt x="8" y="398"/>
                  </a:cubicBezTo>
                  <a:cubicBezTo>
                    <a:pt x="8" y="398"/>
                    <a:pt x="8" y="449"/>
                    <a:pt x="8" y="469"/>
                  </a:cubicBezTo>
                  <a:cubicBezTo>
                    <a:pt x="356" y="469"/>
                    <a:pt x="356" y="469"/>
                    <a:pt x="356" y="469"/>
                  </a:cubicBezTo>
                  <a:cubicBezTo>
                    <a:pt x="443" y="469"/>
                    <a:pt x="468" y="418"/>
                    <a:pt x="468" y="336"/>
                  </a:cubicBezTo>
                  <a:cubicBezTo>
                    <a:pt x="468" y="238"/>
                    <a:pt x="436" y="194"/>
                    <a:pt x="362" y="194"/>
                  </a:cubicBezTo>
                  <a:cubicBezTo>
                    <a:pt x="274" y="194"/>
                    <a:pt x="213" y="194"/>
                    <a:pt x="142" y="194"/>
                  </a:cubicBezTo>
                  <a:cubicBezTo>
                    <a:pt x="86" y="194"/>
                    <a:pt x="86" y="157"/>
                    <a:pt x="86" y="132"/>
                  </a:cubicBezTo>
                  <a:cubicBezTo>
                    <a:pt x="86" y="112"/>
                    <a:pt x="92" y="72"/>
                    <a:pt x="151" y="72"/>
                  </a:cubicBezTo>
                  <a:cubicBezTo>
                    <a:pt x="214" y="72"/>
                    <a:pt x="452" y="72"/>
                    <a:pt x="452" y="72"/>
                  </a:cubicBezTo>
                  <a:cubicBezTo>
                    <a:pt x="452" y="43"/>
                    <a:pt x="452" y="27"/>
                    <a:pt x="452" y="0"/>
                  </a:cubicBezTo>
                  <a:cubicBezTo>
                    <a:pt x="121" y="0"/>
                    <a:pt x="121" y="0"/>
                    <a:pt x="121"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28" name="Freeform 702">
              <a:extLst>
                <a:ext uri="{FF2B5EF4-FFF2-40B4-BE49-F238E27FC236}">
                  <a16:creationId xmlns:a16="http://schemas.microsoft.com/office/drawing/2014/main" id="{3A39A18F-E51F-4975-80CA-BA7591465956}"/>
                </a:ext>
              </a:extLst>
            </p:cNvPr>
            <p:cNvSpPr>
              <a:spLocks noEditPoints="1"/>
            </p:cNvSpPr>
            <p:nvPr/>
          </p:nvSpPr>
          <p:spPr bwMode="white">
            <a:xfrm>
              <a:off x="4107" y="2269"/>
              <a:ext cx="1090" cy="1455"/>
            </a:xfrm>
            <a:custGeom>
              <a:avLst/>
              <a:gdLst>
                <a:gd name="T0" fmla="*/ 170 w 461"/>
                <a:gd name="T1" fmla="*/ 0 h 613"/>
                <a:gd name="T2" fmla="*/ 44 w 461"/>
                <a:gd name="T3" fmla="*/ 29 h 613"/>
                <a:gd name="T4" fmla="*/ 0 w 461"/>
                <a:gd name="T5" fmla="*/ 149 h 613"/>
                <a:gd name="T6" fmla="*/ 0 w 461"/>
                <a:gd name="T7" fmla="*/ 233 h 613"/>
                <a:gd name="T8" fmla="*/ 0 w 461"/>
                <a:gd name="T9" fmla="*/ 318 h 613"/>
                <a:gd name="T10" fmla="*/ 47 w 461"/>
                <a:gd name="T11" fmla="*/ 445 h 613"/>
                <a:gd name="T12" fmla="*/ 170 w 461"/>
                <a:gd name="T13" fmla="*/ 469 h 613"/>
                <a:gd name="T14" fmla="*/ 376 w 461"/>
                <a:gd name="T15" fmla="*/ 469 h 613"/>
                <a:gd name="T16" fmla="*/ 376 w 461"/>
                <a:gd name="T17" fmla="*/ 487 h 613"/>
                <a:gd name="T18" fmla="*/ 328 w 461"/>
                <a:gd name="T19" fmla="*/ 538 h 613"/>
                <a:gd name="T20" fmla="*/ 61 w 461"/>
                <a:gd name="T21" fmla="*/ 538 h 613"/>
                <a:gd name="T22" fmla="*/ 61 w 461"/>
                <a:gd name="T23" fmla="*/ 613 h 613"/>
                <a:gd name="T24" fmla="*/ 356 w 461"/>
                <a:gd name="T25" fmla="*/ 613 h 613"/>
                <a:gd name="T26" fmla="*/ 461 w 461"/>
                <a:gd name="T27" fmla="*/ 511 h 613"/>
                <a:gd name="T28" fmla="*/ 461 w 461"/>
                <a:gd name="T29" fmla="*/ 0 h 613"/>
                <a:gd name="T30" fmla="*/ 170 w 461"/>
                <a:gd name="T31" fmla="*/ 0 h 613"/>
                <a:gd name="T32" fmla="*/ 376 w 461"/>
                <a:gd name="T33" fmla="*/ 398 h 613"/>
                <a:gd name="T34" fmla="*/ 196 w 461"/>
                <a:gd name="T35" fmla="*/ 398 h 613"/>
                <a:gd name="T36" fmla="*/ 88 w 461"/>
                <a:gd name="T37" fmla="*/ 333 h 613"/>
                <a:gd name="T38" fmla="*/ 88 w 461"/>
                <a:gd name="T39" fmla="*/ 231 h 613"/>
                <a:gd name="T40" fmla="*/ 88 w 461"/>
                <a:gd name="T41" fmla="*/ 148 h 613"/>
                <a:gd name="T42" fmla="*/ 200 w 461"/>
                <a:gd name="T43" fmla="*/ 72 h 613"/>
                <a:gd name="T44" fmla="*/ 376 w 461"/>
                <a:gd name="T45" fmla="*/ 72 h 613"/>
                <a:gd name="T46" fmla="*/ 376 w 461"/>
                <a:gd name="T47" fmla="*/ 398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1" h="613">
                  <a:moveTo>
                    <a:pt x="170" y="0"/>
                  </a:moveTo>
                  <a:cubicBezTo>
                    <a:pt x="94" y="0"/>
                    <a:pt x="65" y="12"/>
                    <a:pt x="44" y="29"/>
                  </a:cubicBezTo>
                  <a:cubicBezTo>
                    <a:pt x="22" y="47"/>
                    <a:pt x="1" y="70"/>
                    <a:pt x="0" y="149"/>
                  </a:cubicBezTo>
                  <a:cubicBezTo>
                    <a:pt x="0" y="233"/>
                    <a:pt x="0" y="233"/>
                    <a:pt x="0" y="233"/>
                  </a:cubicBezTo>
                  <a:cubicBezTo>
                    <a:pt x="0" y="318"/>
                    <a:pt x="0" y="318"/>
                    <a:pt x="0" y="318"/>
                  </a:cubicBezTo>
                  <a:cubicBezTo>
                    <a:pt x="0" y="402"/>
                    <a:pt x="23" y="425"/>
                    <a:pt x="47" y="445"/>
                  </a:cubicBezTo>
                  <a:cubicBezTo>
                    <a:pt x="63" y="456"/>
                    <a:pt x="89" y="469"/>
                    <a:pt x="170" y="469"/>
                  </a:cubicBezTo>
                  <a:cubicBezTo>
                    <a:pt x="376" y="469"/>
                    <a:pt x="376" y="469"/>
                    <a:pt x="376" y="469"/>
                  </a:cubicBezTo>
                  <a:cubicBezTo>
                    <a:pt x="376" y="469"/>
                    <a:pt x="376" y="484"/>
                    <a:pt x="376" y="487"/>
                  </a:cubicBezTo>
                  <a:cubicBezTo>
                    <a:pt x="376" y="523"/>
                    <a:pt x="369" y="538"/>
                    <a:pt x="328" y="538"/>
                  </a:cubicBezTo>
                  <a:cubicBezTo>
                    <a:pt x="61" y="538"/>
                    <a:pt x="61" y="538"/>
                    <a:pt x="61" y="538"/>
                  </a:cubicBezTo>
                  <a:cubicBezTo>
                    <a:pt x="61" y="613"/>
                    <a:pt x="61" y="613"/>
                    <a:pt x="61" y="613"/>
                  </a:cubicBezTo>
                  <a:cubicBezTo>
                    <a:pt x="356" y="613"/>
                    <a:pt x="356" y="613"/>
                    <a:pt x="356" y="613"/>
                  </a:cubicBezTo>
                  <a:cubicBezTo>
                    <a:pt x="435" y="613"/>
                    <a:pt x="461" y="578"/>
                    <a:pt x="461" y="511"/>
                  </a:cubicBezTo>
                  <a:cubicBezTo>
                    <a:pt x="461" y="0"/>
                    <a:pt x="461" y="0"/>
                    <a:pt x="461" y="0"/>
                  </a:cubicBezTo>
                  <a:lnTo>
                    <a:pt x="170" y="0"/>
                  </a:lnTo>
                  <a:close/>
                  <a:moveTo>
                    <a:pt x="376" y="398"/>
                  </a:moveTo>
                  <a:cubicBezTo>
                    <a:pt x="196" y="398"/>
                    <a:pt x="196" y="398"/>
                    <a:pt x="196" y="398"/>
                  </a:cubicBezTo>
                  <a:cubicBezTo>
                    <a:pt x="143" y="398"/>
                    <a:pt x="89" y="402"/>
                    <a:pt x="88" y="333"/>
                  </a:cubicBezTo>
                  <a:cubicBezTo>
                    <a:pt x="88" y="330"/>
                    <a:pt x="88" y="305"/>
                    <a:pt x="88" y="231"/>
                  </a:cubicBezTo>
                  <a:cubicBezTo>
                    <a:pt x="88" y="169"/>
                    <a:pt x="87" y="154"/>
                    <a:pt x="88" y="148"/>
                  </a:cubicBezTo>
                  <a:cubicBezTo>
                    <a:pt x="91" y="90"/>
                    <a:pt x="112" y="70"/>
                    <a:pt x="200" y="72"/>
                  </a:cubicBezTo>
                  <a:cubicBezTo>
                    <a:pt x="205" y="72"/>
                    <a:pt x="376" y="72"/>
                    <a:pt x="376" y="72"/>
                  </a:cubicBezTo>
                  <a:lnTo>
                    <a:pt x="376" y="39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grpSp>
      <p:sp>
        <p:nvSpPr>
          <p:cNvPr id="4" name="Fußzeilenplatzhalter 3">
            <a:extLst>
              <a:ext uri="{FF2B5EF4-FFF2-40B4-BE49-F238E27FC236}">
                <a16:creationId xmlns:a16="http://schemas.microsoft.com/office/drawing/2014/main" id="{AF6B0840-E460-4C2C-9271-B2C243F16082}"/>
              </a:ext>
            </a:extLst>
          </p:cNvPr>
          <p:cNvSpPr>
            <a:spLocks noGrp="1"/>
          </p:cNvSpPr>
          <p:nvPr>
            <p:ph type="ftr" sz="quarter" idx="11"/>
          </p:nvPr>
        </p:nvSpPr>
        <p:spPr/>
        <p:txBody>
          <a:bodyPr/>
          <a:lstStyle>
            <a:lvl1pPr>
              <a:defRPr>
                <a:solidFill>
                  <a:schemeClr val="bg1"/>
                </a:solidFill>
              </a:defRPr>
            </a:lvl1pPr>
          </a:lstStyle>
          <a:p>
            <a:r>
              <a:rPr lang="de-DE"/>
              <a:t>© msg systems ag | 2021 | Präsentationstitel</a:t>
            </a:r>
            <a:endParaRPr lang="de-DE" dirty="0"/>
          </a:p>
        </p:txBody>
      </p:sp>
      <p:sp>
        <p:nvSpPr>
          <p:cNvPr id="5" name="Foliennummernplatzhalter 4">
            <a:extLst>
              <a:ext uri="{FF2B5EF4-FFF2-40B4-BE49-F238E27FC236}">
                <a16:creationId xmlns:a16="http://schemas.microsoft.com/office/drawing/2014/main" id="{C52023D6-1BCD-4615-8CD7-4B7935F2B481}"/>
              </a:ext>
            </a:extLst>
          </p:cNvPr>
          <p:cNvSpPr>
            <a:spLocks noGrp="1"/>
          </p:cNvSpPr>
          <p:nvPr>
            <p:ph type="sldNum" sz="quarter" idx="12"/>
          </p:nvPr>
        </p:nvSpPr>
        <p:spPr/>
        <p:txBody>
          <a:bodyPr/>
          <a:lstStyle>
            <a:lvl1pPr>
              <a:defRPr>
                <a:solidFill>
                  <a:schemeClr val="bg1"/>
                </a:solidFill>
              </a:defRPr>
            </a:lvl1pPr>
          </a:lstStyle>
          <a:p>
            <a:fld id="{B27B0579-4238-4E44-9A9E-134B676F827C}" type="slidenum">
              <a:rPr lang="de-DE" smtClean="0"/>
              <a:pPr/>
              <a:t>‹Nr.›</a:t>
            </a:fld>
            <a:endParaRPr lang="de-DE" dirty="0"/>
          </a:p>
        </p:txBody>
      </p:sp>
      <p:sp>
        <p:nvSpPr>
          <p:cNvPr id="12" name="Textplatzhalter 20">
            <a:extLst>
              <a:ext uri="{FF2B5EF4-FFF2-40B4-BE49-F238E27FC236}">
                <a16:creationId xmlns:a16="http://schemas.microsoft.com/office/drawing/2014/main" id="{EDBC1D82-8D98-45F0-BB3B-18A19D5464A3}"/>
              </a:ext>
            </a:extLst>
          </p:cNvPr>
          <p:cNvSpPr>
            <a:spLocks noGrp="1"/>
          </p:cNvSpPr>
          <p:nvPr>
            <p:ph type="body" sz="quarter" idx="13" hasCustomPrompt="1"/>
          </p:nvPr>
        </p:nvSpPr>
        <p:spPr>
          <a:xfrm>
            <a:off x="2244000" y="1847675"/>
            <a:ext cx="7704000" cy="2880000"/>
          </a:xfrm>
        </p:spPr>
        <p:txBody>
          <a:bodyPr/>
          <a:lstStyle>
            <a:lvl1pPr marL="0" indent="0">
              <a:lnSpc>
                <a:spcPts val="4160"/>
              </a:lnSpc>
              <a:spcBef>
                <a:spcPts val="0"/>
              </a:spcBef>
              <a:buFontTx/>
              <a:buNone/>
              <a:defRPr sz="4000">
                <a:solidFill>
                  <a:schemeClr val="bg1"/>
                </a:solidFill>
              </a:defRPr>
            </a:lvl1pPr>
          </a:lstStyle>
          <a:p>
            <a:pPr lvl="0"/>
            <a:r>
              <a:rPr lang="de-DE" dirty="0"/>
              <a:t>Zitat kommt hierhin</a:t>
            </a:r>
          </a:p>
        </p:txBody>
      </p:sp>
    </p:spTree>
    <p:extLst>
      <p:ext uri="{BB962C8B-B14F-4D97-AF65-F5344CB8AC3E}">
        <p14:creationId xmlns:p14="http://schemas.microsoft.com/office/powerpoint/2010/main" val="8654292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Kreis mit Text rechts">
    <p:bg bwMode="invGray">
      <p:bgPr>
        <a:solidFill>
          <a:srgbClr val="595959"/>
        </a:solidFill>
        <a:effectLst/>
      </p:bgPr>
    </p:bg>
    <p:spTree>
      <p:nvGrpSpPr>
        <p:cNvPr id="1" name=""/>
        <p:cNvGrpSpPr/>
        <p:nvPr/>
      </p:nvGrpSpPr>
      <p:grpSpPr>
        <a:xfrm>
          <a:off x="0" y="0"/>
          <a:ext cx="0" cy="0"/>
          <a:chOff x="0" y="0"/>
          <a:chExt cx="0" cy="0"/>
        </a:xfrm>
      </p:grpSpPr>
      <p:sp>
        <p:nvSpPr>
          <p:cNvPr id="7" name="Freihandform 16">
            <a:extLst>
              <a:ext uri="{FF2B5EF4-FFF2-40B4-BE49-F238E27FC236}">
                <a16:creationId xmlns:a16="http://schemas.microsoft.com/office/drawing/2014/main" id="{BE7D9104-5FB4-452A-839E-CDDED76CB65D}"/>
              </a:ext>
            </a:extLst>
          </p:cNvPr>
          <p:cNvSpPr/>
          <p:nvPr/>
        </p:nvSpPr>
        <p:spPr bwMode="invGray">
          <a:xfrm>
            <a:off x="0" y="0"/>
            <a:ext cx="5467901" cy="6043026"/>
          </a:xfrm>
          <a:custGeom>
            <a:avLst/>
            <a:gdLst>
              <a:gd name="connsiteX0" fmla="*/ 0 w 5562328"/>
              <a:gd name="connsiteY0" fmla="*/ 0 h 6147385"/>
              <a:gd name="connsiteX1" fmla="*/ 4578774 w 5562328"/>
              <a:gd name="connsiteY1" fmla="*/ 0 h 6147385"/>
              <a:gd name="connsiteX2" fmla="*/ 4727110 w 5562328"/>
              <a:gd name="connsiteY2" fmla="*/ 163212 h 6147385"/>
              <a:gd name="connsiteX3" fmla="*/ 5562328 w 5562328"/>
              <a:gd name="connsiteY3" fmla="*/ 2489785 h 6147385"/>
              <a:gd name="connsiteX4" fmla="*/ 1904728 w 5562328"/>
              <a:gd name="connsiteY4" fmla="*/ 6147385 h 6147385"/>
              <a:gd name="connsiteX5" fmla="*/ 161299 w 5562328"/>
              <a:gd name="connsiteY5" fmla="*/ 5705932 h 6147385"/>
              <a:gd name="connsiteX6" fmla="*/ 0 w 5562328"/>
              <a:gd name="connsiteY6" fmla="*/ 5607941 h 6147385"/>
              <a:gd name="connsiteX7" fmla="*/ 0 w 5562328"/>
              <a:gd name="connsiteY7" fmla="*/ 0 h 614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62328" h="6147385">
                <a:moveTo>
                  <a:pt x="0" y="0"/>
                </a:moveTo>
                <a:lnTo>
                  <a:pt x="4578774" y="0"/>
                </a:lnTo>
                <a:lnTo>
                  <a:pt x="4727110" y="163212"/>
                </a:lnTo>
                <a:cubicBezTo>
                  <a:pt x="5248888" y="795461"/>
                  <a:pt x="5562328" y="1606019"/>
                  <a:pt x="5562328" y="2489785"/>
                </a:cubicBezTo>
                <a:cubicBezTo>
                  <a:pt x="5562328" y="4509822"/>
                  <a:pt x="3924765" y="6147385"/>
                  <a:pt x="1904728" y="6147385"/>
                </a:cubicBezTo>
                <a:cubicBezTo>
                  <a:pt x="1273467" y="6147385"/>
                  <a:pt x="679556" y="5987467"/>
                  <a:pt x="161299" y="5705932"/>
                </a:cubicBezTo>
                <a:lnTo>
                  <a:pt x="0" y="5607941"/>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sp>
        <p:nvSpPr>
          <p:cNvPr id="8" name="Oval 6">
            <a:extLst>
              <a:ext uri="{FF2B5EF4-FFF2-40B4-BE49-F238E27FC236}">
                <a16:creationId xmlns:a16="http://schemas.microsoft.com/office/drawing/2014/main" id="{44D32D78-1FC9-4914-990B-D57D1A014025}"/>
              </a:ext>
            </a:extLst>
          </p:cNvPr>
          <p:cNvSpPr/>
          <p:nvPr/>
        </p:nvSpPr>
        <p:spPr bwMode="white">
          <a:xfrm>
            <a:off x="4520191" y="420194"/>
            <a:ext cx="2592288" cy="2592288"/>
          </a:xfrm>
          <a:prstGeom prst="ellipse">
            <a:avLst/>
          </a:prstGeom>
          <a:solidFill>
            <a:srgbClr val="262626">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sp>
        <p:nvSpPr>
          <p:cNvPr id="33" name="Freihandform: Form 32">
            <a:extLst>
              <a:ext uri="{FF2B5EF4-FFF2-40B4-BE49-F238E27FC236}">
                <a16:creationId xmlns:a16="http://schemas.microsoft.com/office/drawing/2014/main" id="{54E0887D-CC72-4BA8-A0BD-3597B93C209A}"/>
              </a:ext>
            </a:extLst>
          </p:cNvPr>
          <p:cNvSpPr/>
          <p:nvPr/>
        </p:nvSpPr>
        <p:spPr>
          <a:xfrm>
            <a:off x="-17999" y="-18000"/>
            <a:ext cx="5708631" cy="6281992"/>
          </a:xfrm>
          <a:custGeom>
            <a:avLst/>
            <a:gdLst>
              <a:gd name="connsiteX0" fmla="*/ 0 w 5708631"/>
              <a:gd name="connsiteY0" fmla="*/ 0 h 6281992"/>
              <a:gd name="connsiteX1" fmla="*/ 4819428 w 5708631"/>
              <a:gd name="connsiteY1" fmla="*/ 0 h 6281992"/>
              <a:gd name="connsiteX2" fmla="*/ 4834099 w 5708631"/>
              <a:gd name="connsiteY2" fmla="*/ 16143 h 6281992"/>
              <a:gd name="connsiteX3" fmla="*/ 5708631 w 5708631"/>
              <a:gd name="connsiteY3" fmla="*/ 2452228 h 6281992"/>
              <a:gd name="connsiteX4" fmla="*/ 1878867 w 5708631"/>
              <a:gd name="connsiteY4" fmla="*/ 6281992 h 6281992"/>
              <a:gd name="connsiteX5" fmla="*/ 53374 w 5708631"/>
              <a:gd name="connsiteY5" fmla="*/ 5819760 h 6281992"/>
              <a:gd name="connsiteX6" fmla="*/ 0 w 5708631"/>
              <a:gd name="connsiteY6" fmla="*/ 5789071 h 6281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8631" h="6281992">
                <a:moveTo>
                  <a:pt x="0" y="0"/>
                </a:moveTo>
                <a:lnTo>
                  <a:pt x="4819428" y="0"/>
                </a:lnTo>
                <a:lnTo>
                  <a:pt x="4834099" y="16143"/>
                </a:lnTo>
                <a:cubicBezTo>
                  <a:pt x="5380438" y="678152"/>
                  <a:pt x="5708631" y="1526863"/>
                  <a:pt x="5708631" y="2452228"/>
                </a:cubicBezTo>
                <a:cubicBezTo>
                  <a:pt x="5708631" y="4567348"/>
                  <a:pt x="3993987" y="6281992"/>
                  <a:pt x="1878867" y="6281992"/>
                </a:cubicBezTo>
                <a:cubicBezTo>
                  <a:pt x="1217892" y="6281992"/>
                  <a:pt x="596026" y="6114547"/>
                  <a:pt x="53374" y="5819760"/>
                </a:cubicBezTo>
                <a:lnTo>
                  <a:pt x="0" y="5789071"/>
                </a:lnTo>
                <a:close/>
              </a:path>
            </a:pathLst>
          </a:custGeom>
          <a:noFill/>
          <a:ln>
            <a:solidFill>
              <a:srgbClr val="FFFFFF">
                <a:alpha val="81176"/>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b="1" i="0" dirty="0">
              <a:latin typeface="Calibri" panose="020F0502020204030204" pitchFamily="34" charset="0"/>
            </a:endParaRPr>
          </a:p>
        </p:txBody>
      </p:sp>
      <p:sp>
        <p:nvSpPr>
          <p:cNvPr id="10" name="Oval 15">
            <a:extLst>
              <a:ext uri="{FF2B5EF4-FFF2-40B4-BE49-F238E27FC236}">
                <a16:creationId xmlns:a16="http://schemas.microsoft.com/office/drawing/2014/main" id="{FFD56C8D-6C6C-4310-8C46-5DB32744D20D}"/>
              </a:ext>
            </a:extLst>
          </p:cNvPr>
          <p:cNvSpPr/>
          <p:nvPr/>
        </p:nvSpPr>
        <p:spPr bwMode="white">
          <a:xfrm>
            <a:off x="4543986" y="5013176"/>
            <a:ext cx="162070" cy="16207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sp>
        <p:nvSpPr>
          <p:cNvPr id="13" name="Oval 7">
            <a:extLst>
              <a:ext uri="{FF2B5EF4-FFF2-40B4-BE49-F238E27FC236}">
                <a16:creationId xmlns:a16="http://schemas.microsoft.com/office/drawing/2014/main" id="{0C83544E-FC7E-4C41-AA4D-6677754836E0}"/>
              </a:ext>
            </a:extLst>
          </p:cNvPr>
          <p:cNvSpPr/>
          <p:nvPr/>
        </p:nvSpPr>
        <p:spPr bwMode="white">
          <a:xfrm>
            <a:off x="10605619" y="4914431"/>
            <a:ext cx="1251419" cy="1251419"/>
          </a:xfrm>
          <a:prstGeom prst="ellipse">
            <a:avLst/>
          </a:prstGeom>
          <a:solidFill>
            <a:srgbClr val="262626">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grpSp>
        <p:nvGrpSpPr>
          <p:cNvPr id="26" name="Group 698">
            <a:extLst>
              <a:ext uri="{FF2B5EF4-FFF2-40B4-BE49-F238E27FC236}">
                <a16:creationId xmlns:a16="http://schemas.microsoft.com/office/drawing/2014/main" id="{BB9B3DA4-1FBF-4B7D-8015-FC901F73710B}"/>
              </a:ext>
            </a:extLst>
          </p:cNvPr>
          <p:cNvGrpSpPr>
            <a:grpSpLocks noChangeAspect="1"/>
          </p:cNvGrpSpPr>
          <p:nvPr/>
        </p:nvGrpSpPr>
        <p:grpSpPr bwMode="white">
          <a:xfrm>
            <a:off x="10468800" y="406800"/>
            <a:ext cx="1386000" cy="435600"/>
            <a:chOff x="561" y="2269"/>
            <a:chExt cx="4636" cy="1455"/>
          </a:xfrm>
        </p:grpSpPr>
        <p:sp>
          <p:nvSpPr>
            <p:cNvPr id="28" name="AutoShape 697">
              <a:extLst>
                <a:ext uri="{FF2B5EF4-FFF2-40B4-BE49-F238E27FC236}">
                  <a16:creationId xmlns:a16="http://schemas.microsoft.com/office/drawing/2014/main" id="{CA77B960-C92D-469B-853C-3867D47F9ED2}"/>
                </a:ext>
              </a:extLst>
            </p:cNvPr>
            <p:cNvSpPr>
              <a:spLocks noChangeAspect="1" noChangeArrowheads="1" noTextEdit="1"/>
            </p:cNvSpPr>
            <p:nvPr/>
          </p:nvSpPr>
          <p:spPr bwMode="white">
            <a:xfrm>
              <a:off x="561" y="2271"/>
              <a:ext cx="4634" cy="1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29" name="Oval 699">
              <a:extLst>
                <a:ext uri="{FF2B5EF4-FFF2-40B4-BE49-F238E27FC236}">
                  <a16:creationId xmlns:a16="http://schemas.microsoft.com/office/drawing/2014/main" id="{6E2BE485-363F-4855-A6CA-26CCFCDA6D19}"/>
                </a:ext>
              </a:extLst>
            </p:cNvPr>
            <p:cNvSpPr>
              <a:spLocks noChangeArrowheads="1"/>
            </p:cNvSpPr>
            <p:nvPr/>
          </p:nvSpPr>
          <p:spPr bwMode="white">
            <a:xfrm>
              <a:off x="561" y="2905"/>
              <a:ext cx="483" cy="484"/>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30" name="Freeform 700">
              <a:extLst>
                <a:ext uri="{FF2B5EF4-FFF2-40B4-BE49-F238E27FC236}">
                  <a16:creationId xmlns:a16="http://schemas.microsoft.com/office/drawing/2014/main" id="{97F0887C-C939-4C38-A074-572DCB99094D}"/>
                </a:ext>
              </a:extLst>
            </p:cNvPr>
            <p:cNvSpPr>
              <a:spLocks/>
            </p:cNvSpPr>
            <p:nvPr/>
          </p:nvSpPr>
          <p:spPr bwMode="white">
            <a:xfrm>
              <a:off x="1200" y="2269"/>
              <a:ext cx="1559" cy="1113"/>
            </a:xfrm>
            <a:custGeom>
              <a:avLst/>
              <a:gdLst>
                <a:gd name="T0" fmla="*/ 0 w 659"/>
                <a:gd name="T1" fmla="*/ 0 h 469"/>
                <a:gd name="T2" fmla="*/ 0 w 659"/>
                <a:gd name="T3" fmla="*/ 469 h 469"/>
                <a:gd name="T4" fmla="*/ 85 w 659"/>
                <a:gd name="T5" fmla="*/ 469 h 469"/>
                <a:gd name="T6" fmla="*/ 85 w 659"/>
                <a:gd name="T7" fmla="*/ 72 h 469"/>
                <a:gd name="T8" fmla="*/ 282 w 659"/>
                <a:gd name="T9" fmla="*/ 72 h 469"/>
                <a:gd name="T10" fmla="*/ 282 w 659"/>
                <a:gd name="T11" fmla="*/ 469 h 469"/>
                <a:gd name="T12" fmla="*/ 367 w 659"/>
                <a:gd name="T13" fmla="*/ 469 h 469"/>
                <a:gd name="T14" fmla="*/ 367 w 659"/>
                <a:gd name="T15" fmla="*/ 72 h 469"/>
                <a:gd name="T16" fmla="*/ 498 w 659"/>
                <a:gd name="T17" fmla="*/ 72 h 469"/>
                <a:gd name="T18" fmla="*/ 573 w 659"/>
                <a:gd name="T19" fmla="*/ 155 h 469"/>
                <a:gd name="T20" fmla="*/ 573 w 659"/>
                <a:gd name="T21" fmla="*/ 469 h 469"/>
                <a:gd name="T22" fmla="*/ 659 w 659"/>
                <a:gd name="T23" fmla="*/ 469 h 469"/>
                <a:gd name="T24" fmla="*/ 659 w 659"/>
                <a:gd name="T25" fmla="*/ 132 h 469"/>
                <a:gd name="T26" fmla="*/ 541 w 659"/>
                <a:gd name="T27" fmla="*/ 0 h 469"/>
                <a:gd name="T28" fmla="*/ 0 w 659"/>
                <a:gd name="T29"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9" h="469">
                  <a:moveTo>
                    <a:pt x="0" y="0"/>
                  </a:moveTo>
                  <a:cubicBezTo>
                    <a:pt x="0" y="469"/>
                    <a:pt x="0" y="469"/>
                    <a:pt x="0" y="469"/>
                  </a:cubicBezTo>
                  <a:cubicBezTo>
                    <a:pt x="85" y="469"/>
                    <a:pt x="85" y="469"/>
                    <a:pt x="85" y="469"/>
                  </a:cubicBezTo>
                  <a:cubicBezTo>
                    <a:pt x="85" y="72"/>
                    <a:pt x="85" y="72"/>
                    <a:pt x="85" y="72"/>
                  </a:cubicBezTo>
                  <a:cubicBezTo>
                    <a:pt x="85" y="72"/>
                    <a:pt x="218" y="72"/>
                    <a:pt x="282" y="72"/>
                  </a:cubicBezTo>
                  <a:cubicBezTo>
                    <a:pt x="282" y="469"/>
                    <a:pt x="282" y="469"/>
                    <a:pt x="282" y="469"/>
                  </a:cubicBezTo>
                  <a:cubicBezTo>
                    <a:pt x="367" y="469"/>
                    <a:pt x="367" y="469"/>
                    <a:pt x="367" y="469"/>
                  </a:cubicBezTo>
                  <a:cubicBezTo>
                    <a:pt x="367" y="72"/>
                    <a:pt x="367" y="72"/>
                    <a:pt x="367" y="72"/>
                  </a:cubicBezTo>
                  <a:cubicBezTo>
                    <a:pt x="424" y="72"/>
                    <a:pt x="472" y="72"/>
                    <a:pt x="498" y="72"/>
                  </a:cubicBezTo>
                  <a:cubicBezTo>
                    <a:pt x="542" y="72"/>
                    <a:pt x="573" y="98"/>
                    <a:pt x="573" y="155"/>
                  </a:cubicBezTo>
                  <a:cubicBezTo>
                    <a:pt x="573" y="469"/>
                    <a:pt x="573" y="469"/>
                    <a:pt x="573" y="469"/>
                  </a:cubicBezTo>
                  <a:cubicBezTo>
                    <a:pt x="659" y="469"/>
                    <a:pt x="659" y="469"/>
                    <a:pt x="659" y="469"/>
                  </a:cubicBezTo>
                  <a:cubicBezTo>
                    <a:pt x="659" y="346"/>
                    <a:pt x="659" y="239"/>
                    <a:pt x="659" y="132"/>
                  </a:cubicBezTo>
                  <a:cubicBezTo>
                    <a:pt x="659" y="68"/>
                    <a:pt x="626" y="0"/>
                    <a:pt x="541" y="0"/>
                  </a:cubicBezTo>
                  <a:cubicBezTo>
                    <a:pt x="0" y="0"/>
                    <a:pt x="0" y="0"/>
                    <a:pt x="0"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31" name="Freeform 701">
              <a:extLst>
                <a:ext uri="{FF2B5EF4-FFF2-40B4-BE49-F238E27FC236}">
                  <a16:creationId xmlns:a16="http://schemas.microsoft.com/office/drawing/2014/main" id="{DE2B3A95-ADAB-4FED-8F5A-5BB9B1B11C5D}"/>
                </a:ext>
              </a:extLst>
            </p:cNvPr>
            <p:cNvSpPr>
              <a:spLocks/>
            </p:cNvSpPr>
            <p:nvPr/>
          </p:nvSpPr>
          <p:spPr bwMode="white">
            <a:xfrm>
              <a:off x="2877" y="2269"/>
              <a:ext cx="1107" cy="1113"/>
            </a:xfrm>
            <a:custGeom>
              <a:avLst/>
              <a:gdLst>
                <a:gd name="T0" fmla="*/ 121 w 468"/>
                <a:gd name="T1" fmla="*/ 0 h 469"/>
                <a:gd name="T2" fmla="*/ 0 w 468"/>
                <a:gd name="T3" fmla="*/ 130 h 469"/>
                <a:gd name="T4" fmla="*/ 115 w 468"/>
                <a:gd name="T5" fmla="*/ 266 h 469"/>
                <a:gd name="T6" fmla="*/ 319 w 468"/>
                <a:gd name="T7" fmla="*/ 266 h 469"/>
                <a:gd name="T8" fmla="*/ 381 w 468"/>
                <a:gd name="T9" fmla="*/ 335 h 469"/>
                <a:gd name="T10" fmla="*/ 320 w 468"/>
                <a:gd name="T11" fmla="*/ 398 h 469"/>
                <a:gd name="T12" fmla="*/ 8 w 468"/>
                <a:gd name="T13" fmla="*/ 398 h 469"/>
                <a:gd name="T14" fmla="*/ 8 w 468"/>
                <a:gd name="T15" fmla="*/ 469 h 469"/>
                <a:gd name="T16" fmla="*/ 356 w 468"/>
                <a:gd name="T17" fmla="*/ 469 h 469"/>
                <a:gd name="T18" fmla="*/ 468 w 468"/>
                <a:gd name="T19" fmla="*/ 336 h 469"/>
                <a:gd name="T20" fmla="*/ 362 w 468"/>
                <a:gd name="T21" fmla="*/ 194 h 469"/>
                <a:gd name="T22" fmla="*/ 142 w 468"/>
                <a:gd name="T23" fmla="*/ 194 h 469"/>
                <a:gd name="T24" fmla="*/ 86 w 468"/>
                <a:gd name="T25" fmla="*/ 132 h 469"/>
                <a:gd name="T26" fmla="*/ 151 w 468"/>
                <a:gd name="T27" fmla="*/ 72 h 469"/>
                <a:gd name="T28" fmla="*/ 452 w 468"/>
                <a:gd name="T29" fmla="*/ 72 h 469"/>
                <a:gd name="T30" fmla="*/ 452 w 468"/>
                <a:gd name="T31" fmla="*/ 0 h 469"/>
                <a:gd name="T32" fmla="*/ 121 w 468"/>
                <a:gd name="T33"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8" h="469">
                  <a:moveTo>
                    <a:pt x="121" y="0"/>
                  </a:moveTo>
                  <a:cubicBezTo>
                    <a:pt x="28" y="0"/>
                    <a:pt x="0" y="62"/>
                    <a:pt x="0" y="130"/>
                  </a:cubicBezTo>
                  <a:cubicBezTo>
                    <a:pt x="0" y="204"/>
                    <a:pt x="31" y="266"/>
                    <a:pt x="115" y="266"/>
                  </a:cubicBezTo>
                  <a:cubicBezTo>
                    <a:pt x="191" y="266"/>
                    <a:pt x="262" y="266"/>
                    <a:pt x="319" y="266"/>
                  </a:cubicBezTo>
                  <a:cubicBezTo>
                    <a:pt x="381" y="266"/>
                    <a:pt x="381" y="314"/>
                    <a:pt x="381" y="335"/>
                  </a:cubicBezTo>
                  <a:cubicBezTo>
                    <a:pt x="381" y="356"/>
                    <a:pt x="381" y="398"/>
                    <a:pt x="320" y="398"/>
                  </a:cubicBezTo>
                  <a:cubicBezTo>
                    <a:pt x="272" y="398"/>
                    <a:pt x="8" y="398"/>
                    <a:pt x="8" y="398"/>
                  </a:cubicBezTo>
                  <a:cubicBezTo>
                    <a:pt x="8" y="398"/>
                    <a:pt x="8" y="449"/>
                    <a:pt x="8" y="469"/>
                  </a:cubicBezTo>
                  <a:cubicBezTo>
                    <a:pt x="356" y="469"/>
                    <a:pt x="356" y="469"/>
                    <a:pt x="356" y="469"/>
                  </a:cubicBezTo>
                  <a:cubicBezTo>
                    <a:pt x="443" y="469"/>
                    <a:pt x="468" y="418"/>
                    <a:pt x="468" y="336"/>
                  </a:cubicBezTo>
                  <a:cubicBezTo>
                    <a:pt x="468" y="238"/>
                    <a:pt x="436" y="194"/>
                    <a:pt x="362" y="194"/>
                  </a:cubicBezTo>
                  <a:cubicBezTo>
                    <a:pt x="274" y="194"/>
                    <a:pt x="213" y="194"/>
                    <a:pt x="142" y="194"/>
                  </a:cubicBezTo>
                  <a:cubicBezTo>
                    <a:pt x="86" y="194"/>
                    <a:pt x="86" y="157"/>
                    <a:pt x="86" y="132"/>
                  </a:cubicBezTo>
                  <a:cubicBezTo>
                    <a:pt x="86" y="112"/>
                    <a:pt x="92" y="72"/>
                    <a:pt x="151" y="72"/>
                  </a:cubicBezTo>
                  <a:cubicBezTo>
                    <a:pt x="214" y="72"/>
                    <a:pt x="452" y="72"/>
                    <a:pt x="452" y="72"/>
                  </a:cubicBezTo>
                  <a:cubicBezTo>
                    <a:pt x="452" y="43"/>
                    <a:pt x="452" y="27"/>
                    <a:pt x="452" y="0"/>
                  </a:cubicBezTo>
                  <a:cubicBezTo>
                    <a:pt x="121" y="0"/>
                    <a:pt x="121" y="0"/>
                    <a:pt x="121"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32" name="Freeform 702">
              <a:extLst>
                <a:ext uri="{FF2B5EF4-FFF2-40B4-BE49-F238E27FC236}">
                  <a16:creationId xmlns:a16="http://schemas.microsoft.com/office/drawing/2014/main" id="{98D5D0A9-E01F-463C-A08B-C3E7552EDA5A}"/>
                </a:ext>
              </a:extLst>
            </p:cNvPr>
            <p:cNvSpPr>
              <a:spLocks noEditPoints="1"/>
            </p:cNvSpPr>
            <p:nvPr/>
          </p:nvSpPr>
          <p:spPr bwMode="white">
            <a:xfrm>
              <a:off x="4107" y="2269"/>
              <a:ext cx="1090" cy="1455"/>
            </a:xfrm>
            <a:custGeom>
              <a:avLst/>
              <a:gdLst>
                <a:gd name="T0" fmla="*/ 170 w 461"/>
                <a:gd name="T1" fmla="*/ 0 h 613"/>
                <a:gd name="T2" fmla="*/ 44 w 461"/>
                <a:gd name="T3" fmla="*/ 29 h 613"/>
                <a:gd name="T4" fmla="*/ 0 w 461"/>
                <a:gd name="T5" fmla="*/ 149 h 613"/>
                <a:gd name="T6" fmla="*/ 0 w 461"/>
                <a:gd name="T7" fmla="*/ 233 h 613"/>
                <a:gd name="T8" fmla="*/ 0 w 461"/>
                <a:gd name="T9" fmla="*/ 318 h 613"/>
                <a:gd name="T10" fmla="*/ 47 w 461"/>
                <a:gd name="T11" fmla="*/ 445 h 613"/>
                <a:gd name="T12" fmla="*/ 170 w 461"/>
                <a:gd name="T13" fmla="*/ 469 h 613"/>
                <a:gd name="T14" fmla="*/ 376 w 461"/>
                <a:gd name="T15" fmla="*/ 469 h 613"/>
                <a:gd name="T16" fmla="*/ 376 w 461"/>
                <a:gd name="T17" fmla="*/ 487 h 613"/>
                <a:gd name="T18" fmla="*/ 328 w 461"/>
                <a:gd name="T19" fmla="*/ 538 h 613"/>
                <a:gd name="T20" fmla="*/ 61 w 461"/>
                <a:gd name="T21" fmla="*/ 538 h 613"/>
                <a:gd name="T22" fmla="*/ 61 w 461"/>
                <a:gd name="T23" fmla="*/ 613 h 613"/>
                <a:gd name="T24" fmla="*/ 356 w 461"/>
                <a:gd name="T25" fmla="*/ 613 h 613"/>
                <a:gd name="T26" fmla="*/ 461 w 461"/>
                <a:gd name="T27" fmla="*/ 511 h 613"/>
                <a:gd name="T28" fmla="*/ 461 w 461"/>
                <a:gd name="T29" fmla="*/ 0 h 613"/>
                <a:gd name="T30" fmla="*/ 170 w 461"/>
                <a:gd name="T31" fmla="*/ 0 h 613"/>
                <a:gd name="T32" fmla="*/ 376 w 461"/>
                <a:gd name="T33" fmla="*/ 398 h 613"/>
                <a:gd name="T34" fmla="*/ 196 w 461"/>
                <a:gd name="T35" fmla="*/ 398 h 613"/>
                <a:gd name="T36" fmla="*/ 88 w 461"/>
                <a:gd name="T37" fmla="*/ 333 h 613"/>
                <a:gd name="T38" fmla="*/ 88 w 461"/>
                <a:gd name="T39" fmla="*/ 231 h 613"/>
                <a:gd name="T40" fmla="*/ 88 w 461"/>
                <a:gd name="T41" fmla="*/ 148 h 613"/>
                <a:gd name="T42" fmla="*/ 200 w 461"/>
                <a:gd name="T43" fmla="*/ 72 h 613"/>
                <a:gd name="T44" fmla="*/ 376 w 461"/>
                <a:gd name="T45" fmla="*/ 72 h 613"/>
                <a:gd name="T46" fmla="*/ 376 w 461"/>
                <a:gd name="T47" fmla="*/ 398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1" h="613">
                  <a:moveTo>
                    <a:pt x="170" y="0"/>
                  </a:moveTo>
                  <a:cubicBezTo>
                    <a:pt x="94" y="0"/>
                    <a:pt x="65" y="12"/>
                    <a:pt x="44" y="29"/>
                  </a:cubicBezTo>
                  <a:cubicBezTo>
                    <a:pt x="22" y="47"/>
                    <a:pt x="1" y="70"/>
                    <a:pt x="0" y="149"/>
                  </a:cubicBezTo>
                  <a:cubicBezTo>
                    <a:pt x="0" y="233"/>
                    <a:pt x="0" y="233"/>
                    <a:pt x="0" y="233"/>
                  </a:cubicBezTo>
                  <a:cubicBezTo>
                    <a:pt x="0" y="318"/>
                    <a:pt x="0" y="318"/>
                    <a:pt x="0" y="318"/>
                  </a:cubicBezTo>
                  <a:cubicBezTo>
                    <a:pt x="0" y="402"/>
                    <a:pt x="23" y="425"/>
                    <a:pt x="47" y="445"/>
                  </a:cubicBezTo>
                  <a:cubicBezTo>
                    <a:pt x="63" y="456"/>
                    <a:pt x="89" y="469"/>
                    <a:pt x="170" y="469"/>
                  </a:cubicBezTo>
                  <a:cubicBezTo>
                    <a:pt x="376" y="469"/>
                    <a:pt x="376" y="469"/>
                    <a:pt x="376" y="469"/>
                  </a:cubicBezTo>
                  <a:cubicBezTo>
                    <a:pt x="376" y="469"/>
                    <a:pt x="376" y="484"/>
                    <a:pt x="376" y="487"/>
                  </a:cubicBezTo>
                  <a:cubicBezTo>
                    <a:pt x="376" y="523"/>
                    <a:pt x="369" y="538"/>
                    <a:pt x="328" y="538"/>
                  </a:cubicBezTo>
                  <a:cubicBezTo>
                    <a:pt x="61" y="538"/>
                    <a:pt x="61" y="538"/>
                    <a:pt x="61" y="538"/>
                  </a:cubicBezTo>
                  <a:cubicBezTo>
                    <a:pt x="61" y="613"/>
                    <a:pt x="61" y="613"/>
                    <a:pt x="61" y="613"/>
                  </a:cubicBezTo>
                  <a:cubicBezTo>
                    <a:pt x="356" y="613"/>
                    <a:pt x="356" y="613"/>
                    <a:pt x="356" y="613"/>
                  </a:cubicBezTo>
                  <a:cubicBezTo>
                    <a:pt x="435" y="613"/>
                    <a:pt x="461" y="578"/>
                    <a:pt x="461" y="511"/>
                  </a:cubicBezTo>
                  <a:cubicBezTo>
                    <a:pt x="461" y="0"/>
                    <a:pt x="461" y="0"/>
                    <a:pt x="461" y="0"/>
                  </a:cubicBezTo>
                  <a:lnTo>
                    <a:pt x="170" y="0"/>
                  </a:lnTo>
                  <a:close/>
                  <a:moveTo>
                    <a:pt x="376" y="398"/>
                  </a:moveTo>
                  <a:cubicBezTo>
                    <a:pt x="196" y="398"/>
                    <a:pt x="196" y="398"/>
                    <a:pt x="196" y="398"/>
                  </a:cubicBezTo>
                  <a:cubicBezTo>
                    <a:pt x="143" y="398"/>
                    <a:pt x="89" y="402"/>
                    <a:pt x="88" y="333"/>
                  </a:cubicBezTo>
                  <a:cubicBezTo>
                    <a:pt x="88" y="330"/>
                    <a:pt x="88" y="305"/>
                    <a:pt x="88" y="231"/>
                  </a:cubicBezTo>
                  <a:cubicBezTo>
                    <a:pt x="88" y="169"/>
                    <a:pt x="87" y="154"/>
                    <a:pt x="88" y="148"/>
                  </a:cubicBezTo>
                  <a:cubicBezTo>
                    <a:pt x="91" y="90"/>
                    <a:pt x="112" y="70"/>
                    <a:pt x="200" y="72"/>
                  </a:cubicBezTo>
                  <a:cubicBezTo>
                    <a:pt x="205" y="72"/>
                    <a:pt x="376" y="72"/>
                    <a:pt x="376" y="72"/>
                  </a:cubicBezTo>
                  <a:lnTo>
                    <a:pt x="376" y="39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grpSp>
      <p:sp>
        <p:nvSpPr>
          <p:cNvPr id="4" name="Fußzeilenplatzhalter 3">
            <a:extLst>
              <a:ext uri="{FF2B5EF4-FFF2-40B4-BE49-F238E27FC236}">
                <a16:creationId xmlns:a16="http://schemas.microsoft.com/office/drawing/2014/main" id="{DC93CED4-DEA2-4E70-A557-48EDC8B86270}"/>
              </a:ext>
            </a:extLst>
          </p:cNvPr>
          <p:cNvSpPr>
            <a:spLocks noGrp="1"/>
          </p:cNvSpPr>
          <p:nvPr>
            <p:ph type="ftr" sz="quarter" idx="11"/>
          </p:nvPr>
        </p:nvSpPr>
        <p:spPr/>
        <p:txBody>
          <a:bodyPr/>
          <a:lstStyle>
            <a:lvl1pPr>
              <a:defRPr>
                <a:solidFill>
                  <a:schemeClr val="bg1"/>
                </a:solidFill>
              </a:defRPr>
            </a:lvl1pPr>
          </a:lstStyle>
          <a:p>
            <a:r>
              <a:rPr lang="de-DE"/>
              <a:t>© msg systems ag | 2021 | Präsentationstitel</a:t>
            </a:r>
            <a:endParaRPr lang="de-DE" dirty="0"/>
          </a:p>
        </p:txBody>
      </p:sp>
      <p:sp>
        <p:nvSpPr>
          <p:cNvPr id="5" name="Foliennummernplatzhalter 4">
            <a:extLst>
              <a:ext uri="{FF2B5EF4-FFF2-40B4-BE49-F238E27FC236}">
                <a16:creationId xmlns:a16="http://schemas.microsoft.com/office/drawing/2014/main" id="{67DFBA2E-CC62-447D-8426-28DAE14D9459}"/>
              </a:ext>
            </a:extLst>
          </p:cNvPr>
          <p:cNvSpPr>
            <a:spLocks noGrp="1"/>
          </p:cNvSpPr>
          <p:nvPr>
            <p:ph type="sldNum" sz="quarter" idx="12"/>
          </p:nvPr>
        </p:nvSpPr>
        <p:spPr/>
        <p:txBody>
          <a:bodyPr/>
          <a:lstStyle>
            <a:lvl1pPr>
              <a:defRPr>
                <a:solidFill>
                  <a:schemeClr val="bg1"/>
                </a:solidFill>
              </a:defRPr>
            </a:lvl1pPr>
          </a:lstStyle>
          <a:p>
            <a:fld id="{B27B0579-4238-4E44-9A9E-134B676F827C}" type="slidenum">
              <a:rPr lang="de-DE" smtClean="0"/>
              <a:pPr/>
              <a:t>‹Nr.›</a:t>
            </a:fld>
            <a:endParaRPr lang="de-DE" dirty="0"/>
          </a:p>
        </p:txBody>
      </p:sp>
      <p:sp>
        <p:nvSpPr>
          <p:cNvPr id="16" name="Titel 1">
            <a:extLst>
              <a:ext uri="{FF2B5EF4-FFF2-40B4-BE49-F238E27FC236}">
                <a16:creationId xmlns:a16="http://schemas.microsoft.com/office/drawing/2014/main" id="{76EB79A4-33AB-42FC-B52C-F7223D329FF6}"/>
              </a:ext>
            </a:extLst>
          </p:cNvPr>
          <p:cNvSpPr>
            <a:spLocks noGrp="1"/>
          </p:cNvSpPr>
          <p:nvPr>
            <p:ph type="title"/>
          </p:nvPr>
        </p:nvSpPr>
        <p:spPr>
          <a:xfrm>
            <a:off x="6096001" y="1270000"/>
            <a:ext cx="5256211" cy="1173722"/>
          </a:xfrm>
        </p:spPr>
        <p:txBody>
          <a:bodyPr anchor="b" anchorCtr="0"/>
          <a:lstStyle>
            <a:lvl1pPr>
              <a:defRPr sz="2800">
                <a:solidFill>
                  <a:schemeClr val="bg1"/>
                </a:solidFill>
              </a:defRPr>
            </a:lvl1pPr>
          </a:lstStyle>
          <a:p>
            <a:r>
              <a:rPr lang="de-DE"/>
              <a:t>Mastertitelformat bearbeiten</a:t>
            </a:r>
            <a:endParaRPr lang="de-DE" dirty="0"/>
          </a:p>
        </p:txBody>
      </p:sp>
      <p:sp>
        <p:nvSpPr>
          <p:cNvPr id="17" name="Inhaltsplatzhalter 2">
            <a:extLst>
              <a:ext uri="{FF2B5EF4-FFF2-40B4-BE49-F238E27FC236}">
                <a16:creationId xmlns:a16="http://schemas.microsoft.com/office/drawing/2014/main" id="{A7E810FD-D46C-4C55-BED1-285FFA3D63E5}"/>
              </a:ext>
            </a:extLst>
          </p:cNvPr>
          <p:cNvSpPr>
            <a:spLocks noGrp="1"/>
          </p:cNvSpPr>
          <p:nvPr>
            <p:ph sz="quarter" idx="17"/>
          </p:nvPr>
        </p:nvSpPr>
        <p:spPr>
          <a:xfrm>
            <a:off x="6096001" y="2852738"/>
            <a:ext cx="5256211" cy="3455987"/>
          </a:xfrm>
        </p:spPr>
        <p:txBody>
          <a:bodyPr/>
          <a:lstStyle>
            <a:lvl1pPr>
              <a:defRPr>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lvl="0"/>
            <a:r>
              <a:rPr lang="de-DE"/>
              <a:t>Mastertextformat bearbeiten</a:t>
            </a:r>
          </a:p>
          <a:p>
            <a:pPr lvl="1"/>
            <a:r>
              <a:rPr lang="de-DE"/>
              <a:t>Zweite Ebene</a:t>
            </a:r>
          </a:p>
          <a:p>
            <a:pPr lvl="2"/>
            <a:r>
              <a:rPr lang="de-DE"/>
              <a:t>Dritte Ebene</a:t>
            </a:r>
          </a:p>
        </p:txBody>
      </p:sp>
    </p:spTree>
    <p:extLst>
      <p:ext uri="{BB962C8B-B14F-4D97-AF65-F5344CB8AC3E}">
        <p14:creationId xmlns:p14="http://schemas.microsoft.com/office/powerpoint/2010/main" val="14029450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Ansprechpartner">
    <p:spTree>
      <p:nvGrpSpPr>
        <p:cNvPr id="1" name=""/>
        <p:cNvGrpSpPr/>
        <p:nvPr/>
      </p:nvGrpSpPr>
      <p:grpSpPr>
        <a:xfrm>
          <a:off x="0" y="0"/>
          <a:ext cx="0" cy="0"/>
          <a:chOff x="0" y="0"/>
          <a:chExt cx="0" cy="0"/>
        </a:xfrm>
      </p:grpSpPr>
      <p:sp>
        <p:nvSpPr>
          <p:cNvPr id="4" name="Fußzeilenplatzhalter 3">
            <a:extLst>
              <a:ext uri="{FF2B5EF4-FFF2-40B4-BE49-F238E27FC236}">
                <a16:creationId xmlns:a16="http://schemas.microsoft.com/office/drawing/2014/main" id="{F7962C8C-0A77-4590-BCC1-DE3DB118E6FD}"/>
              </a:ext>
            </a:extLst>
          </p:cNvPr>
          <p:cNvSpPr>
            <a:spLocks noGrp="1"/>
          </p:cNvSpPr>
          <p:nvPr>
            <p:ph type="ftr" sz="quarter" idx="11"/>
          </p:nvPr>
        </p:nvSpPr>
        <p:spPr/>
        <p:txBody>
          <a:bodyPr/>
          <a:lstStyle/>
          <a:p>
            <a:r>
              <a:rPr lang="de-DE"/>
              <a:t>© msg systems ag | 2021 | Präsentationstitel</a:t>
            </a:r>
            <a:endParaRPr lang="de-DE" dirty="0"/>
          </a:p>
        </p:txBody>
      </p:sp>
      <p:sp>
        <p:nvSpPr>
          <p:cNvPr id="5" name="Foliennummernplatzhalter 4">
            <a:extLst>
              <a:ext uri="{FF2B5EF4-FFF2-40B4-BE49-F238E27FC236}">
                <a16:creationId xmlns:a16="http://schemas.microsoft.com/office/drawing/2014/main" id="{9B2DEDF7-E941-451E-99EF-FAB9BC2E6A24}"/>
              </a:ext>
            </a:extLst>
          </p:cNvPr>
          <p:cNvSpPr>
            <a:spLocks noGrp="1"/>
          </p:cNvSpPr>
          <p:nvPr>
            <p:ph type="sldNum" sz="quarter" idx="12"/>
          </p:nvPr>
        </p:nvSpPr>
        <p:spPr/>
        <p:txBody>
          <a:bodyPr/>
          <a:lstStyle/>
          <a:p>
            <a:fld id="{B27B0579-4238-4E44-9A9E-134B676F827C}" type="slidenum">
              <a:rPr lang="de-DE" smtClean="0"/>
              <a:pPr/>
              <a:t>‹Nr.›</a:t>
            </a:fld>
            <a:endParaRPr lang="de-DE" dirty="0"/>
          </a:p>
        </p:txBody>
      </p:sp>
      <p:sp>
        <p:nvSpPr>
          <p:cNvPr id="6" name="Textplatzhalter 2">
            <a:extLst>
              <a:ext uri="{FF2B5EF4-FFF2-40B4-BE49-F238E27FC236}">
                <a16:creationId xmlns:a16="http://schemas.microsoft.com/office/drawing/2014/main" id="{CD63A2B6-D302-4424-B7DC-A4B28535C31D}"/>
              </a:ext>
            </a:extLst>
          </p:cNvPr>
          <p:cNvSpPr>
            <a:spLocks noGrp="1"/>
          </p:cNvSpPr>
          <p:nvPr>
            <p:ph type="body" idx="13" hasCustomPrompt="1"/>
          </p:nvPr>
        </p:nvSpPr>
        <p:spPr>
          <a:xfrm>
            <a:off x="841375" y="198000"/>
            <a:ext cx="7480624" cy="216000"/>
          </a:xfrm>
        </p:spPr>
        <p:txBody>
          <a:bodyPr anchor="b"/>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Untertitel bearbeiten</a:t>
            </a:r>
          </a:p>
        </p:txBody>
      </p:sp>
      <p:sp>
        <p:nvSpPr>
          <p:cNvPr id="9" name="Bildplatzhalter 8">
            <a:extLst>
              <a:ext uri="{FF2B5EF4-FFF2-40B4-BE49-F238E27FC236}">
                <a16:creationId xmlns:a16="http://schemas.microsoft.com/office/drawing/2014/main" id="{5AD8AF78-EEB0-4F7E-B287-AFCDE2872E46}"/>
              </a:ext>
            </a:extLst>
          </p:cNvPr>
          <p:cNvSpPr>
            <a:spLocks noGrp="1"/>
          </p:cNvSpPr>
          <p:nvPr>
            <p:ph type="pic" sz="quarter" idx="15" hasCustomPrompt="1"/>
          </p:nvPr>
        </p:nvSpPr>
        <p:spPr>
          <a:xfrm>
            <a:off x="841199" y="1847675"/>
            <a:ext cx="1296293" cy="1365425"/>
          </a:xfrm>
          <a:solidFill>
            <a:schemeClr val="bg1">
              <a:lumMod val="95000"/>
            </a:schemeClr>
          </a:solidFill>
        </p:spPr>
        <p:txBody>
          <a:bodyPr anchor="ctr"/>
          <a:lstStyle>
            <a:lvl1pPr marL="0" indent="0" algn="ctr">
              <a:buFontTx/>
              <a:buNone/>
              <a:defRPr sz="1200">
                <a:solidFill>
                  <a:schemeClr val="tx1"/>
                </a:solidFill>
              </a:defRPr>
            </a:lvl1pPr>
          </a:lstStyle>
          <a:p>
            <a:r>
              <a:rPr lang="de-DE" dirty="0"/>
              <a:t>Bild einfügen</a:t>
            </a:r>
          </a:p>
        </p:txBody>
      </p:sp>
      <p:sp>
        <p:nvSpPr>
          <p:cNvPr id="13" name="Bildplatzhalter 8">
            <a:extLst>
              <a:ext uri="{FF2B5EF4-FFF2-40B4-BE49-F238E27FC236}">
                <a16:creationId xmlns:a16="http://schemas.microsoft.com/office/drawing/2014/main" id="{234FF87A-EF12-46B4-8BA2-CE9EB34A18B7}"/>
              </a:ext>
            </a:extLst>
          </p:cNvPr>
          <p:cNvSpPr>
            <a:spLocks noGrp="1"/>
          </p:cNvSpPr>
          <p:nvPr>
            <p:ph type="pic" sz="quarter" idx="18" hasCustomPrompt="1"/>
          </p:nvPr>
        </p:nvSpPr>
        <p:spPr>
          <a:xfrm>
            <a:off x="841199" y="3395488"/>
            <a:ext cx="1296293" cy="1365425"/>
          </a:xfrm>
          <a:solidFill>
            <a:schemeClr val="bg1">
              <a:lumMod val="95000"/>
            </a:schemeClr>
          </a:solidFill>
        </p:spPr>
        <p:txBody>
          <a:bodyPr vert="horz" lIns="0" tIns="0" rIns="0" bIns="0" rtlCol="0" anchor="ctr">
            <a:noAutofit/>
          </a:bodyPr>
          <a:lstStyle>
            <a:lvl1pPr algn="ctr">
              <a:defRPr lang="de-DE" sz="1200"/>
            </a:lvl1pPr>
          </a:lstStyle>
          <a:p>
            <a:pPr lvl="0" algn="ctr"/>
            <a:r>
              <a:rPr lang="de-DE" dirty="0"/>
              <a:t>Bild einfügen</a:t>
            </a:r>
          </a:p>
        </p:txBody>
      </p:sp>
      <p:sp>
        <p:nvSpPr>
          <p:cNvPr id="14" name="Bildplatzhalter 8">
            <a:extLst>
              <a:ext uri="{FF2B5EF4-FFF2-40B4-BE49-F238E27FC236}">
                <a16:creationId xmlns:a16="http://schemas.microsoft.com/office/drawing/2014/main" id="{7740E28C-E190-456F-A2BC-44EB5B58F255}"/>
              </a:ext>
            </a:extLst>
          </p:cNvPr>
          <p:cNvSpPr>
            <a:spLocks noGrp="1"/>
          </p:cNvSpPr>
          <p:nvPr>
            <p:ph type="pic" sz="quarter" idx="19" hasCustomPrompt="1"/>
          </p:nvPr>
        </p:nvSpPr>
        <p:spPr>
          <a:xfrm>
            <a:off x="841199" y="4943300"/>
            <a:ext cx="1296293" cy="1365425"/>
          </a:xfrm>
          <a:solidFill>
            <a:schemeClr val="bg1">
              <a:lumMod val="95000"/>
            </a:schemeClr>
          </a:solidFill>
        </p:spPr>
        <p:txBody>
          <a:bodyPr vert="horz" lIns="0" tIns="0" rIns="0" bIns="0" rtlCol="0" anchor="ctr">
            <a:noAutofit/>
          </a:bodyPr>
          <a:lstStyle>
            <a:lvl1pPr algn="ctr">
              <a:defRPr lang="de-DE" sz="1200" dirty="0"/>
            </a:lvl1pPr>
          </a:lstStyle>
          <a:p>
            <a:pPr lvl="0" algn="ctr"/>
            <a:r>
              <a:rPr lang="de-DE" dirty="0"/>
              <a:t>Bild einfügen</a:t>
            </a:r>
          </a:p>
        </p:txBody>
      </p:sp>
      <p:sp>
        <p:nvSpPr>
          <p:cNvPr id="18" name="Textplatzhalter 17">
            <a:extLst>
              <a:ext uri="{FF2B5EF4-FFF2-40B4-BE49-F238E27FC236}">
                <a16:creationId xmlns:a16="http://schemas.microsoft.com/office/drawing/2014/main" id="{0444BFE6-4B0F-40C6-9EFC-3B3FA2D5EF5C}"/>
              </a:ext>
            </a:extLst>
          </p:cNvPr>
          <p:cNvSpPr>
            <a:spLocks noGrp="1"/>
          </p:cNvSpPr>
          <p:nvPr>
            <p:ph type="body" sz="quarter" idx="33"/>
          </p:nvPr>
        </p:nvSpPr>
        <p:spPr>
          <a:xfrm>
            <a:off x="2245492" y="2206664"/>
            <a:ext cx="3671732" cy="1006436"/>
          </a:xfrm>
        </p:spPr>
        <p:txBody>
          <a:bodyPr/>
          <a:lstStyle>
            <a:lvl1pPr marL="0" indent="-3600">
              <a:lnSpc>
                <a:spcPts val="1460"/>
              </a:lnSpc>
              <a:spcBef>
                <a:spcPts val="0"/>
              </a:spcBef>
              <a:buFontTx/>
              <a:buNone/>
              <a:defRPr sz="1200"/>
            </a:lvl1pPr>
            <a:lvl2pPr marL="0" indent="-3600">
              <a:lnSpc>
                <a:spcPts val="1460"/>
              </a:lnSpc>
              <a:spcBef>
                <a:spcPts val="0"/>
              </a:spcBef>
              <a:buFontTx/>
              <a:buNone/>
              <a:defRPr sz="1200"/>
            </a:lvl2pPr>
            <a:lvl3pPr marL="0" indent="-3600">
              <a:lnSpc>
                <a:spcPts val="1460"/>
              </a:lnSpc>
              <a:spcBef>
                <a:spcPts val="0"/>
              </a:spcBef>
              <a:buFontTx/>
              <a:buNone/>
              <a:defRPr sz="1200"/>
            </a:lvl3pPr>
            <a:lvl4pPr marL="0" indent="-3600">
              <a:lnSpc>
                <a:spcPts val="1460"/>
              </a:lnSpc>
              <a:spcBef>
                <a:spcPts val="0"/>
              </a:spcBef>
              <a:buFontTx/>
              <a:buNone/>
              <a:defRPr sz="1200"/>
            </a:lvl4pPr>
            <a:lvl5pPr marL="0" indent="-3600">
              <a:lnSpc>
                <a:spcPts val="1460"/>
              </a:lnSpc>
              <a:spcBef>
                <a:spcPts val="0"/>
              </a:spcBef>
              <a:buFontTx/>
              <a:buNone/>
              <a:defRPr sz="1200"/>
            </a:lvl5pPr>
            <a:lvl6pPr marL="0" indent="-3600">
              <a:lnSpc>
                <a:spcPts val="1460"/>
              </a:lnSpc>
              <a:spcBef>
                <a:spcPts val="0"/>
              </a:spcBef>
              <a:buFontTx/>
              <a:buNone/>
              <a:defRPr sz="1200"/>
            </a:lvl6pPr>
            <a:lvl7pPr marL="0" indent="-3600">
              <a:lnSpc>
                <a:spcPts val="1460"/>
              </a:lnSpc>
              <a:spcBef>
                <a:spcPts val="0"/>
              </a:spcBef>
              <a:buFontTx/>
              <a:buNone/>
              <a:defRPr sz="1200"/>
            </a:lvl7pPr>
            <a:lvl8pPr marL="0" indent="-3600">
              <a:lnSpc>
                <a:spcPts val="1460"/>
              </a:lnSpc>
              <a:spcBef>
                <a:spcPts val="0"/>
              </a:spcBef>
              <a:buFontTx/>
              <a:buNone/>
              <a:defRPr sz="1200"/>
            </a:lvl8pPr>
            <a:lvl9pPr marL="0" indent="-3600">
              <a:lnSpc>
                <a:spcPts val="1460"/>
              </a:lnSpc>
              <a:spcBef>
                <a:spcPts val="0"/>
              </a:spcBef>
              <a:buFontTx/>
              <a:buNone/>
              <a:defRPr sz="1200"/>
            </a:lvl9pPr>
          </a:lstStyle>
          <a:p>
            <a:pPr lvl="0"/>
            <a:r>
              <a:rPr lang="de-DE"/>
              <a:t>Mastertextformat bearbeiten</a:t>
            </a:r>
          </a:p>
        </p:txBody>
      </p:sp>
      <p:sp>
        <p:nvSpPr>
          <p:cNvPr id="19" name="Textplatzhalter 17">
            <a:extLst>
              <a:ext uri="{FF2B5EF4-FFF2-40B4-BE49-F238E27FC236}">
                <a16:creationId xmlns:a16="http://schemas.microsoft.com/office/drawing/2014/main" id="{EB6C0BA1-FF69-45A4-8301-945E026FAB1B}"/>
              </a:ext>
            </a:extLst>
          </p:cNvPr>
          <p:cNvSpPr>
            <a:spLocks noGrp="1"/>
          </p:cNvSpPr>
          <p:nvPr>
            <p:ph type="body" sz="quarter" idx="34"/>
          </p:nvPr>
        </p:nvSpPr>
        <p:spPr>
          <a:xfrm>
            <a:off x="2245492" y="1847675"/>
            <a:ext cx="3671732" cy="256224"/>
          </a:xfrm>
        </p:spPr>
        <p:txBody>
          <a:bodyPr/>
          <a:lstStyle>
            <a:lvl1pPr marL="0" indent="0">
              <a:buFontTx/>
              <a:buNone/>
              <a:defRPr sz="1200">
                <a:solidFill>
                  <a:schemeClr val="accent1"/>
                </a:solidFill>
              </a:defRPr>
            </a:lvl1pPr>
            <a:lvl2pPr marL="3996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p>
        </p:txBody>
      </p:sp>
      <p:sp>
        <p:nvSpPr>
          <p:cNvPr id="21" name="Textplatzhalter 17">
            <a:extLst>
              <a:ext uri="{FF2B5EF4-FFF2-40B4-BE49-F238E27FC236}">
                <a16:creationId xmlns:a16="http://schemas.microsoft.com/office/drawing/2014/main" id="{8902480F-23B5-4B7B-8260-816389855454}"/>
              </a:ext>
            </a:extLst>
          </p:cNvPr>
          <p:cNvSpPr>
            <a:spLocks noGrp="1"/>
          </p:cNvSpPr>
          <p:nvPr>
            <p:ph type="body" sz="quarter" idx="36"/>
          </p:nvPr>
        </p:nvSpPr>
        <p:spPr>
          <a:xfrm>
            <a:off x="2245492" y="3395488"/>
            <a:ext cx="3671732" cy="256224"/>
          </a:xfrm>
        </p:spPr>
        <p:txBody>
          <a:bodyPr/>
          <a:lstStyle>
            <a:lvl1pPr marL="0" indent="0">
              <a:buFontTx/>
              <a:buNone/>
              <a:defRPr sz="1200">
                <a:solidFill>
                  <a:schemeClr val="accent1"/>
                </a:solidFill>
              </a:defRPr>
            </a:lvl1pPr>
            <a:lvl2pPr marL="3996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p>
        </p:txBody>
      </p:sp>
      <p:sp>
        <p:nvSpPr>
          <p:cNvPr id="23" name="Textplatzhalter 17">
            <a:extLst>
              <a:ext uri="{FF2B5EF4-FFF2-40B4-BE49-F238E27FC236}">
                <a16:creationId xmlns:a16="http://schemas.microsoft.com/office/drawing/2014/main" id="{EA558B47-DDDC-44FF-ACC2-CF0B80924114}"/>
              </a:ext>
            </a:extLst>
          </p:cNvPr>
          <p:cNvSpPr>
            <a:spLocks noGrp="1"/>
          </p:cNvSpPr>
          <p:nvPr>
            <p:ph type="body" sz="quarter" idx="38"/>
          </p:nvPr>
        </p:nvSpPr>
        <p:spPr>
          <a:xfrm>
            <a:off x="2245492" y="4943300"/>
            <a:ext cx="3671732" cy="256224"/>
          </a:xfrm>
        </p:spPr>
        <p:txBody>
          <a:bodyPr/>
          <a:lstStyle>
            <a:lvl1pPr marL="0" indent="0">
              <a:buFontTx/>
              <a:buNone/>
              <a:defRPr sz="1200">
                <a:solidFill>
                  <a:schemeClr val="accent1"/>
                </a:solidFill>
              </a:defRPr>
            </a:lvl1pPr>
            <a:lvl2pPr marL="3996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p>
        </p:txBody>
      </p:sp>
      <p:sp>
        <p:nvSpPr>
          <p:cNvPr id="24" name="Bildplatzhalter 8">
            <a:extLst>
              <a:ext uri="{FF2B5EF4-FFF2-40B4-BE49-F238E27FC236}">
                <a16:creationId xmlns:a16="http://schemas.microsoft.com/office/drawing/2014/main" id="{E414524F-E4B6-4F11-A570-F2ABBDCB783B}"/>
              </a:ext>
            </a:extLst>
          </p:cNvPr>
          <p:cNvSpPr>
            <a:spLocks noGrp="1"/>
          </p:cNvSpPr>
          <p:nvPr>
            <p:ph type="pic" sz="quarter" idx="39" hasCustomPrompt="1"/>
          </p:nvPr>
        </p:nvSpPr>
        <p:spPr>
          <a:xfrm>
            <a:off x="6276794" y="1847675"/>
            <a:ext cx="1296293" cy="1365425"/>
          </a:xfrm>
          <a:solidFill>
            <a:schemeClr val="bg1">
              <a:lumMod val="95000"/>
            </a:schemeClr>
          </a:solidFill>
        </p:spPr>
        <p:txBody>
          <a:bodyPr vert="horz" lIns="0" tIns="0" rIns="0" bIns="0" rtlCol="0" anchor="ctr">
            <a:noAutofit/>
          </a:bodyPr>
          <a:lstStyle>
            <a:lvl1pPr algn="ctr">
              <a:defRPr lang="de-DE" sz="1200" dirty="0"/>
            </a:lvl1pPr>
          </a:lstStyle>
          <a:p>
            <a:pPr lvl="0" algn="ctr"/>
            <a:r>
              <a:rPr lang="de-DE" dirty="0"/>
              <a:t>Bild einfügen</a:t>
            </a:r>
          </a:p>
        </p:txBody>
      </p:sp>
      <p:sp>
        <p:nvSpPr>
          <p:cNvPr id="25" name="Bildplatzhalter 8">
            <a:extLst>
              <a:ext uri="{FF2B5EF4-FFF2-40B4-BE49-F238E27FC236}">
                <a16:creationId xmlns:a16="http://schemas.microsoft.com/office/drawing/2014/main" id="{B9B9E10E-9506-4551-840B-1593054A36B3}"/>
              </a:ext>
            </a:extLst>
          </p:cNvPr>
          <p:cNvSpPr>
            <a:spLocks noGrp="1"/>
          </p:cNvSpPr>
          <p:nvPr>
            <p:ph type="pic" sz="quarter" idx="40" hasCustomPrompt="1"/>
          </p:nvPr>
        </p:nvSpPr>
        <p:spPr>
          <a:xfrm>
            <a:off x="6276794" y="3395488"/>
            <a:ext cx="1296293" cy="1365425"/>
          </a:xfrm>
          <a:solidFill>
            <a:schemeClr val="bg1">
              <a:lumMod val="95000"/>
            </a:schemeClr>
          </a:solidFill>
        </p:spPr>
        <p:txBody>
          <a:bodyPr vert="horz" lIns="0" tIns="0" rIns="0" bIns="0" rtlCol="0" anchor="ctr">
            <a:noAutofit/>
          </a:bodyPr>
          <a:lstStyle>
            <a:lvl1pPr algn="ctr">
              <a:defRPr lang="de-DE" sz="1200"/>
            </a:lvl1pPr>
          </a:lstStyle>
          <a:p>
            <a:pPr lvl="0" algn="ctr"/>
            <a:r>
              <a:rPr lang="de-DE" dirty="0"/>
              <a:t>Bild einfügen</a:t>
            </a:r>
          </a:p>
        </p:txBody>
      </p:sp>
      <p:sp>
        <p:nvSpPr>
          <p:cNvPr id="26" name="Bildplatzhalter 8">
            <a:extLst>
              <a:ext uri="{FF2B5EF4-FFF2-40B4-BE49-F238E27FC236}">
                <a16:creationId xmlns:a16="http://schemas.microsoft.com/office/drawing/2014/main" id="{B3BEFA79-DD4C-4498-8D94-220A4BC7889B}"/>
              </a:ext>
            </a:extLst>
          </p:cNvPr>
          <p:cNvSpPr>
            <a:spLocks noGrp="1"/>
          </p:cNvSpPr>
          <p:nvPr>
            <p:ph type="pic" sz="quarter" idx="41" hasCustomPrompt="1"/>
          </p:nvPr>
        </p:nvSpPr>
        <p:spPr>
          <a:xfrm>
            <a:off x="6276794" y="4943300"/>
            <a:ext cx="1296293" cy="1365425"/>
          </a:xfrm>
          <a:solidFill>
            <a:schemeClr val="bg1">
              <a:lumMod val="95000"/>
            </a:schemeClr>
          </a:solidFill>
        </p:spPr>
        <p:txBody>
          <a:bodyPr vert="horz" lIns="0" tIns="0" rIns="0" bIns="0" rtlCol="0" anchor="ctr">
            <a:noAutofit/>
          </a:bodyPr>
          <a:lstStyle>
            <a:lvl1pPr algn="ctr">
              <a:defRPr lang="de-DE" sz="1200"/>
            </a:lvl1pPr>
          </a:lstStyle>
          <a:p>
            <a:pPr lvl="0" algn="ctr"/>
            <a:r>
              <a:rPr lang="de-DE" dirty="0"/>
              <a:t>Bild einfügen</a:t>
            </a:r>
          </a:p>
        </p:txBody>
      </p:sp>
      <p:sp>
        <p:nvSpPr>
          <p:cNvPr id="28" name="Textplatzhalter 17">
            <a:extLst>
              <a:ext uri="{FF2B5EF4-FFF2-40B4-BE49-F238E27FC236}">
                <a16:creationId xmlns:a16="http://schemas.microsoft.com/office/drawing/2014/main" id="{8ECDE0CF-758A-42D1-8C49-300BD268D55F}"/>
              </a:ext>
            </a:extLst>
          </p:cNvPr>
          <p:cNvSpPr>
            <a:spLocks noGrp="1"/>
          </p:cNvSpPr>
          <p:nvPr>
            <p:ph type="body" sz="quarter" idx="43"/>
          </p:nvPr>
        </p:nvSpPr>
        <p:spPr>
          <a:xfrm>
            <a:off x="7680213" y="1847675"/>
            <a:ext cx="3672000" cy="256224"/>
          </a:xfrm>
        </p:spPr>
        <p:txBody>
          <a:bodyPr/>
          <a:lstStyle>
            <a:lvl1pPr marL="0" indent="0">
              <a:buFontTx/>
              <a:buNone/>
              <a:defRPr sz="1200">
                <a:solidFill>
                  <a:schemeClr val="accent1"/>
                </a:solidFill>
              </a:defRPr>
            </a:lvl1pPr>
            <a:lvl2pPr marL="3996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p>
        </p:txBody>
      </p:sp>
      <p:sp>
        <p:nvSpPr>
          <p:cNvPr id="30" name="Textplatzhalter 17">
            <a:extLst>
              <a:ext uri="{FF2B5EF4-FFF2-40B4-BE49-F238E27FC236}">
                <a16:creationId xmlns:a16="http://schemas.microsoft.com/office/drawing/2014/main" id="{E3E00C84-A89B-47CA-8BD1-FF57B0849364}"/>
              </a:ext>
            </a:extLst>
          </p:cNvPr>
          <p:cNvSpPr>
            <a:spLocks noGrp="1"/>
          </p:cNvSpPr>
          <p:nvPr>
            <p:ph type="body" sz="quarter" idx="45"/>
          </p:nvPr>
        </p:nvSpPr>
        <p:spPr>
          <a:xfrm>
            <a:off x="7680213" y="3395488"/>
            <a:ext cx="3672000" cy="256224"/>
          </a:xfrm>
        </p:spPr>
        <p:txBody>
          <a:bodyPr/>
          <a:lstStyle>
            <a:lvl1pPr marL="0" indent="0">
              <a:buFontTx/>
              <a:buNone/>
              <a:defRPr sz="1200">
                <a:solidFill>
                  <a:schemeClr val="accent1"/>
                </a:solidFill>
              </a:defRPr>
            </a:lvl1pPr>
            <a:lvl2pPr marL="3996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p>
        </p:txBody>
      </p:sp>
      <p:sp>
        <p:nvSpPr>
          <p:cNvPr id="32" name="Textplatzhalter 17">
            <a:extLst>
              <a:ext uri="{FF2B5EF4-FFF2-40B4-BE49-F238E27FC236}">
                <a16:creationId xmlns:a16="http://schemas.microsoft.com/office/drawing/2014/main" id="{853B2C2D-9D04-4E68-8337-82417A41A65C}"/>
              </a:ext>
            </a:extLst>
          </p:cNvPr>
          <p:cNvSpPr>
            <a:spLocks noGrp="1"/>
          </p:cNvSpPr>
          <p:nvPr>
            <p:ph type="body" sz="quarter" idx="47"/>
          </p:nvPr>
        </p:nvSpPr>
        <p:spPr>
          <a:xfrm>
            <a:off x="7680213" y="4943300"/>
            <a:ext cx="3672000" cy="256224"/>
          </a:xfrm>
        </p:spPr>
        <p:txBody>
          <a:bodyPr/>
          <a:lstStyle>
            <a:lvl1pPr marL="0" indent="0">
              <a:buFontTx/>
              <a:buNone/>
              <a:defRPr sz="1200">
                <a:solidFill>
                  <a:schemeClr val="accent1"/>
                </a:solidFill>
              </a:defRPr>
            </a:lvl1pPr>
            <a:lvl2pPr marL="3996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p>
        </p:txBody>
      </p:sp>
      <p:sp>
        <p:nvSpPr>
          <p:cNvPr id="33" name="Textplatzhalter 17">
            <a:extLst>
              <a:ext uri="{FF2B5EF4-FFF2-40B4-BE49-F238E27FC236}">
                <a16:creationId xmlns:a16="http://schemas.microsoft.com/office/drawing/2014/main" id="{83698B87-0B74-4F17-BD63-040CC35FEAAE}"/>
              </a:ext>
            </a:extLst>
          </p:cNvPr>
          <p:cNvSpPr>
            <a:spLocks noGrp="1"/>
          </p:cNvSpPr>
          <p:nvPr>
            <p:ph type="body" sz="quarter" idx="48"/>
          </p:nvPr>
        </p:nvSpPr>
        <p:spPr>
          <a:xfrm>
            <a:off x="7680213" y="2206664"/>
            <a:ext cx="3672000" cy="1006436"/>
          </a:xfrm>
        </p:spPr>
        <p:txBody>
          <a:bodyPr/>
          <a:lstStyle>
            <a:lvl1pPr marL="0" indent="-3600">
              <a:lnSpc>
                <a:spcPts val="1460"/>
              </a:lnSpc>
              <a:spcBef>
                <a:spcPts val="0"/>
              </a:spcBef>
              <a:buFontTx/>
              <a:buNone/>
              <a:defRPr sz="1200"/>
            </a:lvl1pPr>
            <a:lvl2pPr marL="0" indent="-3600">
              <a:lnSpc>
                <a:spcPts val="1460"/>
              </a:lnSpc>
              <a:spcBef>
                <a:spcPts val="0"/>
              </a:spcBef>
              <a:buFontTx/>
              <a:buNone/>
              <a:defRPr sz="1200"/>
            </a:lvl2pPr>
            <a:lvl3pPr marL="0" indent="-3600">
              <a:lnSpc>
                <a:spcPts val="1460"/>
              </a:lnSpc>
              <a:spcBef>
                <a:spcPts val="0"/>
              </a:spcBef>
              <a:buFontTx/>
              <a:buNone/>
              <a:defRPr sz="1200"/>
            </a:lvl3pPr>
            <a:lvl4pPr marL="0" indent="-3600">
              <a:lnSpc>
                <a:spcPts val="1460"/>
              </a:lnSpc>
              <a:spcBef>
                <a:spcPts val="0"/>
              </a:spcBef>
              <a:buFontTx/>
              <a:buNone/>
              <a:defRPr sz="1200"/>
            </a:lvl4pPr>
            <a:lvl5pPr marL="0" indent="-3600">
              <a:lnSpc>
                <a:spcPts val="1460"/>
              </a:lnSpc>
              <a:spcBef>
                <a:spcPts val="0"/>
              </a:spcBef>
              <a:buFontTx/>
              <a:buNone/>
              <a:defRPr sz="1200"/>
            </a:lvl5pPr>
            <a:lvl6pPr marL="0" indent="-3600">
              <a:lnSpc>
                <a:spcPts val="1460"/>
              </a:lnSpc>
              <a:spcBef>
                <a:spcPts val="0"/>
              </a:spcBef>
              <a:buFontTx/>
              <a:buNone/>
              <a:defRPr sz="1200"/>
            </a:lvl6pPr>
            <a:lvl7pPr marL="0" indent="-3600">
              <a:lnSpc>
                <a:spcPts val="1460"/>
              </a:lnSpc>
              <a:spcBef>
                <a:spcPts val="0"/>
              </a:spcBef>
              <a:buFontTx/>
              <a:buNone/>
              <a:defRPr sz="1200"/>
            </a:lvl7pPr>
            <a:lvl8pPr marL="0" indent="-3600">
              <a:lnSpc>
                <a:spcPts val="1460"/>
              </a:lnSpc>
              <a:spcBef>
                <a:spcPts val="0"/>
              </a:spcBef>
              <a:buFontTx/>
              <a:buNone/>
              <a:defRPr sz="1200"/>
            </a:lvl8pPr>
            <a:lvl9pPr marL="0" indent="-3600">
              <a:lnSpc>
                <a:spcPts val="1460"/>
              </a:lnSpc>
              <a:spcBef>
                <a:spcPts val="0"/>
              </a:spcBef>
              <a:buFontTx/>
              <a:buNone/>
              <a:defRPr sz="1200"/>
            </a:lvl9pPr>
          </a:lstStyle>
          <a:p>
            <a:pPr lvl="0"/>
            <a:r>
              <a:rPr lang="de-DE"/>
              <a:t>Mastertextformat bearbeiten</a:t>
            </a:r>
          </a:p>
        </p:txBody>
      </p:sp>
      <p:sp>
        <p:nvSpPr>
          <p:cNvPr id="34" name="Textplatzhalter 17">
            <a:extLst>
              <a:ext uri="{FF2B5EF4-FFF2-40B4-BE49-F238E27FC236}">
                <a16:creationId xmlns:a16="http://schemas.microsoft.com/office/drawing/2014/main" id="{C6A81A53-425F-44D9-904C-F2C95622177F}"/>
              </a:ext>
            </a:extLst>
          </p:cNvPr>
          <p:cNvSpPr>
            <a:spLocks noGrp="1"/>
          </p:cNvSpPr>
          <p:nvPr>
            <p:ph type="body" sz="quarter" idx="49"/>
          </p:nvPr>
        </p:nvSpPr>
        <p:spPr>
          <a:xfrm>
            <a:off x="2245492" y="3754477"/>
            <a:ext cx="3671732" cy="1006436"/>
          </a:xfrm>
        </p:spPr>
        <p:txBody>
          <a:bodyPr/>
          <a:lstStyle>
            <a:lvl1pPr marL="0" indent="-3600">
              <a:lnSpc>
                <a:spcPts val="1460"/>
              </a:lnSpc>
              <a:spcBef>
                <a:spcPts val="0"/>
              </a:spcBef>
              <a:buFontTx/>
              <a:buNone/>
              <a:defRPr sz="1200"/>
            </a:lvl1pPr>
            <a:lvl2pPr marL="0" indent="-3600">
              <a:lnSpc>
                <a:spcPts val="1460"/>
              </a:lnSpc>
              <a:spcBef>
                <a:spcPts val="0"/>
              </a:spcBef>
              <a:buFontTx/>
              <a:buNone/>
              <a:defRPr sz="1200"/>
            </a:lvl2pPr>
            <a:lvl3pPr marL="0" indent="-3600">
              <a:lnSpc>
                <a:spcPts val="1460"/>
              </a:lnSpc>
              <a:spcBef>
                <a:spcPts val="0"/>
              </a:spcBef>
              <a:buFontTx/>
              <a:buNone/>
              <a:defRPr sz="1200"/>
            </a:lvl3pPr>
            <a:lvl4pPr marL="0" indent="-3600">
              <a:lnSpc>
                <a:spcPts val="1460"/>
              </a:lnSpc>
              <a:spcBef>
                <a:spcPts val="0"/>
              </a:spcBef>
              <a:buFontTx/>
              <a:buNone/>
              <a:defRPr sz="1200"/>
            </a:lvl4pPr>
            <a:lvl5pPr marL="0" indent="-3600">
              <a:lnSpc>
                <a:spcPts val="1460"/>
              </a:lnSpc>
              <a:spcBef>
                <a:spcPts val="0"/>
              </a:spcBef>
              <a:buFontTx/>
              <a:buNone/>
              <a:defRPr sz="1200"/>
            </a:lvl5pPr>
            <a:lvl6pPr marL="0" indent="-3600">
              <a:lnSpc>
                <a:spcPts val="1460"/>
              </a:lnSpc>
              <a:spcBef>
                <a:spcPts val="0"/>
              </a:spcBef>
              <a:buFontTx/>
              <a:buNone/>
              <a:defRPr sz="1200"/>
            </a:lvl6pPr>
            <a:lvl7pPr marL="0" indent="-3600">
              <a:lnSpc>
                <a:spcPts val="1460"/>
              </a:lnSpc>
              <a:spcBef>
                <a:spcPts val="0"/>
              </a:spcBef>
              <a:buFontTx/>
              <a:buNone/>
              <a:defRPr sz="1200"/>
            </a:lvl7pPr>
            <a:lvl8pPr marL="0" indent="-3600">
              <a:lnSpc>
                <a:spcPts val="1460"/>
              </a:lnSpc>
              <a:spcBef>
                <a:spcPts val="0"/>
              </a:spcBef>
              <a:buFontTx/>
              <a:buNone/>
              <a:defRPr sz="1200"/>
            </a:lvl8pPr>
            <a:lvl9pPr marL="0" indent="-3600">
              <a:lnSpc>
                <a:spcPts val="1460"/>
              </a:lnSpc>
              <a:spcBef>
                <a:spcPts val="0"/>
              </a:spcBef>
              <a:buFontTx/>
              <a:buNone/>
              <a:defRPr sz="1200"/>
            </a:lvl9pPr>
          </a:lstStyle>
          <a:p>
            <a:pPr lvl="0"/>
            <a:r>
              <a:rPr lang="de-DE"/>
              <a:t>Mastertextformat bearbeiten</a:t>
            </a:r>
          </a:p>
        </p:txBody>
      </p:sp>
      <p:sp>
        <p:nvSpPr>
          <p:cNvPr id="35" name="Textplatzhalter 17">
            <a:extLst>
              <a:ext uri="{FF2B5EF4-FFF2-40B4-BE49-F238E27FC236}">
                <a16:creationId xmlns:a16="http://schemas.microsoft.com/office/drawing/2014/main" id="{81155469-3AA9-4F3F-9F5C-085A172F351F}"/>
              </a:ext>
            </a:extLst>
          </p:cNvPr>
          <p:cNvSpPr>
            <a:spLocks noGrp="1"/>
          </p:cNvSpPr>
          <p:nvPr>
            <p:ph type="body" sz="quarter" idx="50"/>
          </p:nvPr>
        </p:nvSpPr>
        <p:spPr>
          <a:xfrm>
            <a:off x="7680213" y="3754477"/>
            <a:ext cx="3672000" cy="1006436"/>
          </a:xfrm>
        </p:spPr>
        <p:txBody>
          <a:bodyPr/>
          <a:lstStyle>
            <a:lvl1pPr marL="0" indent="-3600">
              <a:lnSpc>
                <a:spcPts val="1460"/>
              </a:lnSpc>
              <a:spcBef>
                <a:spcPts val="0"/>
              </a:spcBef>
              <a:buFontTx/>
              <a:buNone/>
              <a:defRPr sz="1200"/>
            </a:lvl1pPr>
            <a:lvl2pPr marL="0" indent="-3600">
              <a:lnSpc>
                <a:spcPts val="1460"/>
              </a:lnSpc>
              <a:spcBef>
                <a:spcPts val="0"/>
              </a:spcBef>
              <a:buFontTx/>
              <a:buNone/>
              <a:defRPr sz="1200"/>
            </a:lvl2pPr>
            <a:lvl3pPr marL="0" indent="-3600">
              <a:lnSpc>
                <a:spcPts val="1460"/>
              </a:lnSpc>
              <a:spcBef>
                <a:spcPts val="0"/>
              </a:spcBef>
              <a:buFontTx/>
              <a:buNone/>
              <a:defRPr sz="1200"/>
            </a:lvl3pPr>
            <a:lvl4pPr marL="0" indent="-3600">
              <a:lnSpc>
                <a:spcPts val="1460"/>
              </a:lnSpc>
              <a:spcBef>
                <a:spcPts val="0"/>
              </a:spcBef>
              <a:buFontTx/>
              <a:buNone/>
              <a:defRPr sz="1200"/>
            </a:lvl4pPr>
            <a:lvl5pPr marL="0" indent="-3600">
              <a:lnSpc>
                <a:spcPts val="1460"/>
              </a:lnSpc>
              <a:spcBef>
                <a:spcPts val="0"/>
              </a:spcBef>
              <a:buFontTx/>
              <a:buNone/>
              <a:defRPr sz="1200"/>
            </a:lvl5pPr>
            <a:lvl6pPr marL="0" indent="-3600">
              <a:lnSpc>
                <a:spcPts val="1460"/>
              </a:lnSpc>
              <a:spcBef>
                <a:spcPts val="0"/>
              </a:spcBef>
              <a:buFontTx/>
              <a:buNone/>
              <a:defRPr sz="1200"/>
            </a:lvl6pPr>
            <a:lvl7pPr marL="0" indent="-3600">
              <a:lnSpc>
                <a:spcPts val="1460"/>
              </a:lnSpc>
              <a:spcBef>
                <a:spcPts val="0"/>
              </a:spcBef>
              <a:buFontTx/>
              <a:buNone/>
              <a:defRPr sz="1200"/>
            </a:lvl7pPr>
            <a:lvl8pPr marL="0" indent="-3600">
              <a:lnSpc>
                <a:spcPts val="1460"/>
              </a:lnSpc>
              <a:spcBef>
                <a:spcPts val="0"/>
              </a:spcBef>
              <a:buFontTx/>
              <a:buNone/>
              <a:defRPr sz="1200"/>
            </a:lvl8pPr>
            <a:lvl9pPr marL="0" indent="-3600">
              <a:lnSpc>
                <a:spcPts val="1460"/>
              </a:lnSpc>
              <a:spcBef>
                <a:spcPts val="0"/>
              </a:spcBef>
              <a:buFontTx/>
              <a:buNone/>
              <a:defRPr sz="1200"/>
            </a:lvl9pPr>
          </a:lstStyle>
          <a:p>
            <a:pPr lvl="0"/>
            <a:r>
              <a:rPr lang="de-DE"/>
              <a:t>Mastertextformat bearbeiten</a:t>
            </a:r>
          </a:p>
        </p:txBody>
      </p:sp>
      <p:sp>
        <p:nvSpPr>
          <p:cNvPr id="36" name="Textplatzhalter 17">
            <a:extLst>
              <a:ext uri="{FF2B5EF4-FFF2-40B4-BE49-F238E27FC236}">
                <a16:creationId xmlns:a16="http://schemas.microsoft.com/office/drawing/2014/main" id="{3240F66A-4EBD-4102-A751-ED87F74E55C6}"/>
              </a:ext>
            </a:extLst>
          </p:cNvPr>
          <p:cNvSpPr>
            <a:spLocks noGrp="1"/>
          </p:cNvSpPr>
          <p:nvPr>
            <p:ph type="body" sz="quarter" idx="51"/>
          </p:nvPr>
        </p:nvSpPr>
        <p:spPr>
          <a:xfrm>
            <a:off x="2245492" y="5302289"/>
            <a:ext cx="3671732" cy="1006436"/>
          </a:xfrm>
        </p:spPr>
        <p:txBody>
          <a:bodyPr/>
          <a:lstStyle>
            <a:lvl1pPr marL="0" indent="-3600">
              <a:lnSpc>
                <a:spcPts val="1460"/>
              </a:lnSpc>
              <a:spcBef>
                <a:spcPts val="0"/>
              </a:spcBef>
              <a:buFontTx/>
              <a:buNone/>
              <a:defRPr sz="1200"/>
            </a:lvl1pPr>
            <a:lvl2pPr marL="0" indent="-3600">
              <a:lnSpc>
                <a:spcPts val="1460"/>
              </a:lnSpc>
              <a:spcBef>
                <a:spcPts val="0"/>
              </a:spcBef>
              <a:buFontTx/>
              <a:buNone/>
              <a:defRPr sz="1200"/>
            </a:lvl2pPr>
            <a:lvl3pPr marL="0" indent="-3600">
              <a:lnSpc>
                <a:spcPts val="1460"/>
              </a:lnSpc>
              <a:spcBef>
                <a:spcPts val="0"/>
              </a:spcBef>
              <a:buFontTx/>
              <a:buNone/>
              <a:defRPr sz="1200"/>
            </a:lvl3pPr>
            <a:lvl4pPr marL="0" indent="-3600">
              <a:lnSpc>
                <a:spcPts val="1460"/>
              </a:lnSpc>
              <a:spcBef>
                <a:spcPts val="0"/>
              </a:spcBef>
              <a:buFontTx/>
              <a:buNone/>
              <a:defRPr sz="1200"/>
            </a:lvl4pPr>
            <a:lvl5pPr marL="0" indent="-3600">
              <a:lnSpc>
                <a:spcPts val="1460"/>
              </a:lnSpc>
              <a:spcBef>
                <a:spcPts val="0"/>
              </a:spcBef>
              <a:buFontTx/>
              <a:buNone/>
              <a:defRPr sz="1200"/>
            </a:lvl5pPr>
            <a:lvl6pPr marL="0" indent="-3600">
              <a:lnSpc>
                <a:spcPts val="1460"/>
              </a:lnSpc>
              <a:spcBef>
                <a:spcPts val="0"/>
              </a:spcBef>
              <a:buFontTx/>
              <a:buNone/>
              <a:defRPr sz="1200"/>
            </a:lvl6pPr>
            <a:lvl7pPr marL="0" indent="-3600">
              <a:lnSpc>
                <a:spcPts val="1460"/>
              </a:lnSpc>
              <a:spcBef>
                <a:spcPts val="0"/>
              </a:spcBef>
              <a:buFontTx/>
              <a:buNone/>
              <a:defRPr sz="1200"/>
            </a:lvl7pPr>
            <a:lvl8pPr marL="0" indent="-3600">
              <a:lnSpc>
                <a:spcPts val="1460"/>
              </a:lnSpc>
              <a:spcBef>
                <a:spcPts val="0"/>
              </a:spcBef>
              <a:buFontTx/>
              <a:buNone/>
              <a:defRPr sz="1200"/>
            </a:lvl8pPr>
            <a:lvl9pPr marL="0" indent="-3600">
              <a:lnSpc>
                <a:spcPts val="1460"/>
              </a:lnSpc>
              <a:spcBef>
                <a:spcPts val="0"/>
              </a:spcBef>
              <a:buFontTx/>
              <a:buNone/>
              <a:defRPr sz="1200"/>
            </a:lvl9pPr>
          </a:lstStyle>
          <a:p>
            <a:pPr lvl="0"/>
            <a:r>
              <a:rPr lang="de-DE"/>
              <a:t>Mastertextformat bearbeiten</a:t>
            </a:r>
          </a:p>
        </p:txBody>
      </p:sp>
      <p:sp>
        <p:nvSpPr>
          <p:cNvPr id="37" name="Textplatzhalter 17">
            <a:extLst>
              <a:ext uri="{FF2B5EF4-FFF2-40B4-BE49-F238E27FC236}">
                <a16:creationId xmlns:a16="http://schemas.microsoft.com/office/drawing/2014/main" id="{553C3DA0-9847-473E-B706-5A933D36D9D7}"/>
              </a:ext>
            </a:extLst>
          </p:cNvPr>
          <p:cNvSpPr>
            <a:spLocks noGrp="1"/>
          </p:cNvSpPr>
          <p:nvPr>
            <p:ph type="body" sz="quarter" idx="52"/>
          </p:nvPr>
        </p:nvSpPr>
        <p:spPr>
          <a:xfrm>
            <a:off x="7680213" y="5302289"/>
            <a:ext cx="3672000" cy="1006436"/>
          </a:xfrm>
        </p:spPr>
        <p:txBody>
          <a:bodyPr/>
          <a:lstStyle>
            <a:lvl1pPr marL="0" indent="-3600">
              <a:lnSpc>
                <a:spcPts val="1460"/>
              </a:lnSpc>
              <a:spcBef>
                <a:spcPts val="0"/>
              </a:spcBef>
              <a:buFontTx/>
              <a:buNone/>
              <a:defRPr sz="1200"/>
            </a:lvl1pPr>
            <a:lvl2pPr marL="0" indent="-3600">
              <a:lnSpc>
                <a:spcPts val="1460"/>
              </a:lnSpc>
              <a:spcBef>
                <a:spcPts val="0"/>
              </a:spcBef>
              <a:buFontTx/>
              <a:buNone/>
              <a:defRPr sz="1200"/>
            </a:lvl2pPr>
            <a:lvl3pPr marL="0" indent="-3600">
              <a:lnSpc>
                <a:spcPts val="1460"/>
              </a:lnSpc>
              <a:spcBef>
                <a:spcPts val="0"/>
              </a:spcBef>
              <a:buFontTx/>
              <a:buNone/>
              <a:defRPr sz="1200"/>
            </a:lvl3pPr>
            <a:lvl4pPr marL="0" indent="-3600">
              <a:lnSpc>
                <a:spcPts val="1460"/>
              </a:lnSpc>
              <a:spcBef>
                <a:spcPts val="0"/>
              </a:spcBef>
              <a:buFontTx/>
              <a:buNone/>
              <a:defRPr sz="1200"/>
            </a:lvl4pPr>
            <a:lvl5pPr marL="0" indent="-3600">
              <a:lnSpc>
                <a:spcPts val="1460"/>
              </a:lnSpc>
              <a:spcBef>
                <a:spcPts val="0"/>
              </a:spcBef>
              <a:buFontTx/>
              <a:buNone/>
              <a:defRPr sz="1200"/>
            </a:lvl5pPr>
            <a:lvl6pPr marL="0" indent="-3600">
              <a:lnSpc>
                <a:spcPts val="1460"/>
              </a:lnSpc>
              <a:spcBef>
                <a:spcPts val="0"/>
              </a:spcBef>
              <a:buFontTx/>
              <a:buNone/>
              <a:defRPr sz="1200"/>
            </a:lvl6pPr>
            <a:lvl7pPr marL="0" indent="-3600">
              <a:lnSpc>
                <a:spcPts val="1460"/>
              </a:lnSpc>
              <a:spcBef>
                <a:spcPts val="0"/>
              </a:spcBef>
              <a:buFontTx/>
              <a:buNone/>
              <a:defRPr sz="1200"/>
            </a:lvl7pPr>
            <a:lvl8pPr marL="0" indent="-3600">
              <a:lnSpc>
                <a:spcPts val="1460"/>
              </a:lnSpc>
              <a:spcBef>
                <a:spcPts val="0"/>
              </a:spcBef>
              <a:buFontTx/>
              <a:buNone/>
              <a:defRPr sz="1200"/>
            </a:lvl8pPr>
            <a:lvl9pPr marL="0" indent="-3600">
              <a:lnSpc>
                <a:spcPts val="1460"/>
              </a:lnSpc>
              <a:spcBef>
                <a:spcPts val="0"/>
              </a:spcBef>
              <a:buFontTx/>
              <a:buNone/>
              <a:defRPr sz="1200"/>
            </a:lvl9pPr>
          </a:lstStyle>
          <a:p>
            <a:pPr lvl="0"/>
            <a:r>
              <a:rPr lang="de-DE"/>
              <a:t>Mastertextformat bearbeiten</a:t>
            </a:r>
          </a:p>
        </p:txBody>
      </p:sp>
      <p:sp>
        <p:nvSpPr>
          <p:cNvPr id="7" name="Titel 6">
            <a:extLst>
              <a:ext uri="{FF2B5EF4-FFF2-40B4-BE49-F238E27FC236}">
                <a16:creationId xmlns:a16="http://schemas.microsoft.com/office/drawing/2014/main" id="{DC82F9CB-54FE-4A52-9529-F4053689C8C5}"/>
              </a:ext>
            </a:extLst>
          </p:cNvPr>
          <p:cNvSpPr>
            <a:spLocks noGrp="1"/>
          </p:cNvSpPr>
          <p:nvPr>
            <p:ph type="title"/>
          </p:nvPr>
        </p:nvSpPr>
        <p:spPr/>
        <p:txBody>
          <a:bodyPr/>
          <a:lstStyle/>
          <a:p>
            <a:r>
              <a:rPr lang="de-DE"/>
              <a:t>Mastertitelformat bearbeiten</a:t>
            </a:r>
            <a:endParaRPr lang="de-DE" dirty="0"/>
          </a:p>
        </p:txBody>
      </p:sp>
    </p:spTree>
    <p:extLst>
      <p:ext uri="{BB962C8B-B14F-4D97-AF65-F5344CB8AC3E}">
        <p14:creationId xmlns:p14="http://schemas.microsoft.com/office/powerpoint/2010/main" val="16230155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Bilder">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66C1AAD9-AE74-4C3B-AACA-FE48D2D8D976}"/>
              </a:ext>
            </a:extLst>
          </p:cNvPr>
          <p:cNvSpPr/>
          <p:nvPr/>
        </p:nvSpPr>
        <p:spPr>
          <a:xfrm>
            <a:off x="0" y="1268413"/>
            <a:ext cx="12192000" cy="558958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Fußzeilenplatzhalter 3">
            <a:extLst>
              <a:ext uri="{FF2B5EF4-FFF2-40B4-BE49-F238E27FC236}">
                <a16:creationId xmlns:a16="http://schemas.microsoft.com/office/drawing/2014/main" id="{60BA9196-E000-4646-8FEF-01CFA2A2E4D1}"/>
              </a:ext>
            </a:extLst>
          </p:cNvPr>
          <p:cNvSpPr>
            <a:spLocks noGrp="1"/>
          </p:cNvSpPr>
          <p:nvPr>
            <p:ph type="ftr" sz="quarter" idx="11"/>
          </p:nvPr>
        </p:nvSpPr>
        <p:spPr/>
        <p:txBody>
          <a:bodyPr/>
          <a:lstStyle/>
          <a:p>
            <a:r>
              <a:rPr lang="de-DE"/>
              <a:t>© msg systems ag | 2021 | Präsentationstitel</a:t>
            </a:r>
            <a:endParaRPr lang="de-DE" dirty="0"/>
          </a:p>
        </p:txBody>
      </p:sp>
      <p:sp>
        <p:nvSpPr>
          <p:cNvPr id="5" name="Foliennummernplatzhalter 4">
            <a:extLst>
              <a:ext uri="{FF2B5EF4-FFF2-40B4-BE49-F238E27FC236}">
                <a16:creationId xmlns:a16="http://schemas.microsoft.com/office/drawing/2014/main" id="{450CA16C-4730-46B0-B3D0-C9552FFA45E5}"/>
              </a:ext>
            </a:extLst>
          </p:cNvPr>
          <p:cNvSpPr>
            <a:spLocks noGrp="1"/>
          </p:cNvSpPr>
          <p:nvPr>
            <p:ph type="sldNum" sz="quarter" idx="12"/>
          </p:nvPr>
        </p:nvSpPr>
        <p:spPr/>
        <p:txBody>
          <a:bodyPr/>
          <a:lstStyle/>
          <a:p>
            <a:fld id="{B27B0579-4238-4E44-9A9E-134B676F827C}" type="slidenum">
              <a:rPr lang="de-DE" smtClean="0"/>
              <a:pPr/>
              <a:t>‹Nr.›</a:t>
            </a:fld>
            <a:endParaRPr lang="de-DE" dirty="0"/>
          </a:p>
        </p:txBody>
      </p:sp>
      <p:sp>
        <p:nvSpPr>
          <p:cNvPr id="6" name="Textplatzhalter 2">
            <a:extLst>
              <a:ext uri="{FF2B5EF4-FFF2-40B4-BE49-F238E27FC236}">
                <a16:creationId xmlns:a16="http://schemas.microsoft.com/office/drawing/2014/main" id="{88E7B23F-FCF9-4BCB-9F9C-F2C829441AE0}"/>
              </a:ext>
            </a:extLst>
          </p:cNvPr>
          <p:cNvSpPr>
            <a:spLocks noGrp="1"/>
          </p:cNvSpPr>
          <p:nvPr>
            <p:ph type="body" idx="13" hasCustomPrompt="1"/>
          </p:nvPr>
        </p:nvSpPr>
        <p:spPr>
          <a:xfrm>
            <a:off x="841375" y="198000"/>
            <a:ext cx="7480624" cy="216000"/>
          </a:xfrm>
        </p:spPr>
        <p:txBody>
          <a:bodyPr anchor="b"/>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Untertitel bearbeiten</a:t>
            </a:r>
          </a:p>
        </p:txBody>
      </p:sp>
      <p:sp>
        <p:nvSpPr>
          <p:cNvPr id="13" name="Bildplatzhalter 12">
            <a:extLst>
              <a:ext uri="{FF2B5EF4-FFF2-40B4-BE49-F238E27FC236}">
                <a16:creationId xmlns:a16="http://schemas.microsoft.com/office/drawing/2014/main" id="{D3143454-72C5-4715-B379-BE01F888B999}"/>
              </a:ext>
            </a:extLst>
          </p:cNvPr>
          <p:cNvSpPr>
            <a:spLocks noGrp="1"/>
          </p:cNvSpPr>
          <p:nvPr>
            <p:ph type="pic" sz="quarter" idx="43" hasCustomPrompt="1"/>
          </p:nvPr>
        </p:nvSpPr>
        <p:spPr>
          <a:xfrm>
            <a:off x="841375" y="1847676"/>
            <a:ext cx="1347262" cy="1365424"/>
          </a:xfrm>
          <a:solidFill>
            <a:schemeClr val="bg1"/>
          </a:solidFill>
        </p:spPr>
        <p:txBody>
          <a:bodyPr anchor="ctr"/>
          <a:lstStyle>
            <a:lvl1pPr marL="0" indent="0" algn="ctr">
              <a:buFontTx/>
              <a:buNone/>
              <a:defRPr sz="1200">
                <a:solidFill>
                  <a:schemeClr val="tx1"/>
                </a:solidFill>
              </a:defRPr>
            </a:lvl1pPr>
          </a:lstStyle>
          <a:p>
            <a:r>
              <a:rPr lang="de-DE" dirty="0"/>
              <a:t>Bild einfügen</a:t>
            </a:r>
          </a:p>
        </p:txBody>
      </p:sp>
      <p:sp>
        <p:nvSpPr>
          <p:cNvPr id="14" name="Bildplatzhalter 12">
            <a:extLst>
              <a:ext uri="{FF2B5EF4-FFF2-40B4-BE49-F238E27FC236}">
                <a16:creationId xmlns:a16="http://schemas.microsoft.com/office/drawing/2014/main" id="{7889D490-FC3F-4BD5-B54A-E8813763585D}"/>
              </a:ext>
            </a:extLst>
          </p:cNvPr>
          <p:cNvSpPr>
            <a:spLocks noGrp="1"/>
          </p:cNvSpPr>
          <p:nvPr>
            <p:ph type="pic" sz="quarter" idx="44" hasCustomPrompt="1"/>
          </p:nvPr>
        </p:nvSpPr>
        <p:spPr>
          <a:xfrm>
            <a:off x="2368637" y="1847676"/>
            <a:ext cx="1347262" cy="1365424"/>
          </a:xfrm>
          <a:solidFill>
            <a:schemeClr val="bg1"/>
          </a:solidFill>
        </p:spPr>
        <p:txBody>
          <a:bodyPr vert="horz" lIns="0" tIns="0" rIns="0" bIns="0" rtlCol="0" anchor="ctr">
            <a:noAutofit/>
          </a:bodyPr>
          <a:lstStyle>
            <a:lvl1pPr algn="ctr">
              <a:defRPr lang="de-DE" sz="1200"/>
            </a:lvl1pPr>
          </a:lstStyle>
          <a:p>
            <a:pPr lvl="0" algn="ctr"/>
            <a:r>
              <a:rPr lang="de-DE" dirty="0"/>
              <a:t>Bild einfügen</a:t>
            </a:r>
          </a:p>
        </p:txBody>
      </p:sp>
      <p:sp>
        <p:nvSpPr>
          <p:cNvPr id="15" name="Bildplatzhalter 12">
            <a:extLst>
              <a:ext uri="{FF2B5EF4-FFF2-40B4-BE49-F238E27FC236}">
                <a16:creationId xmlns:a16="http://schemas.microsoft.com/office/drawing/2014/main" id="{0B94772A-5035-4D7E-80E9-BF8FA7AAEB71}"/>
              </a:ext>
            </a:extLst>
          </p:cNvPr>
          <p:cNvSpPr>
            <a:spLocks noGrp="1"/>
          </p:cNvSpPr>
          <p:nvPr>
            <p:ph type="pic" sz="quarter" idx="45" hasCustomPrompt="1"/>
          </p:nvPr>
        </p:nvSpPr>
        <p:spPr>
          <a:xfrm>
            <a:off x="841376" y="3395489"/>
            <a:ext cx="1347263" cy="1365424"/>
          </a:xfrm>
          <a:solidFill>
            <a:schemeClr val="bg1"/>
          </a:solidFill>
        </p:spPr>
        <p:txBody>
          <a:bodyPr vert="horz" lIns="0" tIns="0" rIns="0" bIns="0" rtlCol="0" anchor="ctr">
            <a:noAutofit/>
          </a:bodyPr>
          <a:lstStyle>
            <a:lvl1pPr algn="ctr">
              <a:defRPr lang="de-DE" sz="1200"/>
            </a:lvl1pPr>
          </a:lstStyle>
          <a:p>
            <a:pPr lvl="0" algn="ctr"/>
            <a:r>
              <a:rPr lang="de-DE" dirty="0"/>
              <a:t>Bild einfügen</a:t>
            </a:r>
          </a:p>
        </p:txBody>
      </p:sp>
      <p:sp>
        <p:nvSpPr>
          <p:cNvPr id="16" name="Bildplatzhalter 12">
            <a:extLst>
              <a:ext uri="{FF2B5EF4-FFF2-40B4-BE49-F238E27FC236}">
                <a16:creationId xmlns:a16="http://schemas.microsoft.com/office/drawing/2014/main" id="{A61F6397-0B38-4AE4-94AB-850EFF4DAD7C}"/>
              </a:ext>
            </a:extLst>
          </p:cNvPr>
          <p:cNvSpPr>
            <a:spLocks noGrp="1"/>
          </p:cNvSpPr>
          <p:nvPr>
            <p:ph type="pic" sz="quarter" idx="46" hasCustomPrompt="1"/>
          </p:nvPr>
        </p:nvSpPr>
        <p:spPr>
          <a:xfrm>
            <a:off x="841376" y="4943301"/>
            <a:ext cx="1347263" cy="1365424"/>
          </a:xfrm>
          <a:solidFill>
            <a:schemeClr val="bg1"/>
          </a:solidFill>
        </p:spPr>
        <p:txBody>
          <a:bodyPr vert="horz" lIns="0" tIns="0" rIns="0" bIns="0" rtlCol="0" anchor="ctr">
            <a:noAutofit/>
          </a:bodyPr>
          <a:lstStyle>
            <a:lvl1pPr algn="ctr">
              <a:defRPr lang="de-DE" sz="1200"/>
            </a:lvl1pPr>
          </a:lstStyle>
          <a:p>
            <a:pPr lvl="0" algn="ctr"/>
            <a:r>
              <a:rPr lang="de-DE" dirty="0"/>
              <a:t>Bild einfügen</a:t>
            </a:r>
          </a:p>
        </p:txBody>
      </p:sp>
      <p:sp>
        <p:nvSpPr>
          <p:cNvPr id="17" name="Bildplatzhalter 12">
            <a:extLst>
              <a:ext uri="{FF2B5EF4-FFF2-40B4-BE49-F238E27FC236}">
                <a16:creationId xmlns:a16="http://schemas.microsoft.com/office/drawing/2014/main" id="{467862B5-CB73-49EE-941C-BBCDFD98C702}"/>
              </a:ext>
            </a:extLst>
          </p:cNvPr>
          <p:cNvSpPr>
            <a:spLocks noGrp="1"/>
          </p:cNvSpPr>
          <p:nvPr>
            <p:ph type="pic" sz="quarter" idx="47" hasCustomPrompt="1"/>
          </p:nvPr>
        </p:nvSpPr>
        <p:spPr>
          <a:xfrm>
            <a:off x="3895899" y="1847676"/>
            <a:ext cx="1347262" cy="1365424"/>
          </a:xfrm>
          <a:solidFill>
            <a:schemeClr val="bg1"/>
          </a:solidFill>
        </p:spPr>
        <p:txBody>
          <a:bodyPr vert="horz" lIns="0" tIns="0" rIns="0" bIns="0" rtlCol="0" anchor="ctr">
            <a:noAutofit/>
          </a:bodyPr>
          <a:lstStyle>
            <a:lvl1pPr algn="ctr">
              <a:defRPr lang="de-DE" sz="1200"/>
            </a:lvl1pPr>
          </a:lstStyle>
          <a:p>
            <a:pPr lvl="0" algn="ctr"/>
            <a:r>
              <a:rPr lang="de-DE" dirty="0"/>
              <a:t>Bild einfügen</a:t>
            </a:r>
          </a:p>
        </p:txBody>
      </p:sp>
      <p:sp>
        <p:nvSpPr>
          <p:cNvPr id="18" name="Bildplatzhalter 12">
            <a:extLst>
              <a:ext uri="{FF2B5EF4-FFF2-40B4-BE49-F238E27FC236}">
                <a16:creationId xmlns:a16="http://schemas.microsoft.com/office/drawing/2014/main" id="{E699EAD5-8A66-4A8A-BC56-397E0DF2E794}"/>
              </a:ext>
            </a:extLst>
          </p:cNvPr>
          <p:cNvSpPr>
            <a:spLocks noGrp="1"/>
          </p:cNvSpPr>
          <p:nvPr>
            <p:ph type="pic" sz="quarter" idx="48" hasCustomPrompt="1"/>
          </p:nvPr>
        </p:nvSpPr>
        <p:spPr>
          <a:xfrm>
            <a:off x="5423162" y="1847676"/>
            <a:ext cx="1347262" cy="1365424"/>
          </a:xfrm>
          <a:solidFill>
            <a:schemeClr val="bg1"/>
          </a:solidFill>
        </p:spPr>
        <p:txBody>
          <a:bodyPr vert="horz" lIns="0" tIns="0" rIns="0" bIns="0" rtlCol="0" anchor="ctr">
            <a:noAutofit/>
          </a:bodyPr>
          <a:lstStyle>
            <a:lvl1pPr algn="ctr">
              <a:defRPr lang="de-DE" sz="1200"/>
            </a:lvl1pPr>
          </a:lstStyle>
          <a:p>
            <a:pPr lvl="0" algn="ctr"/>
            <a:r>
              <a:rPr lang="de-DE" dirty="0"/>
              <a:t>Bild einfügen</a:t>
            </a:r>
          </a:p>
        </p:txBody>
      </p:sp>
      <p:sp>
        <p:nvSpPr>
          <p:cNvPr id="19" name="Bildplatzhalter 12">
            <a:extLst>
              <a:ext uri="{FF2B5EF4-FFF2-40B4-BE49-F238E27FC236}">
                <a16:creationId xmlns:a16="http://schemas.microsoft.com/office/drawing/2014/main" id="{4612635C-7C30-4838-A8F2-5BA16A4D7AFA}"/>
              </a:ext>
            </a:extLst>
          </p:cNvPr>
          <p:cNvSpPr>
            <a:spLocks noGrp="1"/>
          </p:cNvSpPr>
          <p:nvPr>
            <p:ph type="pic" sz="quarter" idx="49" hasCustomPrompt="1"/>
          </p:nvPr>
        </p:nvSpPr>
        <p:spPr>
          <a:xfrm>
            <a:off x="2368639" y="3395489"/>
            <a:ext cx="1347263" cy="1365424"/>
          </a:xfrm>
          <a:solidFill>
            <a:schemeClr val="bg1"/>
          </a:solidFill>
        </p:spPr>
        <p:txBody>
          <a:bodyPr vert="horz" lIns="0" tIns="0" rIns="0" bIns="0" rtlCol="0" anchor="ctr">
            <a:noAutofit/>
          </a:bodyPr>
          <a:lstStyle>
            <a:lvl1pPr algn="ctr">
              <a:defRPr lang="de-DE" sz="1200"/>
            </a:lvl1pPr>
          </a:lstStyle>
          <a:p>
            <a:pPr lvl="0" algn="ctr"/>
            <a:r>
              <a:rPr lang="de-DE" dirty="0"/>
              <a:t>Bild einfügen</a:t>
            </a:r>
          </a:p>
        </p:txBody>
      </p:sp>
      <p:sp>
        <p:nvSpPr>
          <p:cNvPr id="20" name="Bildplatzhalter 12">
            <a:extLst>
              <a:ext uri="{FF2B5EF4-FFF2-40B4-BE49-F238E27FC236}">
                <a16:creationId xmlns:a16="http://schemas.microsoft.com/office/drawing/2014/main" id="{D0F967A8-6AA4-45DB-8C24-F802F95B8B96}"/>
              </a:ext>
            </a:extLst>
          </p:cNvPr>
          <p:cNvSpPr>
            <a:spLocks noGrp="1"/>
          </p:cNvSpPr>
          <p:nvPr>
            <p:ph type="pic" sz="quarter" idx="50" hasCustomPrompt="1"/>
          </p:nvPr>
        </p:nvSpPr>
        <p:spPr>
          <a:xfrm>
            <a:off x="2368639" y="4943301"/>
            <a:ext cx="1347263" cy="1365424"/>
          </a:xfrm>
          <a:solidFill>
            <a:schemeClr val="bg1"/>
          </a:solidFill>
        </p:spPr>
        <p:txBody>
          <a:bodyPr vert="horz" lIns="0" tIns="0" rIns="0" bIns="0" rtlCol="0" anchor="ctr">
            <a:noAutofit/>
          </a:bodyPr>
          <a:lstStyle>
            <a:lvl1pPr algn="ctr">
              <a:defRPr lang="de-DE" sz="1200"/>
            </a:lvl1pPr>
          </a:lstStyle>
          <a:p>
            <a:pPr lvl="0" algn="ctr"/>
            <a:r>
              <a:rPr lang="de-DE" dirty="0"/>
              <a:t>Bild einfügen</a:t>
            </a:r>
          </a:p>
        </p:txBody>
      </p:sp>
      <p:sp>
        <p:nvSpPr>
          <p:cNvPr id="21" name="Bildplatzhalter 12">
            <a:extLst>
              <a:ext uri="{FF2B5EF4-FFF2-40B4-BE49-F238E27FC236}">
                <a16:creationId xmlns:a16="http://schemas.microsoft.com/office/drawing/2014/main" id="{6F3B4A55-C49B-41D5-8035-53359E247102}"/>
              </a:ext>
            </a:extLst>
          </p:cNvPr>
          <p:cNvSpPr>
            <a:spLocks noGrp="1"/>
          </p:cNvSpPr>
          <p:nvPr>
            <p:ph type="pic" sz="quarter" idx="51" hasCustomPrompt="1"/>
          </p:nvPr>
        </p:nvSpPr>
        <p:spPr>
          <a:xfrm>
            <a:off x="3895902" y="3395489"/>
            <a:ext cx="1347263" cy="1365424"/>
          </a:xfrm>
          <a:solidFill>
            <a:schemeClr val="bg1"/>
          </a:solidFill>
        </p:spPr>
        <p:txBody>
          <a:bodyPr vert="horz" lIns="0" tIns="0" rIns="0" bIns="0" rtlCol="0" anchor="ctr">
            <a:noAutofit/>
          </a:bodyPr>
          <a:lstStyle>
            <a:lvl1pPr algn="ctr">
              <a:defRPr lang="de-DE" sz="1200"/>
            </a:lvl1pPr>
          </a:lstStyle>
          <a:p>
            <a:pPr lvl="0" algn="ctr"/>
            <a:r>
              <a:rPr lang="de-DE" dirty="0"/>
              <a:t>Bild einfügen</a:t>
            </a:r>
          </a:p>
        </p:txBody>
      </p:sp>
      <p:sp>
        <p:nvSpPr>
          <p:cNvPr id="22" name="Bildplatzhalter 12">
            <a:extLst>
              <a:ext uri="{FF2B5EF4-FFF2-40B4-BE49-F238E27FC236}">
                <a16:creationId xmlns:a16="http://schemas.microsoft.com/office/drawing/2014/main" id="{C81C8153-49DF-447A-BCC3-50D6678A8790}"/>
              </a:ext>
            </a:extLst>
          </p:cNvPr>
          <p:cNvSpPr>
            <a:spLocks noGrp="1"/>
          </p:cNvSpPr>
          <p:nvPr>
            <p:ph type="pic" sz="quarter" idx="52" hasCustomPrompt="1"/>
          </p:nvPr>
        </p:nvSpPr>
        <p:spPr>
          <a:xfrm>
            <a:off x="3895902" y="4943301"/>
            <a:ext cx="1347263" cy="1365424"/>
          </a:xfrm>
          <a:solidFill>
            <a:schemeClr val="bg1"/>
          </a:solidFill>
        </p:spPr>
        <p:txBody>
          <a:bodyPr vert="horz" lIns="0" tIns="0" rIns="0" bIns="0" rtlCol="0" anchor="ctr">
            <a:noAutofit/>
          </a:bodyPr>
          <a:lstStyle>
            <a:lvl1pPr algn="ctr">
              <a:defRPr lang="de-DE" sz="1200"/>
            </a:lvl1pPr>
          </a:lstStyle>
          <a:p>
            <a:pPr lvl="0" algn="ctr"/>
            <a:r>
              <a:rPr lang="de-DE" dirty="0"/>
              <a:t>Bild einfügen</a:t>
            </a:r>
          </a:p>
        </p:txBody>
      </p:sp>
      <p:sp>
        <p:nvSpPr>
          <p:cNvPr id="23" name="Bildplatzhalter 12">
            <a:extLst>
              <a:ext uri="{FF2B5EF4-FFF2-40B4-BE49-F238E27FC236}">
                <a16:creationId xmlns:a16="http://schemas.microsoft.com/office/drawing/2014/main" id="{B978C6D9-CD25-4DDA-A6E5-59A48B129676}"/>
              </a:ext>
            </a:extLst>
          </p:cNvPr>
          <p:cNvSpPr>
            <a:spLocks noGrp="1"/>
          </p:cNvSpPr>
          <p:nvPr>
            <p:ph type="pic" sz="quarter" idx="53" hasCustomPrompt="1"/>
          </p:nvPr>
        </p:nvSpPr>
        <p:spPr>
          <a:xfrm>
            <a:off x="6950425" y="1847676"/>
            <a:ext cx="1347262" cy="1365424"/>
          </a:xfrm>
          <a:solidFill>
            <a:schemeClr val="bg1"/>
          </a:solidFill>
        </p:spPr>
        <p:txBody>
          <a:bodyPr vert="horz" lIns="0" tIns="0" rIns="0" bIns="0" rtlCol="0" anchor="ctr">
            <a:noAutofit/>
          </a:bodyPr>
          <a:lstStyle>
            <a:lvl1pPr algn="ctr">
              <a:defRPr lang="de-DE" sz="1200"/>
            </a:lvl1pPr>
          </a:lstStyle>
          <a:p>
            <a:pPr lvl="0" algn="ctr"/>
            <a:r>
              <a:rPr lang="de-DE" dirty="0"/>
              <a:t>Bild einfügen</a:t>
            </a:r>
          </a:p>
        </p:txBody>
      </p:sp>
      <p:sp>
        <p:nvSpPr>
          <p:cNvPr id="24" name="Bildplatzhalter 12">
            <a:extLst>
              <a:ext uri="{FF2B5EF4-FFF2-40B4-BE49-F238E27FC236}">
                <a16:creationId xmlns:a16="http://schemas.microsoft.com/office/drawing/2014/main" id="{211DCBE5-43E8-4C40-8C52-329F19E60A35}"/>
              </a:ext>
            </a:extLst>
          </p:cNvPr>
          <p:cNvSpPr>
            <a:spLocks noGrp="1"/>
          </p:cNvSpPr>
          <p:nvPr>
            <p:ph type="pic" sz="quarter" idx="54" hasCustomPrompt="1"/>
          </p:nvPr>
        </p:nvSpPr>
        <p:spPr>
          <a:xfrm>
            <a:off x="8477688" y="1847676"/>
            <a:ext cx="1347262" cy="1365424"/>
          </a:xfrm>
          <a:solidFill>
            <a:schemeClr val="bg1"/>
          </a:solidFill>
        </p:spPr>
        <p:txBody>
          <a:bodyPr vert="horz" lIns="0" tIns="0" rIns="0" bIns="0" rtlCol="0" anchor="ctr">
            <a:noAutofit/>
          </a:bodyPr>
          <a:lstStyle>
            <a:lvl1pPr algn="ctr">
              <a:defRPr lang="de-DE" sz="1200"/>
            </a:lvl1pPr>
          </a:lstStyle>
          <a:p>
            <a:pPr lvl="0" algn="ctr"/>
            <a:r>
              <a:rPr lang="de-DE" dirty="0"/>
              <a:t>Bild einfügen</a:t>
            </a:r>
          </a:p>
        </p:txBody>
      </p:sp>
      <p:sp>
        <p:nvSpPr>
          <p:cNvPr id="25" name="Bildplatzhalter 12">
            <a:extLst>
              <a:ext uri="{FF2B5EF4-FFF2-40B4-BE49-F238E27FC236}">
                <a16:creationId xmlns:a16="http://schemas.microsoft.com/office/drawing/2014/main" id="{54C5E460-7FA9-4A50-A113-AB100373B326}"/>
              </a:ext>
            </a:extLst>
          </p:cNvPr>
          <p:cNvSpPr>
            <a:spLocks noGrp="1"/>
          </p:cNvSpPr>
          <p:nvPr>
            <p:ph type="pic" sz="quarter" idx="55" hasCustomPrompt="1"/>
          </p:nvPr>
        </p:nvSpPr>
        <p:spPr>
          <a:xfrm>
            <a:off x="10004951" y="1847676"/>
            <a:ext cx="1347262" cy="1365424"/>
          </a:xfrm>
          <a:solidFill>
            <a:schemeClr val="bg1"/>
          </a:solidFill>
        </p:spPr>
        <p:txBody>
          <a:bodyPr vert="horz" lIns="0" tIns="0" rIns="0" bIns="0" rtlCol="0" anchor="ctr">
            <a:noAutofit/>
          </a:bodyPr>
          <a:lstStyle>
            <a:lvl1pPr algn="ctr">
              <a:defRPr lang="de-DE" sz="1200"/>
            </a:lvl1pPr>
          </a:lstStyle>
          <a:p>
            <a:pPr lvl="0" algn="ctr"/>
            <a:r>
              <a:rPr lang="de-DE" dirty="0"/>
              <a:t>Bild einfügen</a:t>
            </a:r>
          </a:p>
        </p:txBody>
      </p:sp>
      <p:sp>
        <p:nvSpPr>
          <p:cNvPr id="26" name="Bildplatzhalter 12">
            <a:extLst>
              <a:ext uri="{FF2B5EF4-FFF2-40B4-BE49-F238E27FC236}">
                <a16:creationId xmlns:a16="http://schemas.microsoft.com/office/drawing/2014/main" id="{49094B63-29B7-4257-8A51-B8E2D480A5F0}"/>
              </a:ext>
            </a:extLst>
          </p:cNvPr>
          <p:cNvSpPr>
            <a:spLocks noGrp="1"/>
          </p:cNvSpPr>
          <p:nvPr>
            <p:ph type="pic" sz="quarter" idx="56" hasCustomPrompt="1"/>
          </p:nvPr>
        </p:nvSpPr>
        <p:spPr>
          <a:xfrm>
            <a:off x="5423165" y="3395489"/>
            <a:ext cx="1347263" cy="1365424"/>
          </a:xfrm>
          <a:solidFill>
            <a:schemeClr val="bg1"/>
          </a:solidFill>
        </p:spPr>
        <p:txBody>
          <a:bodyPr vert="horz" lIns="0" tIns="0" rIns="0" bIns="0" rtlCol="0" anchor="ctr">
            <a:noAutofit/>
          </a:bodyPr>
          <a:lstStyle>
            <a:lvl1pPr algn="ctr">
              <a:defRPr lang="de-DE" sz="1200"/>
            </a:lvl1pPr>
          </a:lstStyle>
          <a:p>
            <a:pPr lvl="0" algn="ctr"/>
            <a:r>
              <a:rPr lang="de-DE" dirty="0"/>
              <a:t>Bild einfügen</a:t>
            </a:r>
          </a:p>
        </p:txBody>
      </p:sp>
      <p:sp>
        <p:nvSpPr>
          <p:cNvPr id="27" name="Bildplatzhalter 12">
            <a:extLst>
              <a:ext uri="{FF2B5EF4-FFF2-40B4-BE49-F238E27FC236}">
                <a16:creationId xmlns:a16="http://schemas.microsoft.com/office/drawing/2014/main" id="{DB49D4BE-47D6-4E3A-9B29-DE1C2D74F12C}"/>
              </a:ext>
            </a:extLst>
          </p:cNvPr>
          <p:cNvSpPr>
            <a:spLocks noGrp="1"/>
          </p:cNvSpPr>
          <p:nvPr>
            <p:ph type="pic" sz="quarter" idx="57" hasCustomPrompt="1"/>
          </p:nvPr>
        </p:nvSpPr>
        <p:spPr>
          <a:xfrm>
            <a:off x="6950428" y="3395489"/>
            <a:ext cx="1347263" cy="1365424"/>
          </a:xfrm>
          <a:solidFill>
            <a:schemeClr val="bg1"/>
          </a:solidFill>
        </p:spPr>
        <p:txBody>
          <a:bodyPr vert="horz" lIns="0" tIns="0" rIns="0" bIns="0" rtlCol="0" anchor="ctr">
            <a:noAutofit/>
          </a:bodyPr>
          <a:lstStyle>
            <a:lvl1pPr algn="ctr">
              <a:defRPr lang="de-DE" sz="1200"/>
            </a:lvl1pPr>
          </a:lstStyle>
          <a:p>
            <a:pPr lvl="0" algn="ctr"/>
            <a:r>
              <a:rPr lang="de-DE" dirty="0"/>
              <a:t>Bild einfügen</a:t>
            </a:r>
          </a:p>
        </p:txBody>
      </p:sp>
      <p:sp>
        <p:nvSpPr>
          <p:cNvPr id="28" name="Bildplatzhalter 12">
            <a:extLst>
              <a:ext uri="{FF2B5EF4-FFF2-40B4-BE49-F238E27FC236}">
                <a16:creationId xmlns:a16="http://schemas.microsoft.com/office/drawing/2014/main" id="{196D19FF-6F8D-470B-8C54-F2A3368935FD}"/>
              </a:ext>
            </a:extLst>
          </p:cNvPr>
          <p:cNvSpPr>
            <a:spLocks noGrp="1"/>
          </p:cNvSpPr>
          <p:nvPr>
            <p:ph type="pic" sz="quarter" idx="58" hasCustomPrompt="1"/>
          </p:nvPr>
        </p:nvSpPr>
        <p:spPr>
          <a:xfrm>
            <a:off x="8477690" y="3395489"/>
            <a:ext cx="1347263" cy="1365424"/>
          </a:xfrm>
          <a:solidFill>
            <a:schemeClr val="bg1"/>
          </a:solidFill>
        </p:spPr>
        <p:txBody>
          <a:bodyPr vert="horz" lIns="0" tIns="0" rIns="0" bIns="0" rtlCol="0" anchor="ctr">
            <a:noAutofit/>
          </a:bodyPr>
          <a:lstStyle>
            <a:lvl1pPr algn="ctr">
              <a:defRPr lang="de-DE" sz="1200"/>
            </a:lvl1pPr>
          </a:lstStyle>
          <a:p>
            <a:pPr lvl="0" algn="ctr"/>
            <a:r>
              <a:rPr lang="de-DE" dirty="0"/>
              <a:t>Bild einfügen</a:t>
            </a:r>
          </a:p>
        </p:txBody>
      </p:sp>
      <p:sp>
        <p:nvSpPr>
          <p:cNvPr id="29" name="Bildplatzhalter 12">
            <a:extLst>
              <a:ext uri="{FF2B5EF4-FFF2-40B4-BE49-F238E27FC236}">
                <a16:creationId xmlns:a16="http://schemas.microsoft.com/office/drawing/2014/main" id="{CE6B725B-ECDA-4886-B0A0-241C2F1D5AA3}"/>
              </a:ext>
            </a:extLst>
          </p:cNvPr>
          <p:cNvSpPr>
            <a:spLocks noGrp="1"/>
          </p:cNvSpPr>
          <p:nvPr>
            <p:ph type="pic" sz="quarter" idx="59" hasCustomPrompt="1"/>
          </p:nvPr>
        </p:nvSpPr>
        <p:spPr>
          <a:xfrm>
            <a:off x="10004953" y="3395489"/>
            <a:ext cx="1347263" cy="1365424"/>
          </a:xfrm>
          <a:solidFill>
            <a:schemeClr val="bg1"/>
          </a:solidFill>
        </p:spPr>
        <p:txBody>
          <a:bodyPr vert="horz" lIns="0" tIns="0" rIns="0" bIns="0" rtlCol="0" anchor="ctr">
            <a:noAutofit/>
          </a:bodyPr>
          <a:lstStyle>
            <a:lvl1pPr algn="ctr">
              <a:defRPr lang="de-DE" sz="1200"/>
            </a:lvl1pPr>
          </a:lstStyle>
          <a:p>
            <a:pPr lvl="0" algn="ctr"/>
            <a:r>
              <a:rPr lang="de-DE" dirty="0"/>
              <a:t>Bild einfügen</a:t>
            </a:r>
          </a:p>
        </p:txBody>
      </p:sp>
      <p:sp>
        <p:nvSpPr>
          <p:cNvPr id="30" name="Bildplatzhalter 12">
            <a:extLst>
              <a:ext uri="{FF2B5EF4-FFF2-40B4-BE49-F238E27FC236}">
                <a16:creationId xmlns:a16="http://schemas.microsoft.com/office/drawing/2014/main" id="{03A0C878-2A28-49A5-ADEE-CE5BDE751882}"/>
              </a:ext>
            </a:extLst>
          </p:cNvPr>
          <p:cNvSpPr>
            <a:spLocks noGrp="1"/>
          </p:cNvSpPr>
          <p:nvPr>
            <p:ph type="pic" sz="quarter" idx="60" hasCustomPrompt="1"/>
          </p:nvPr>
        </p:nvSpPr>
        <p:spPr>
          <a:xfrm>
            <a:off x="5423165" y="4943301"/>
            <a:ext cx="1347263" cy="1365424"/>
          </a:xfrm>
          <a:solidFill>
            <a:schemeClr val="bg1"/>
          </a:solidFill>
        </p:spPr>
        <p:txBody>
          <a:bodyPr vert="horz" lIns="0" tIns="0" rIns="0" bIns="0" rtlCol="0" anchor="ctr">
            <a:noAutofit/>
          </a:bodyPr>
          <a:lstStyle>
            <a:lvl1pPr algn="ctr">
              <a:defRPr lang="de-DE" sz="1200"/>
            </a:lvl1pPr>
          </a:lstStyle>
          <a:p>
            <a:pPr lvl="0" algn="ctr"/>
            <a:r>
              <a:rPr lang="de-DE" dirty="0"/>
              <a:t>Bild einfügen</a:t>
            </a:r>
          </a:p>
        </p:txBody>
      </p:sp>
      <p:sp>
        <p:nvSpPr>
          <p:cNvPr id="31" name="Bildplatzhalter 12">
            <a:extLst>
              <a:ext uri="{FF2B5EF4-FFF2-40B4-BE49-F238E27FC236}">
                <a16:creationId xmlns:a16="http://schemas.microsoft.com/office/drawing/2014/main" id="{1C8BB93D-4460-487D-852B-68BBA43D0B49}"/>
              </a:ext>
            </a:extLst>
          </p:cNvPr>
          <p:cNvSpPr>
            <a:spLocks noGrp="1"/>
          </p:cNvSpPr>
          <p:nvPr>
            <p:ph type="pic" sz="quarter" idx="61" hasCustomPrompt="1"/>
          </p:nvPr>
        </p:nvSpPr>
        <p:spPr>
          <a:xfrm>
            <a:off x="6950428" y="4943301"/>
            <a:ext cx="1347263" cy="1365424"/>
          </a:xfrm>
          <a:solidFill>
            <a:schemeClr val="bg1"/>
          </a:solidFill>
        </p:spPr>
        <p:txBody>
          <a:bodyPr vert="horz" lIns="0" tIns="0" rIns="0" bIns="0" rtlCol="0" anchor="ctr">
            <a:noAutofit/>
          </a:bodyPr>
          <a:lstStyle>
            <a:lvl1pPr algn="ctr">
              <a:defRPr lang="de-DE" sz="1200"/>
            </a:lvl1pPr>
          </a:lstStyle>
          <a:p>
            <a:pPr lvl="0" algn="ctr"/>
            <a:r>
              <a:rPr lang="de-DE" dirty="0"/>
              <a:t>Bild einfügen</a:t>
            </a:r>
          </a:p>
        </p:txBody>
      </p:sp>
      <p:sp>
        <p:nvSpPr>
          <p:cNvPr id="32" name="Bildplatzhalter 12">
            <a:extLst>
              <a:ext uri="{FF2B5EF4-FFF2-40B4-BE49-F238E27FC236}">
                <a16:creationId xmlns:a16="http://schemas.microsoft.com/office/drawing/2014/main" id="{29CF6D19-DEBE-4383-A58D-4ECCCFCF79AD}"/>
              </a:ext>
            </a:extLst>
          </p:cNvPr>
          <p:cNvSpPr>
            <a:spLocks noGrp="1"/>
          </p:cNvSpPr>
          <p:nvPr>
            <p:ph type="pic" sz="quarter" idx="62" hasCustomPrompt="1"/>
          </p:nvPr>
        </p:nvSpPr>
        <p:spPr>
          <a:xfrm>
            <a:off x="8477690" y="4943301"/>
            <a:ext cx="1347263" cy="1365424"/>
          </a:xfrm>
          <a:solidFill>
            <a:schemeClr val="bg1"/>
          </a:solidFill>
        </p:spPr>
        <p:txBody>
          <a:bodyPr vert="horz" lIns="0" tIns="0" rIns="0" bIns="0" rtlCol="0" anchor="ctr">
            <a:noAutofit/>
          </a:bodyPr>
          <a:lstStyle>
            <a:lvl1pPr algn="ctr">
              <a:defRPr lang="de-DE" sz="1200"/>
            </a:lvl1pPr>
          </a:lstStyle>
          <a:p>
            <a:pPr lvl="0" algn="ctr"/>
            <a:r>
              <a:rPr lang="de-DE" dirty="0"/>
              <a:t>Bild einfügen</a:t>
            </a:r>
          </a:p>
        </p:txBody>
      </p:sp>
      <p:sp>
        <p:nvSpPr>
          <p:cNvPr id="33" name="Bildplatzhalter 12">
            <a:extLst>
              <a:ext uri="{FF2B5EF4-FFF2-40B4-BE49-F238E27FC236}">
                <a16:creationId xmlns:a16="http://schemas.microsoft.com/office/drawing/2014/main" id="{7F01AE66-E818-4446-B282-5B27E2DD13D2}"/>
              </a:ext>
            </a:extLst>
          </p:cNvPr>
          <p:cNvSpPr>
            <a:spLocks noGrp="1"/>
          </p:cNvSpPr>
          <p:nvPr>
            <p:ph type="pic" sz="quarter" idx="63" hasCustomPrompt="1"/>
          </p:nvPr>
        </p:nvSpPr>
        <p:spPr>
          <a:xfrm>
            <a:off x="10004953" y="4943301"/>
            <a:ext cx="1347263" cy="1365424"/>
          </a:xfrm>
          <a:solidFill>
            <a:schemeClr val="bg1"/>
          </a:solidFill>
        </p:spPr>
        <p:txBody>
          <a:bodyPr vert="horz" lIns="0" tIns="0" rIns="0" bIns="0" rtlCol="0" anchor="ctr">
            <a:noAutofit/>
          </a:bodyPr>
          <a:lstStyle>
            <a:lvl1pPr algn="ctr">
              <a:defRPr lang="de-DE" sz="1200"/>
            </a:lvl1pPr>
          </a:lstStyle>
          <a:p>
            <a:pPr lvl="0" algn="ctr"/>
            <a:r>
              <a:rPr lang="de-DE" dirty="0"/>
              <a:t>Bild einfügen</a:t>
            </a:r>
          </a:p>
        </p:txBody>
      </p:sp>
      <p:sp>
        <p:nvSpPr>
          <p:cNvPr id="9" name="Titel 8">
            <a:extLst>
              <a:ext uri="{FF2B5EF4-FFF2-40B4-BE49-F238E27FC236}">
                <a16:creationId xmlns:a16="http://schemas.microsoft.com/office/drawing/2014/main" id="{82C5C239-28B0-4F99-9BFD-19592222654F}"/>
              </a:ext>
            </a:extLst>
          </p:cNvPr>
          <p:cNvSpPr>
            <a:spLocks noGrp="1"/>
          </p:cNvSpPr>
          <p:nvPr>
            <p:ph type="title"/>
          </p:nvPr>
        </p:nvSpPr>
        <p:spPr/>
        <p:txBody>
          <a:bodyPr/>
          <a:lstStyle/>
          <a:p>
            <a:r>
              <a:rPr lang="de-DE"/>
              <a:t>Mastertitelformat bearbeiten</a:t>
            </a:r>
            <a:endParaRPr lang="de-DE" dirty="0"/>
          </a:p>
        </p:txBody>
      </p:sp>
    </p:spTree>
    <p:extLst>
      <p:ext uri="{BB962C8B-B14F-4D97-AF65-F5344CB8AC3E}">
        <p14:creationId xmlns:p14="http://schemas.microsoft.com/office/powerpoint/2010/main" val="14912265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Auflistung mit 4 Bildern">
    <p:spTree>
      <p:nvGrpSpPr>
        <p:cNvPr id="1" name=""/>
        <p:cNvGrpSpPr/>
        <p:nvPr/>
      </p:nvGrpSpPr>
      <p:grpSpPr>
        <a:xfrm>
          <a:off x="0" y="0"/>
          <a:ext cx="0" cy="0"/>
          <a:chOff x="0" y="0"/>
          <a:chExt cx="0" cy="0"/>
        </a:xfrm>
      </p:grpSpPr>
      <p:sp>
        <p:nvSpPr>
          <p:cNvPr id="4" name="Fußzeilenplatzhalter 3">
            <a:extLst>
              <a:ext uri="{FF2B5EF4-FFF2-40B4-BE49-F238E27FC236}">
                <a16:creationId xmlns:a16="http://schemas.microsoft.com/office/drawing/2014/main" id="{4E80D9E6-84F3-45F2-A1F9-64ECE46E5202}"/>
              </a:ext>
            </a:extLst>
          </p:cNvPr>
          <p:cNvSpPr>
            <a:spLocks noGrp="1"/>
          </p:cNvSpPr>
          <p:nvPr>
            <p:ph type="ftr" sz="quarter" idx="11"/>
          </p:nvPr>
        </p:nvSpPr>
        <p:spPr/>
        <p:txBody>
          <a:bodyPr/>
          <a:lstStyle/>
          <a:p>
            <a:r>
              <a:rPr lang="de-DE"/>
              <a:t>© msg systems ag | 2021 | Präsentationstitel</a:t>
            </a:r>
            <a:endParaRPr lang="de-DE" dirty="0"/>
          </a:p>
        </p:txBody>
      </p:sp>
      <p:sp>
        <p:nvSpPr>
          <p:cNvPr id="5" name="Foliennummernplatzhalter 4">
            <a:extLst>
              <a:ext uri="{FF2B5EF4-FFF2-40B4-BE49-F238E27FC236}">
                <a16:creationId xmlns:a16="http://schemas.microsoft.com/office/drawing/2014/main" id="{BD69507E-D98B-4C03-86F7-E146F194B574}"/>
              </a:ext>
            </a:extLst>
          </p:cNvPr>
          <p:cNvSpPr>
            <a:spLocks noGrp="1"/>
          </p:cNvSpPr>
          <p:nvPr>
            <p:ph type="sldNum" sz="quarter" idx="12"/>
          </p:nvPr>
        </p:nvSpPr>
        <p:spPr/>
        <p:txBody>
          <a:bodyPr/>
          <a:lstStyle/>
          <a:p>
            <a:fld id="{B27B0579-4238-4E44-9A9E-134B676F827C}" type="slidenum">
              <a:rPr lang="de-DE" smtClean="0"/>
              <a:pPr/>
              <a:t>‹Nr.›</a:t>
            </a:fld>
            <a:endParaRPr lang="de-DE" dirty="0"/>
          </a:p>
        </p:txBody>
      </p:sp>
      <p:sp>
        <p:nvSpPr>
          <p:cNvPr id="6" name="Textplatzhalter 2">
            <a:extLst>
              <a:ext uri="{FF2B5EF4-FFF2-40B4-BE49-F238E27FC236}">
                <a16:creationId xmlns:a16="http://schemas.microsoft.com/office/drawing/2014/main" id="{4E7ED365-7906-4208-A1B4-92AFFFCC194B}"/>
              </a:ext>
            </a:extLst>
          </p:cNvPr>
          <p:cNvSpPr>
            <a:spLocks noGrp="1"/>
          </p:cNvSpPr>
          <p:nvPr>
            <p:ph type="body" idx="13" hasCustomPrompt="1"/>
          </p:nvPr>
        </p:nvSpPr>
        <p:spPr>
          <a:xfrm>
            <a:off x="841375" y="198000"/>
            <a:ext cx="7480624" cy="216000"/>
          </a:xfrm>
        </p:spPr>
        <p:txBody>
          <a:bodyPr anchor="b"/>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Untertitel bearbeiten</a:t>
            </a:r>
          </a:p>
        </p:txBody>
      </p:sp>
      <p:sp>
        <p:nvSpPr>
          <p:cNvPr id="9" name="Bildplatzhalter 8">
            <a:extLst>
              <a:ext uri="{FF2B5EF4-FFF2-40B4-BE49-F238E27FC236}">
                <a16:creationId xmlns:a16="http://schemas.microsoft.com/office/drawing/2014/main" id="{7774D493-4375-45E8-A8AF-A7BEB9C6CC44}"/>
              </a:ext>
            </a:extLst>
          </p:cNvPr>
          <p:cNvSpPr>
            <a:spLocks noGrp="1"/>
          </p:cNvSpPr>
          <p:nvPr>
            <p:ph type="pic" sz="quarter" idx="15" hasCustomPrompt="1"/>
          </p:nvPr>
        </p:nvSpPr>
        <p:spPr>
          <a:xfrm>
            <a:off x="841375" y="1847675"/>
            <a:ext cx="2384753" cy="1521176"/>
          </a:xfrm>
          <a:solidFill>
            <a:schemeClr val="bg1">
              <a:lumMod val="95000"/>
            </a:schemeClr>
          </a:solidFill>
        </p:spPr>
        <p:txBody>
          <a:bodyPr anchor="ctr"/>
          <a:lstStyle>
            <a:lvl1pPr marL="0" indent="0" algn="ctr">
              <a:buFontTx/>
              <a:buNone/>
              <a:defRPr sz="1200">
                <a:solidFill>
                  <a:schemeClr val="tx1"/>
                </a:solidFill>
              </a:defRPr>
            </a:lvl1pPr>
          </a:lstStyle>
          <a:p>
            <a:r>
              <a:rPr lang="de-DE" dirty="0"/>
              <a:t>Bild einfügen</a:t>
            </a:r>
          </a:p>
        </p:txBody>
      </p:sp>
      <p:sp>
        <p:nvSpPr>
          <p:cNvPr id="10" name="Bildplatzhalter 8">
            <a:extLst>
              <a:ext uri="{FF2B5EF4-FFF2-40B4-BE49-F238E27FC236}">
                <a16:creationId xmlns:a16="http://schemas.microsoft.com/office/drawing/2014/main" id="{3366F46D-576B-4375-A72E-2C3E3FFAC7C4}"/>
              </a:ext>
            </a:extLst>
          </p:cNvPr>
          <p:cNvSpPr>
            <a:spLocks noGrp="1"/>
          </p:cNvSpPr>
          <p:nvPr>
            <p:ph type="pic" sz="quarter" idx="16" hasCustomPrompt="1"/>
          </p:nvPr>
        </p:nvSpPr>
        <p:spPr>
          <a:xfrm>
            <a:off x="8967460" y="1847675"/>
            <a:ext cx="2384753" cy="1521176"/>
          </a:xfrm>
          <a:solidFill>
            <a:schemeClr val="bg1">
              <a:lumMod val="95000"/>
            </a:schemeClr>
          </a:solidFill>
        </p:spPr>
        <p:txBody>
          <a:bodyPr vert="horz" lIns="0" tIns="0" rIns="0" bIns="0" rtlCol="0" anchor="ctr">
            <a:noAutofit/>
          </a:bodyPr>
          <a:lstStyle>
            <a:lvl1pPr algn="ctr">
              <a:defRPr lang="de-DE" sz="1200" dirty="0"/>
            </a:lvl1pPr>
          </a:lstStyle>
          <a:p>
            <a:pPr lvl="0" algn="ctr"/>
            <a:r>
              <a:rPr lang="de-DE" dirty="0"/>
              <a:t>Bild einfügen</a:t>
            </a:r>
          </a:p>
        </p:txBody>
      </p:sp>
      <p:sp>
        <p:nvSpPr>
          <p:cNvPr id="11" name="Bildplatzhalter 8">
            <a:extLst>
              <a:ext uri="{FF2B5EF4-FFF2-40B4-BE49-F238E27FC236}">
                <a16:creationId xmlns:a16="http://schemas.microsoft.com/office/drawing/2014/main" id="{B2D612A5-7CE7-41DF-9594-CD0BC38FD59C}"/>
              </a:ext>
            </a:extLst>
          </p:cNvPr>
          <p:cNvSpPr>
            <a:spLocks noGrp="1"/>
          </p:cNvSpPr>
          <p:nvPr>
            <p:ph type="pic" sz="quarter" idx="17" hasCustomPrompt="1"/>
          </p:nvPr>
        </p:nvSpPr>
        <p:spPr>
          <a:xfrm>
            <a:off x="3550070" y="1847675"/>
            <a:ext cx="2384753" cy="1521176"/>
          </a:xfrm>
          <a:solidFill>
            <a:schemeClr val="bg1">
              <a:lumMod val="95000"/>
            </a:schemeClr>
          </a:solidFill>
        </p:spPr>
        <p:txBody>
          <a:bodyPr vert="horz" lIns="0" tIns="0" rIns="0" bIns="0" rtlCol="0" anchor="ctr">
            <a:noAutofit/>
          </a:bodyPr>
          <a:lstStyle>
            <a:lvl1pPr algn="ctr">
              <a:defRPr lang="de-DE" sz="1200" dirty="0"/>
            </a:lvl1pPr>
          </a:lstStyle>
          <a:p>
            <a:pPr lvl="0" algn="ctr"/>
            <a:r>
              <a:rPr lang="de-DE" dirty="0"/>
              <a:t>Bild einfügen</a:t>
            </a:r>
          </a:p>
        </p:txBody>
      </p:sp>
      <p:sp>
        <p:nvSpPr>
          <p:cNvPr id="12" name="Bildplatzhalter 8">
            <a:extLst>
              <a:ext uri="{FF2B5EF4-FFF2-40B4-BE49-F238E27FC236}">
                <a16:creationId xmlns:a16="http://schemas.microsoft.com/office/drawing/2014/main" id="{65B7D9CA-0415-4C51-8476-8F85A2A23871}"/>
              </a:ext>
            </a:extLst>
          </p:cNvPr>
          <p:cNvSpPr>
            <a:spLocks noGrp="1"/>
          </p:cNvSpPr>
          <p:nvPr>
            <p:ph type="pic" sz="quarter" idx="18" hasCustomPrompt="1"/>
          </p:nvPr>
        </p:nvSpPr>
        <p:spPr>
          <a:xfrm>
            <a:off x="6258765" y="1847675"/>
            <a:ext cx="2384753" cy="1521176"/>
          </a:xfrm>
          <a:solidFill>
            <a:schemeClr val="bg1">
              <a:lumMod val="95000"/>
            </a:schemeClr>
          </a:solidFill>
        </p:spPr>
        <p:txBody>
          <a:bodyPr vert="horz" lIns="0" tIns="0" rIns="0" bIns="0" rtlCol="0" anchor="ctr">
            <a:noAutofit/>
          </a:bodyPr>
          <a:lstStyle>
            <a:lvl1pPr algn="ctr">
              <a:defRPr lang="de-DE" sz="1200" dirty="0"/>
            </a:lvl1pPr>
          </a:lstStyle>
          <a:p>
            <a:pPr lvl="0" algn="ctr"/>
            <a:r>
              <a:rPr lang="de-DE" dirty="0"/>
              <a:t>Bild einfügen</a:t>
            </a:r>
          </a:p>
        </p:txBody>
      </p:sp>
      <p:cxnSp>
        <p:nvCxnSpPr>
          <p:cNvPr id="13" name="Gerade Verbindung 40">
            <a:extLst>
              <a:ext uri="{FF2B5EF4-FFF2-40B4-BE49-F238E27FC236}">
                <a16:creationId xmlns:a16="http://schemas.microsoft.com/office/drawing/2014/main" id="{66902353-E666-45CF-8F84-8021BB51F9FE}"/>
              </a:ext>
            </a:extLst>
          </p:cNvPr>
          <p:cNvCxnSpPr/>
          <p:nvPr/>
        </p:nvCxnSpPr>
        <p:spPr>
          <a:xfrm>
            <a:off x="3388099" y="1847675"/>
            <a:ext cx="0" cy="446105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 Verbindung 26">
            <a:extLst>
              <a:ext uri="{FF2B5EF4-FFF2-40B4-BE49-F238E27FC236}">
                <a16:creationId xmlns:a16="http://schemas.microsoft.com/office/drawing/2014/main" id="{B2398DC8-A55D-4533-BA55-F20CAEEC6DE3}"/>
              </a:ext>
            </a:extLst>
          </p:cNvPr>
          <p:cNvCxnSpPr/>
          <p:nvPr/>
        </p:nvCxnSpPr>
        <p:spPr>
          <a:xfrm>
            <a:off x="6096794" y="1847675"/>
            <a:ext cx="0" cy="446105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 Verbindung 30">
            <a:extLst>
              <a:ext uri="{FF2B5EF4-FFF2-40B4-BE49-F238E27FC236}">
                <a16:creationId xmlns:a16="http://schemas.microsoft.com/office/drawing/2014/main" id="{3AE1C16D-D90B-427B-AC67-77DE0DD45E5F}"/>
              </a:ext>
            </a:extLst>
          </p:cNvPr>
          <p:cNvCxnSpPr/>
          <p:nvPr/>
        </p:nvCxnSpPr>
        <p:spPr>
          <a:xfrm>
            <a:off x="8805489" y="1847675"/>
            <a:ext cx="0" cy="446105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platzhalter 17">
            <a:extLst>
              <a:ext uri="{FF2B5EF4-FFF2-40B4-BE49-F238E27FC236}">
                <a16:creationId xmlns:a16="http://schemas.microsoft.com/office/drawing/2014/main" id="{AB70F550-346F-4100-A802-9782DAC3A2E2}"/>
              </a:ext>
            </a:extLst>
          </p:cNvPr>
          <p:cNvSpPr>
            <a:spLocks noGrp="1"/>
          </p:cNvSpPr>
          <p:nvPr>
            <p:ph type="body" sz="quarter" idx="37"/>
          </p:nvPr>
        </p:nvSpPr>
        <p:spPr>
          <a:xfrm>
            <a:off x="841375" y="4266793"/>
            <a:ext cx="2384753" cy="2041932"/>
          </a:xfrm>
        </p:spPr>
        <p:txBody>
          <a:bodyPr/>
          <a:lstStyle>
            <a:lvl1pPr marL="0" indent="0">
              <a:lnSpc>
                <a:spcPts val="1860"/>
              </a:lnSpc>
              <a:spcBef>
                <a:spcPts val="0"/>
              </a:spcBef>
              <a:buFontTx/>
              <a:buNone/>
              <a:defRPr sz="1200"/>
            </a:lvl1pPr>
            <a:lvl2pPr marL="0" indent="0">
              <a:lnSpc>
                <a:spcPts val="1860"/>
              </a:lnSpc>
              <a:spcBef>
                <a:spcPts val="0"/>
              </a:spcBef>
              <a:buFontTx/>
              <a:buNone/>
              <a:defRPr sz="1200"/>
            </a:lvl2pPr>
            <a:lvl3pPr marL="0" indent="0">
              <a:lnSpc>
                <a:spcPts val="1860"/>
              </a:lnSpc>
              <a:spcBef>
                <a:spcPts val="0"/>
              </a:spcBef>
              <a:buFontTx/>
              <a:buNone/>
              <a:defRPr sz="1200"/>
            </a:lvl3pPr>
            <a:lvl4pPr marL="0" indent="0">
              <a:lnSpc>
                <a:spcPts val="1860"/>
              </a:lnSpc>
              <a:spcBef>
                <a:spcPts val="0"/>
              </a:spcBef>
              <a:buFontTx/>
              <a:buNone/>
              <a:defRPr sz="1200"/>
            </a:lvl4pPr>
            <a:lvl5pPr marL="0" indent="0">
              <a:lnSpc>
                <a:spcPts val="1860"/>
              </a:lnSpc>
              <a:spcBef>
                <a:spcPts val="0"/>
              </a:spcBef>
              <a:buFontTx/>
              <a:buNone/>
              <a:defRPr sz="1200"/>
            </a:lvl5pPr>
            <a:lvl6pPr marL="0" indent="0">
              <a:lnSpc>
                <a:spcPts val="1860"/>
              </a:lnSpc>
              <a:spcBef>
                <a:spcPts val="0"/>
              </a:spcBef>
              <a:buFontTx/>
              <a:buNone/>
              <a:defRPr sz="1200"/>
            </a:lvl6pPr>
            <a:lvl7pPr marL="0" indent="0">
              <a:lnSpc>
                <a:spcPts val="1860"/>
              </a:lnSpc>
              <a:spcBef>
                <a:spcPts val="0"/>
              </a:spcBef>
              <a:buFontTx/>
              <a:buNone/>
              <a:defRPr sz="1200"/>
            </a:lvl7pPr>
            <a:lvl8pPr marL="0" indent="0">
              <a:lnSpc>
                <a:spcPts val="1860"/>
              </a:lnSpc>
              <a:spcBef>
                <a:spcPts val="0"/>
              </a:spcBef>
              <a:buFontTx/>
              <a:buNone/>
              <a:defRPr sz="1200"/>
            </a:lvl8pPr>
            <a:lvl9pPr marL="0" indent="0">
              <a:lnSpc>
                <a:spcPts val="1860"/>
              </a:lnSpc>
              <a:spcBef>
                <a:spcPts val="0"/>
              </a:spcBef>
              <a:buFontTx/>
              <a:buNone/>
              <a:defRPr sz="1200"/>
            </a:lvl9pPr>
          </a:lstStyle>
          <a:p>
            <a:pPr lvl="0"/>
            <a:r>
              <a:rPr lang="de-DE"/>
              <a:t>Mastertextformat bearbeiten</a:t>
            </a:r>
          </a:p>
        </p:txBody>
      </p:sp>
      <p:sp>
        <p:nvSpPr>
          <p:cNvPr id="21" name="Textplatzhalter 17">
            <a:extLst>
              <a:ext uri="{FF2B5EF4-FFF2-40B4-BE49-F238E27FC236}">
                <a16:creationId xmlns:a16="http://schemas.microsoft.com/office/drawing/2014/main" id="{A00C4637-29B3-4B35-B1A2-046C24BE242A}"/>
              </a:ext>
            </a:extLst>
          </p:cNvPr>
          <p:cNvSpPr>
            <a:spLocks noGrp="1"/>
          </p:cNvSpPr>
          <p:nvPr>
            <p:ph type="body" sz="quarter" idx="38"/>
          </p:nvPr>
        </p:nvSpPr>
        <p:spPr>
          <a:xfrm>
            <a:off x="841375" y="3510492"/>
            <a:ext cx="2384753" cy="647263"/>
          </a:xfrm>
        </p:spPr>
        <p:txBody>
          <a:bodyPr/>
          <a:lstStyle>
            <a:lvl1pPr marL="7200" indent="0">
              <a:lnSpc>
                <a:spcPts val="1960"/>
              </a:lnSpc>
              <a:spcBef>
                <a:spcPts val="0"/>
              </a:spcBef>
              <a:buFontTx/>
              <a:buNone/>
              <a:defRPr sz="1600">
                <a:solidFill>
                  <a:schemeClr val="accent1"/>
                </a:solidFill>
              </a:defRPr>
            </a:lvl1pPr>
            <a:lvl2pPr marL="7200" indent="0">
              <a:lnSpc>
                <a:spcPts val="1960"/>
              </a:lnSpc>
              <a:spcBef>
                <a:spcPts val="0"/>
              </a:spcBef>
              <a:buFontTx/>
              <a:buNone/>
              <a:defRPr sz="1600">
                <a:solidFill>
                  <a:srgbClr val="A01441"/>
                </a:solidFill>
              </a:defRPr>
            </a:lvl2pPr>
            <a:lvl3pPr marL="7200" indent="0">
              <a:lnSpc>
                <a:spcPts val="1960"/>
              </a:lnSpc>
              <a:spcBef>
                <a:spcPts val="0"/>
              </a:spcBef>
              <a:buFontTx/>
              <a:buNone/>
              <a:defRPr sz="1600">
                <a:solidFill>
                  <a:srgbClr val="A01441"/>
                </a:solidFill>
              </a:defRPr>
            </a:lvl3pPr>
            <a:lvl4pPr marL="7200" indent="0">
              <a:lnSpc>
                <a:spcPts val="1960"/>
              </a:lnSpc>
              <a:spcBef>
                <a:spcPts val="0"/>
              </a:spcBef>
              <a:buFontTx/>
              <a:buNone/>
              <a:defRPr sz="1600">
                <a:solidFill>
                  <a:srgbClr val="A01441"/>
                </a:solidFill>
              </a:defRPr>
            </a:lvl4pPr>
            <a:lvl5pPr marL="7200" indent="0">
              <a:lnSpc>
                <a:spcPts val="1960"/>
              </a:lnSpc>
              <a:spcBef>
                <a:spcPts val="0"/>
              </a:spcBef>
              <a:buFontTx/>
              <a:buNone/>
              <a:defRPr sz="1600">
                <a:solidFill>
                  <a:srgbClr val="A01441"/>
                </a:solidFill>
              </a:defRPr>
            </a:lvl5pPr>
            <a:lvl6pPr marL="7200" indent="0">
              <a:lnSpc>
                <a:spcPts val="1960"/>
              </a:lnSpc>
              <a:spcBef>
                <a:spcPts val="0"/>
              </a:spcBef>
              <a:buFontTx/>
              <a:buNone/>
              <a:defRPr sz="1600">
                <a:solidFill>
                  <a:srgbClr val="A01441"/>
                </a:solidFill>
              </a:defRPr>
            </a:lvl6pPr>
            <a:lvl7pPr marL="7200" indent="0">
              <a:lnSpc>
                <a:spcPts val="1960"/>
              </a:lnSpc>
              <a:spcBef>
                <a:spcPts val="0"/>
              </a:spcBef>
              <a:buFontTx/>
              <a:buNone/>
              <a:defRPr sz="1600">
                <a:solidFill>
                  <a:srgbClr val="A01441"/>
                </a:solidFill>
              </a:defRPr>
            </a:lvl7pPr>
            <a:lvl8pPr marL="7200" indent="0">
              <a:lnSpc>
                <a:spcPts val="1960"/>
              </a:lnSpc>
              <a:spcBef>
                <a:spcPts val="0"/>
              </a:spcBef>
              <a:buFontTx/>
              <a:buNone/>
              <a:defRPr sz="1600">
                <a:solidFill>
                  <a:srgbClr val="A01441"/>
                </a:solidFill>
              </a:defRPr>
            </a:lvl8pPr>
            <a:lvl9pPr marL="7200" indent="0">
              <a:lnSpc>
                <a:spcPts val="1960"/>
              </a:lnSpc>
              <a:spcBef>
                <a:spcPts val="0"/>
              </a:spcBef>
              <a:buFontTx/>
              <a:buNone/>
              <a:defRPr sz="1600">
                <a:solidFill>
                  <a:srgbClr val="A01441"/>
                </a:solidFill>
              </a:defRPr>
            </a:lvl9pPr>
          </a:lstStyle>
          <a:p>
            <a:pPr lvl="0"/>
            <a:r>
              <a:rPr lang="de-DE"/>
              <a:t>Mastertextformat bearbeiten</a:t>
            </a:r>
          </a:p>
        </p:txBody>
      </p:sp>
      <p:sp>
        <p:nvSpPr>
          <p:cNvPr id="26" name="Textplatzhalter 17">
            <a:extLst>
              <a:ext uri="{FF2B5EF4-FFF2-40B4-BE49-F238E27FC236}">
                <a16:creationId xmlns:a16="http://schemas.microsoft.com/office/drawing/2014/main" id="{B35D7BA1-B6C0-4CC4-A703-C59143A6952A}"/>
              </a:ext>
            </a:extLst>
          </p:cNvPr>
          <p:cNvSpPr>
            <a:spLocks noGrp="1"/>
          </p:cNvSpPr>
          <p:nvPr>
            <p:ph type="body" sz="quarter" idx="42"/>
          </p:nvPr>
        </p:nvSpPr>
        <p:spPr>
          <a:xfrm>
            <a:off x="3550070" y="3510492"/>
            <a:ext cx="2384753" cy="647263"/>
          </a:xfrm>
        </p:spPr>
        <p:txBody>
          <a:bodyPr/>
          <a:lstStyle>
            <a:lvl1pPr marL="7200" indent="0">
              <a:lnSpc>
                <a:spcPts val="1960"/>
              </a:lnSpc>
              <a:spcBef>
                <a:spcPts val="0"/>
              </a:spcBef>
              <a:buFontTx/>
              <a:buNone/>
              <a:defRPr sz="1600">
                <a:solidFill>
                  <a:schemeClr val="accent1"/>
                </a:solidFill>
              </a:defRPr>
            </a:lvl1pPr>
            <a:lvl2pPr marL="7200" indent="0">
              <a:lnSpc>
                <a:spcPts val="1960"/>
              </a:lnSpc>
              <a:spcBef>
                <a:spcPts val="0"/>
              </a:spcBef>
              <a:buFontTx/>
              <a:buNone/>
              <a:defRPr sz="1600">
                <a:solidFill>
                  <a:srgbClr val="A01441"/>
                </a:solidFill>
              </a:defRPr>
            </a:lvl2pPr>
            <a:lvl3pPr marL="7200" indent="0">
              <a:lnSpc>
                <a:spcPts val="1960"/>
              </a:lnSpc>
              <a:spcBef>
                <a:spcPts val="0"/>
              </a:spcBef>
              <a:buFontTx/>
              <a:buNone/>
              <a:defRPr sz="1600">
                <a:solidFill>
                  <a:srgbClr val="A01441"/>
                </a:solidFill>
              </a:defRPr>
            </a:lvl3pPr>
            <a:lvl4pPr marL="7200" indent="0">
              <a:lnSpc>
                <a:spcPts val="1960"/>
              </a:lnSpc>
              <a:spcBef>
                <a:spcPts val="0"/>
              </a:spcBef>
              <a:buFontTx/>
              <a:buNone/>
              <a:defRPr sz="1600">
                <a:solidFill>
                  <a:srgbClr val="A01441"/>
                </a:solidFill>
              </a:defRPr>
            </a:lvl4pPr>
            <a:lvl5pPr marL="7200" indent="0">
              <a:lnSpc>
                <a:spcPts val="1960"/>
              </a:lnSpc>
              <a:spcBef>
                <a:spcPts val="0"/>
              </a:spcBef>
              <a:buFontTx/>
              <a:buNone/>
              <a:defRPr sz="1600">
                <a:solidFill>
                  <a:srgbClr val="A01441"/>
                </a:solidFill>
              </a:defRPr>
            </a:lvl5pPr>
            <a:lvl6pPr marL="7200" indent="0">
              <a:lnSpc>
                <a:spcPts val="1960"/>
              </a:lnSpc>
              <a:spcBef>
                <a:spcPts val="0"/>
              </a:spcBef>
              <a:buFontTx/>
              <a:buNone/>
              <a:defRPr sz="1600">
                <a:solidFill>
                  <a:srgbClr val="A01441"/>
                </a:solidFill>
              </a:defRPr>
            </a:lvl6pPr>
            <a:lvl7pPr marL="7200" indent="0">
              <a:lnSpc>
                <a:spcPts val="1960"/>
              </a:lnSpc>
              <a:spcBef>
                <a:spcPts val="0"/>
              </a:spcBef>
              <a:buFontTx/>
              <a:buNone/>
              <a:defRPr sz="1600">
                <a:solidFill>
                  <a:srgbClr val="A01441"/>
                </a:solidFill>
              </a:defRPr>
            </a:lvl7pPr>
            <a:lvl8pPr marL="7200" indent="0">
              <a:lnSpc>
                <a:spcPts val="1960"/>
              </a:lnSpc>
              <a:spcBef>
                <a:spcPts val="0"/>
              </a:spcBef>
              <a:buFontTx/>
              <a:buNone/>
              <a:defRPr sz="1600">
                <a:solidFill>
                  <a:srgbClr val="A01441"/>
                </a:solidFill>
              </a:defRPr>
            </a:lvl8pPr>
            <a:lvl9pPr marL="7200" indent="0">
              <a:lnSpc>
                <a:spcPts val="1960"/>
              </a:lnSpc>
              <a:spcBef>
                <a:spcPts val="0"/>
              </a:spcBef>
              <a:buFontTx/>
              <a:buNone/>
              <a:defRPr sz="1600">
                <a:solidFill>
                  <a:srgbClr val="A01441"/>
                </a:solidFill>
              </a:defRPr>
            </a:lvl9pPr>
          </a:lstStyle>
          <a:p>
            <a:pPr lvl="0"/>
            <a:r>
              <a:rPr lang="de-DE"/>
              <a:t>Mastertextformat bearbeiten</a:t>
            </a:r>
          </a:p>
        </p:txBody>
      </p:sp>
      <p:sp>
        <p:nvSpPr>
          <p:cNvPr id="27" name="Textplatzhalter 17">
            <a:extLst>
              <a:ext uri="{FF2B5EF4-FFF2-40B4-BE49-F238E27FC236}">
                <a16:creationId xmlns:a16="http://schemas.microsoft.com/office/drawing/2014/main" id="{D33293CA-22BB-4241-A491-DA0B4621F63B}"/>
              </a:ext>
            </a:extLst>
          </p:cNvPr>
          <p:cNvSpPr>
            <a:spLocks noGrp="1"/>
          </p:cNvSpPr>
          <p:nvPr>
            <p:ph type="body" sz="quarter" idx="43"/>
          </p:nvPr>
        </p:nvSpPr>
        <p:spPr>
          <a:xfrm>
            <a:off x="6258765" y="3510492"/>
            <a:ext cx="2384753" cy="647263"/>
          </a:xfrm>
        </p:spPr>
        <p:txBody>
          <a:bodyPr/>
          <a:lstStyle>
            <a:lvl1pPr marL="7200" indent="0">
              <a:lnSpc>
                <a:spcPts val="1960"/>
              </a:lnSpc>
              <a:spcBef>
                <a:spcPts val="0"/>
              </a:spcBef>
              <a:buFontTx/>
              <a:buNone/>
              <a:defRPr sz="1600">
                <a:solidFill>
                  <a:schemeClr val="accent1"/>
                </a:solidFill>
              </a:defRPr>
            </a:lvl1pPr>
            <a:lvl2pPr marL="7200" indent="0">
              <a:lnSpc>
                <a:spcPts val="1960"/>
              </a:lnSpc>
              <a:spcBef>
                <a:spcPts val="0"/>
              </a:spcBef>
              <a:buFontTx/>
              <a:buNone/>
              <a:defRPr sz="1600">
                <a:solidFill>
                  <a:srgbClr val="A01441"/>
                </a:solidFill>
              </a:defRPr>
            </a:lvl2pPr>
            <a:lvl3pPr marL="7200" indent="0">
              <a:lnSpc>
                <a:spcPts val="1960"/>
              </a:lnSpc>
              <a:spcBef>
                <a:spcPts val="0"/>
              </a:spcBef>
              <a:buFontTx/>
              <a:buNone/>
              <a:defRPr sz="1600">
                <a:solidFill>
                  <a:srgbClr val="A01441"/>
                </a:solidFill>
              </a:defRPr>
            </a:lvl3pPr>
            <a:lvl4pPr marL="7200" indent="0">
              <a:lnSpc>
                <a:spcPts val="1960"/>
              </a:lnSpc>
              <a:spcBef>
                <a:spcPts val="0"/>
              </a:spcBef>
              <a:buFontTx/>
              <a:buNone/>
              <a:defRPr sz="1600">
                <a:solidFill>
                  <a:srgbClr val="A01441"/>
                </a:solidFill>
              </a:defRPr>
            </a:lvl4pPr>
            <a:lvl5pPr marL="7200" indent="0">
              <a:lnSpc>
                <a:spcPts val="1960"/>
              </a:lnSpc>
              <a:spcBef>
                <a:spcPts val="0"/>
              </a:spcBef>
              <a:buFontTx/>
              <a:buNone/>
              <a:defRPr sz="1600">
                <a:solidFill>
                  <a:srgbClr val="A01441"/>
                </a:solidFill>
              </a:defRPr>
            </a:lvl5pPr>
            <a:lvl6pPr marL="7200" indent="0">
              <a:lnSpc>
                <a:spcPts val="1960"/>
              </a:lnSpc>
              <a:spcBef>
                <a:spcPts val="0"/>
              </a:spcBef>
              <a:buFontTx/>
              <a:buNone/>
              <a:defRPr sz="1600">
                <a:solidFill>
                  <a:srgbClr val="A01441"/>
                </a:solidFill>
              </a:defRPr>
            </a:lvl6pPr>
            <a:lvl7pPr marL="7200" indent="0">
              <a:lnSpc>
                <a:spcPts val="1960"/>
              </a:lnSpc>
              <a:spcBef>
                <a:spcPts val="0"/>
              </a:spcBef>
              <a:buFontTx/>
              <a:buNone/>
              <a:defRPr sz="1600">
                <a:solidFill>
                  <a:srgbClr val="A01441"/>
                </a:solidFill>
              </a:defRPr>
            </a:lvl7pPr>
            <a:lvl8pPr marL="7200" indent="0">
              <a:lnSpc>
                <a:spcPts val="1960"/>
              </a:lnSpc>
              <a:spcBef>
                <a:spcPts val="0"/>
              </a:spcBef>
              <a:buFontTx/>
              <a:buNone/>
              <a:defRPr sz="1600">
                <a:solidFill>
                  <a:srgbClr val="A01441"/>
                </a:solidFill>
              </a:defRPr>
            </a:lvl8pPr>
            <a:lvl9pPr marL="7200" indent="0">
              <a:lnSpc>
                <a:spcPts val="1960"/>
              </a:lnSpc>
              <a:spcBef>
                <a:spcPts val="0"/>
              </a:spcBef>
              <a:buFontTx/>
              <a:buNone/>
              <a:defRPr sz="1600">
                <a:solidFill>
                  <a:srgbClr val="A01441"/>
                </a:solidFill>
              </a:defRPr>
            </a:lvl9pPr>
          </a:lstStyle>
          <a:p>
            <a:pPr lvl="0"/>
            <a:r>
              <a:rPr lang="de-DE"/>
              <a:t>Mastertextformat bearbeiten</a:t>
            </a:r>
          </a:p>
        </p:txBody>
      </p:sp>
      <p:sp>
        <p:nvSpPr>
          <p:cNvPr id="28" name="Textplatzhalter 17">
            <a:extLst>
              <a:ext uri="{FF2B5EF4-FFF2-40B4-BE49-F238E27FC236}">
                <a16:creationId xmlns:a16="http://schemas.microsoft.com/office/drawing/2014/main" id="{B4F368CD-3D21-492E-AB5B-5815616A769F}"/>
              </a:ext>
            </a:extLst>
          </p:cNvPr>
          <p:cNvSpPr>
            <a:spLocks noGrp="1"/>
          </p:cNvSpPr>
          <p:nvPr>
            <p:ph type="body" sz="quarter" idx="44"/>
          </p:nvPr>
        </p:nvSpPr>
        <p:spPr>
          <a:xfrm>
            <a:off x="8967460" y="3510492"/>
            <a:ext cx="2384753" cy="647263"/>
          </a:xfrm>
        </p:spPr>
        <p:txBody>
          <a:bodyPr/>
          <a:lstStyle>
            <a:lvl1pPr marL="7200" indent="0">
              <a:lnSpc>
                <a:spcPts val="1960"/>
              </a:lnSpc>
              <a:spcBef>
                <a:spcPts val="0"/>
              </a:spcBef>
              <a:buFontTx/>
              <a:buNone/>
              <a:defRPr sz="1600">
                <a:solidFill>
                  <a:schemeClr val="accent1"/>
                </a:solidFill>
              </a:defRPr>
            </a:lvl1pPr>
            <a:lvl2pPr marL="7200" indent="0">
              <a:lnSpc>
                <a:spcPts val="1960"/>
              </a:lnSpc>
              <a:spcBef>
                <a:spcPts val="0"/>
              </a:spcBef>
              <a:buFontTx/>
              <a:buNone/>
              <a:defRPr sz="1600">
                <a:solidFill>
                  <a:srgbClr val="A01441"/>
                </a:solidFill>
              </a:defRPr>
            </a:lvl2pPr>
            <a:lvl3pPr marL="7200" indent="0">
              <a:lnSpc>
                <a:spcPts val="1960"/>
              </a:lnSpc>
              <a:spcBef>
                <a:spcPts val="0"/>
              </a:spcBef>
              <a:buFontTx/>
              <a:buNone/>
              <a:defRPr sz="1600">
                <a:solidFill>
                  <a:srgbClr val="A01441"/>
                </a:solidFill>
              </a:defRPr>
            </a:lvl3pPr>
            <a:lvl4pPr marL="7200" indent="0">
              <a:lnSpc>
                <a:spcPts val="1960"/>
              </a:lnSpc>
              <a:spcBef>
                <a:spcPts val="0"/>
              </a:spcBef>
              <a:buFontTx/>
              <a:buNone/>
              <a:defRPr sz="1600">
                <a:solidFill>
                  <a:srgbClr val="A01441"/>
                </a:solidFill>
              </a:defRPr>
            </a:lvl4pPr>
            <a:lvl5pPr marL="7200" indent="0">
              <a:lnSpc>
                <a:spcPts val="1960"/>
              </a:lnSpc>
              <a:spcBef>
                <a:spcPts val="0"/>
              </a:spcBef>
              <a:buFontTx/>
              <a:buNone/>
              <a:defRPr sz="1600">
                <a:solidFill>
                  <a:srgbClr val="A01441"/>
                </a:solidFill>
              </a:defRPr>
            </a:lvl5pPr>
            <a:lvl6pPr marL="7200" indent="0">
              <a:lnSpc>
                <a:spcPts val="1960"/>
              </a:lnSpc>
              <a:spcBef>
                <a:spcPts val="0"/>
              </a:spcBef>
              <a:buFontTx/>
              <a:buNone/>
              <a:defRPr sz="1600">
                <a:solidFill>
                  <a:srgbClr val="A01441"/>
                </a:solidFill>
              </a:defRPr>
            </a:lvl6pPr>
            <a:lvl7pPr marL="7200" indent="0">
              <a:lnSpc>
                <a:spcPts val="1960"/>
              </a:lnSpc>
              <a:spcBef>
                <a:spcPts val="0"/>
              </a:spcBef>
              <a:buFontTx/>
              <a:buNone/>
              <a:defRPr sz="1600">
                <a:solidFill>
                  <a:srgbClr val="A01441"/>
                </a:solidFill>
              </a:defRPr>
            </a:lvl7pPr>
            <a:lvl8pPr marL="7200" indent="0">
              <a:lnSpc>
                <a:spcPts val="1960"/>
              </a:lnSpc>
              <a:spcBef>
                <a:spcPts val="0"/>
              </a:spcBef>
              <a:buFontTx/>
              <a:buNone/>
              <a:defRPr sz="1600">
                <a:solidFill>
                  <a:srgbClr val="A01441"/>
                </a:solidFill>
              </a:defRPr>
            </a:lvl8pPr>
            <a:lvl9pPr marL="7200" indent="0">
              <a:lnSpc>
                <a:spcPts val="1960"/>
              </a:lnSpc>
              <a:spcBef>
                <a:spcPts val="0"/>
              </a:spcBef>
              <a:buFontTx/>
              <a:buNone/>
              <a:defRPr sz="1600">
                <a:solidFill>
                  <a:srgbClr val="A01441"/>
                </a:solidFill>
              </a:defRPr>
            </a:lvl9pPr>
          </a:lstStyle>
          <a:p>
            <a:pPr lvl="0"/>
            <a:r>
              <a:rPr lang="de-DE"/>
              <a:t>Mastertextformat bearbeiten</a:t>
            </a:r>
          </a:p>
        </p:txBody>
      </p:sp>
      <p:sp>
        <p:nvSpPr>
          <p:cNvPr id="29" name="Textplatzhalter 17">
            <a:extLst>
              <a:ext uri="{FF2B5EF4-FFF2-40B4-BE49-F238E27FC236}">
                <a16:creationId xmlns:a16="http://schemas.microsoft.com/office/drawing/2014/main" id="{6AA3940D-9044-4CA4-92AD-908FDF9ADF58}"/>
              </a:ext>
            </a:extLst>
          </p:cNvPr>
          <p:cNvSpPr>
            <a:spLocks noGrp="1"/>
          </p:cNvSpPr>
          <p:nvPr>
            <p:ph type="body" sz="quarter" idx="45"/>
          </p:nvPr>
        </p:nvSpPr>
        <p:spPr>
          <a:xfrm>
            <a:off x="3550070" y="4266793"/>
            <a:ext cx="2384753" cy="2041932"/>
          </a:xfrm>
        </p:spPr>
        <p:txBody>
          <a:bodyPr/>
          <a:lstStyle>
            <a:lvl1pPr marL="0" indent="0">
              <a:lnSpc>
                <a:spcPts val="1860"/>
              </a:lnSpc>
              <a:spcBef>
                <a:spcPts val="0"/>
              </a:spcBef>
              <a:buFontTx/>
              <a:buNone/>
              <a:defRPr sz="1200"/>
            </a:lvl1pPr>
            <a:lvl2pPr marL="0" indent="0">
              <a:lnSpc>
                <a:spcPts val="1860"/>
              </a:lnSpc>
              <a:spcBef>
                <a:spcPts val="0"/>
              </a:spcBef>
              <a:buFontTx/>
              <a:buNone/>
              <a:defRPr sz="1200"/>
            </a:lvl2pPr>
            <a:lvl3pPr marL="0" indent="0">
              <a:lnSpc>
                <a:spcPts val="1860"/>
              </a:lnSpc>
              <a:spcBef>
                <a:spcPts val="0"/>
              </a:spcBef>
              <a:buFontTx/>
              <a:buNone/>
              <a:defRPr sz="1200"/>
            </a:lvl3pPr>
            <a:lvl4pPr marL="0" indent="0">
              <a:lnSpc>
                <a:spcPts val="1860"/>
              </a:lnSpc>
              <a:spcBef>
                <a:spcPts val="0"/>
              </a:spcBef>
              <a:buFontTx/>
              <a:buNone/>
              <a:defRPr sz="1200"/>
            </a:lvl4pPr>
            <a:lvl5pPr marL="0" indent="0">
              <a:lnSpc>
                <a:spcPts val="1860"/>
              </a:lnSpc>
              <a:spcBef>
                <a:spcPts val="0"/>
              </a:spcBef>
              <a:buFontTx/>
              <a:buNone/>
              <a:defRPr sz="1200"/>
            </a:lvl5pPr>
            <a:lvl6pPr marL="0" indent="0">
              <a:lnSpc>
                <a:spcPts val="1860"/>
              </a:lnSpc>
              <a:spcBef>
                <a:spcPts val="0"/>
              </a:spcBef>
              <a:buFontTx/>
              <a:buNone/>
              <a:defRPr sz="1200"/>
            </a:lvl6pPr>
            <a:lvl7pPr marL="0" indent="0">
              <a:lnSpc>
                <a:spcPts val="1860"/>
              </a:lnSpc>
              <a:spcBef>
                <a:spcPts val="0"/>
              </a:spcBef>
              <a:buFontTx/>
              <a:buNone/>
              <a:defRPr sz="1200"/>
            </a:lvl7pPr>
            <a:lvl8pPr marL="0" indent="0">
              <a:lnSpc>
                <a:spcPts val="1860"/>
              </a:lnSpc>
              <a:spcBef>
                <a:spcPts val="0"/>
              </a:spcBef>
              <a:buFontTx/>
              <a:buNone/>
              <a:defRPr sz="1200"/>
            </a:lvl8pPr>
            <a:lvl9pPr marL="0" indent="0">
              <a:lnSpc>
                <a:spcPts val="1860"/>
              </a:lnSpc>
              <a:spcBef>
                <a:spcPts val="0"/>
              </a:spcBef>
              <a:buFontTx/>
              <a:buNone/>
              <a:defRPr sz="1200"/>
            </a:lvl9pPr>
          </a:lstStyle>
          <a:p>
            <a:pPr lvl="0"/>
            <a:r>
              <a:rPr lang="de-DE"/>
              <a:t>Mastertextformat bearbeiten</a:t>
            </a:r>
          </a:p>
        </p:txBody>
      </p:sp>
      <p:sp>
        <p:nvSpPr>
          <p:cNvPr id="30" name="Textplatzhalter 17">
            <a:extLst>
              <a:ext uri="{FF2B5EF4-FFF2-40B4-BE49-F238E27FC236}">
                <a16:creationId xmlns:a16="http://schemas.microsoft.com/office/drawing/2014/main" id="{BEE8403D-AD27-4F87-8989-612B2272C6BE}"/>
              </a:ext>
            </a:extLst>
          </p:cNvPr>
          <p:cNvSpPr>
            <a:spLocks noGrp="1"/>
          </p:cNvSpPr>
          <p:nvPr>
            <p:ph type="body" sz="quarter" idx="46"/>
          </p:nvPr>
        </p:nvSpPr>
        <p:spPr>
          <a:xfrm>
            <a:off x="6258765" y="4266793"/>
            <a:ext cx="2384753" cy="2041932"/>
          </a:xfrm>
        </p:spPr>
        <p:txBody>
          <a:bodyPr/>
          <a:lstStyle>
            <a:lvl1pPr marL="0" indent="0">
              <a:lnSpc>
                <a:spcPts val="1860"/>
              </a:lnSpc>
              <a:spcBef>
                <a:spcPts val="0"/>
              </a:spcBef>
              <a:buFontTx/>
              <a:buNone/>
              <a:defRPr sz="1200"/>
            </a:lvl1pPr>
            <a:lvl2pPr marL="0" indent="0">
              <a:lnSpc>
                <a:spcPts val="1860"/>
              </a:lnSpc>
              <a:spcBef>
                <a:spcPts val="0"/>
              </a:spcBef>
              <a:buFontTx/>
              <a:buNone/>
              <a:defRPr sz="1200"/>
            </a:lvl2pPr>
            <a:lvl3pPr marL="0" indent="0">
              <a:lnSpc>
                <a:spcPts val="1860"/>
              </a:lnSpc>
              <a:spcBef>
                <a:spcPts val="0"/>
              </a:spcBef>
              <a:buFontTx/>
              <a:buNone/>
              <a:defRPr sz="1200"/>
            </a:lvl3pPr>
            <a:lvl4pPr marL="0" indent="0">
              <a:lnSpc>
                <a:spcPts val="1860"/>
              </a:lnSpc>
              <a:spcBef>
                <a:spcPts val="0"/>
              </a:spcBef>
              <a:buFontTx/>
              <a:buNone/>
              <a:defRPr sz="1200"/>
            </a:lvl4pPr>
            <a:lvl5pPr marL="0" indent="0">
              <a:lnSpc>
                <a:spcPts val="1860"/>
              </a:lnSpc>
              <a:spcBef>
                <a:spcPts val="0"/>
              </a:spcBef>
              <a:buFontTx/>
              <a:buNone/>
              <a:defRPr sz="1200"/>
            </a:lvl5pPr>
            <a:lvl6pPr marL="0" indent="0">
              <a:lnSpc>
                <a:spcPts val="1860"/>
              </a:lnSpc>
              <a:spcBef>
                <a:spcPts val="0"/>
              </a:spcBef>
              <a:buFontTx/>
              <a:buNone/>
              <a:defRPr sz="1200"/>
            </a:lvl6pPr>
            <a:lvl7pPr marL="0" indent="0">
              <a:lnSpc>
                <a:spcPts val="1860"/>
              </a:lnSpc>
              <a:spcBef>
                <a:spcPts val="0"/>
              </a:spcBef>
              <a:buFontTx/>
              <a:buNone/>
              <a:defRPr sz="1200"/>
            </a:lvl7pPr>
            <a:lvl8pPr marL="0" indent="0">
              <a:lnSpc>
                <a:spcPts val="1860"/>
              </a:lnSpc>
              <a:spcBef>
                <a:spcPts val="0"/>
              </a:spcBef>
              <a:buFontTx/>
              <a:buNone/>
              <a:defRPr sz="1200"/>
            </a:lvl8pPr>
            <a:lvl9pPr marL="0" indent="0">
              <a:lnSpc>
                <a:spcPts val="1860"/>
              </a:lnSpc>
              <a:spcBef>
                <a:spcPts val="0"/>
              </a:spcBef>
              <a:buFontTx/>
              <a:buNone/>
              <a:defRPr sz="1200"/>
            </a:lvl9pPr>
          </a:lstStyle>
          <a:p>
            <a:pPr lvl="0"/>
            <a:r>
              <a:rPr lang="de-DE"/>
              <a:t>Mastertextformat bearbeiten</a:t>
            </a:r>
          </a:p>
        </p:txBody>
      </p:sp>
      <p:sp>
        <p:nvSpPr>
          <p:cNvPr id="31" name="Textplatzhalter 17">
            <a:extLst>
              <a:ext uri="{FF2B5EF4-FFF2-40B4-BE49-F238E27FC236}">
                <a16:creationId xmlns:a16="http://schemas.microsoft.com/office/drawing/2014/main" id="{054A0AB3-EA50-4287-B2AD-0AA3B357899F}"/>
              </a:ext>
            </a:extLst>
          </p:cNvPr>
          <p:cNvSpPr>
            <a:spLocks noGrp="1"/>
          </p:cNvSpPr>
          <p:nvPr>
            <p:ph type="body" sz="quarter" idx="47"/>
          </p:nvPr>
        </p:nvSpPr>
        <p:spPr>
          <a:xfrm>
            <a:off x="8967460" y="4266793"/>
            <a:ext cx="2384753" cy="2041932"/>
          </a:xfrm>
        </p:spPr>
        <p:txBody>
          <a:bodyPr/>
          <a:lstStyle>
            <a:lvl1pPr marL="0" indent="0">
              <a:lnSpc>
                <a:spcPts val="1860"/>
              </a:lnSpc>
              <a:spcBef>
                <a:spcPts val="0"/>
              </a:spcBef>
              <a:buFontTx/>
              <a:buNone/>
              <a:defRPr sz="1200"/>
            </a:lvl1pPr>
            <a:lvl2pPr marL="0" indent="0">
              <a:lnSpc>
                <a:spcPts val="1860"/>
              </a:lnSpc>
              <a:spcBef>
                <a:spcPts val="0"/>
              </a:spcBef>
              <a:buFontTx/>
              <a:buNone/>
              <a:defRPr sz="1200"/>
            </a:lvl2pPr>
            <a:lvl3pPr marL="0" indent="0">
              <a:lnSpc>
                <a:spcPts val="1860"/>
              </a:lnSpc>
              <a:spcBef>
                <a:spcPts val="0"/>
              </a:spcBef>
              <a:buFontTx/>
              <a:buNone/>
              <a:defRPr sz="1200"/>
            </a:lvl3pPr>
            <a:lvl4pPr marL="0" indent="0">
              <a:lnSpc>
                <a:spcPts val="1860"/>
              </a:lnSpc>
              <a:spcBef>
                <a:spcPts val="0"/>
              </a:spcBef>
              <a:buFontTx/>
              <a:buNone/>
              <a:defRPr sz="1200"/>
            </a:lvl4pPr>
            <a:lvl5pPr marL="0" indent="0">
              <a:lnSpc>
                <a:spcPts val="1860"/>
              </a:lnSpc>
              <a:spcBef>
                <a:spcPts val="0"/>
              </a:spcBef>
              <a:buFontTx/>
              <a:buNone/>
              <a:defRPr sz="1200"/>
            </a:lvl5pPr>
            <a:lvl6pPr marL="0" indent="0">
              <a:lnSpc>
                <a:spcPts val="1860"/>
              </a:lnSpc>
              <a:spcBef>
                <a:spcPts val="0"/>
              </a:spcBef>
              <a:buFontTx/>
              <a:buNone/>
              <a:defRPr sz="1200"/>
            </a:lvl6pPr>
            <a:lvl7pPr marL="0" indent="0">
              <a:lnSpc>
                <a:spcPts val="1860"/>
              </a:lnSpc>
              <a:spcBef>
                <a:spcPts val="0"/>
              </a:spcBef>
              <a:buFontTx/>
              <a:buNone/>
              <a:defRPr sz="1200"/>
            </a:lvl7pPr>
            <a:lvl8pPr marL="0" indent="0">
              <a:lnSpc>
                <a:spcPts val="1860"/>
              </a:lnSpc>
              <a:spcBef>
                <a:spcPts val="0"/>
              </a:spcBef>
              <a:buFontTx/>
              <a:buNone/>
              <a:defRPr sz="1200"/>
            </a:lvl8pPr>
            <a:lvl9pPr marL="0" indent="0">
              <a:lnSpc>
                <a:spcPts val="1860"/>
              </a:lnSpc>
              <a:spcBef>
                <a:spcPts val="0"/>
              </a:spcBef>
              <a:buFontTx/>
              <a:buNone/>
              <a:defRPr sz="1200"/>
            </a:lvl9pPr>
          </a:lstStyle>
          <a:p>
            <a:pPr lvl="0"/>
            <a:r>
              <a:rPr lang="de-DE"/>
              <a:t>Mastertextformat bearbeiten</a:t>
            </a:r>
          </a:p>
        </p:txBody>
      </p:sp>
      <p:sp>
        <p:nvSpPr>
          <p:cNvPr id="3" name="Titel 2">
            <a:extLst>
              <a:ext uri="{FF2B5EF4-FFF2-40B4-BE49-F238E27FC236}">
                <a16:creationId xmlns:a16="http://schemas.microsoft.com/office/drawing/2014/main" id="{553B9A66-806D-4341-90D4-8B89B875109A}"/>
              </a:ext>
            </a:extLst>
          </p:cNvPr>
          <p:cNvSpPr>
            <a:spLocks noGrp="1"/>
          </p:cNvSpPr>
          <p:nvPr>
            <p:ph type="title"/>
          </p:nvPr>
        </p:nvSpPr>
        <p:spPr/>
        <p:txBody>
          <a:bodyPr/>
          <a:lstStyle/>
          <a:p>
            <a:r>
              <a:rPr lang="de-DE"/>
              <a:t>Mastertitelformat bearbeiten</a:t>
            </a:r>
            <a:endParaRPr lang="de-DE" dirty="0"/>
          </a:p>
        </p:txBody>
      </p:sp>
    </p:spTree>
    <p:extLst>
      <p:ext uri="{BB962C8B-B14F-4D97-AF65-F5344CB8AC3E}">
        <p14:creationId xmlns:p14="http://schemas.microsoft.com/office/powerpoint/2010/main" val="38326079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Prozess mit 3 Bildern">
    <p:spTree>
      <p:nvGrpSpPr>
        <p:cNvPr id="1" name=""/>
        <p:cNvGrpSpPr/>
        <p:nvPr/>
      </p:nvGrpSpPr>
      <p:grpSpPr>
        <a:xfrm>
          <a:off x="0" y="0"/>
          <a:ext cx="0" cy="0"/>
          <a:chOff x="0" y="0"/>
          <a:chExt cx="0" cy="0"/>
        </a:xfrm>
      </p:grpSpPr>
      <p:sp>
        <p:nvSpPr>
          <p:cNvPr id="5" name="Foliennummernplatzhalter 4">
            <a:extLst>
              <a:ext uri="{FF2B5EF4-FFF2-40B4-BE49-F238E27FC236}">
                <a16:creationId xmlns:a16="http://schemas.microsoft.com/office/drawing/2014/main" id="{6E02147E-1285-4992-B0F5-565CE58EBC0A}"/>
              </a:ext>
            </a:extLst>
          </p:cNvPr>
          <p:cNvSpPr>
            <a:spLocks noGrp="1"/>
          </p:cNvSpPr>
          <p:nvPr>
            <p:ph type="sldNum" sz="quarter" idx="12"/>
          </p:nvPr>
        </p:nvSpPr>
        <p:spPr/>
        <p:txBody>
          <a:bodyPr/>
          <a:lstStyle/>
          <a:p>
            <a:fld id="{B27B0579-4238-4E44-9A9E-134B676F827C}" type="slidenum">
              <a:rPr lang="de-DE" smtClean="0"/>
              <a:pPr/>
              <a:t>‹Nr.›</a:t>
            </a:fld>
            <a:endParaRPr lang="de-DE" dirty="0"/>
          </a:p>
        </p:txBody>
      </p:sp>
      <p:sp>
        <p:nvSpPr>
          <p:cNvPr id="6" name="Richtungspfeil 14">
            <a:extLst>
              <a:ext uri="{FF2B5EF4-FFF2-40B4-BE49-F238E27FC236}">
                <a16:creationId xmlns:a16="http://schemas.microsoft.com/office/drawing/2014/main" id="{AA9E418C-322C-446D-9186-2DA0BB8D6F85}"/>
              </a:ext>
            </a:extLst>
          </p:cNvPr>
          <p:cNvSpPr/>
          <p:nvPr/>
        </p:nvSpPr>
        <p:spPr>
          <a:xfrm>
            <a:off x="0" y="1267255"/>
            <a:ext cx="7599261" cy="5590745"/>
          </a:xfrm>
          <a:prstGeom prst="homePlate">
            <a:avLst>
              <a:gd name="adj" fmla="val 22256"/>
            </a:avLst>
          </a:prstGeom>
          <a:solidFill>
            <a:schemeClr val="bg1">
              <a:lumMod val="85000"/>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sp>
        <p:nvSpPr>
          <p:cNvPr id="7" name="Textplatzhalter 2">
            <a:extLst>
              <a:ext uri="{FF2B5EF4-FFF2-40B4-BE49-F238E27FC236}">
                <a16:creationId xmlns:a16="http://schemas.microsoft.com/office/drawing/2014/main" id="{F0A23D26-A11B-4E20-BE1F-10810C022B83}"/>
              </a:ext>
            </a:extLst>
          </p:cNvPr>
          <p:cNvSpPr>
            <a:spLocks noGrp="1"/>
          </p:cNvSpPr>
          <p:nvPr>
            <p:ph type="body" idx="13" hasCustomPrompt="1"/>
          </p:nvPr>
        </p:nvSpPr>
        <p:spPr>
          <a:xfrm>
            <a:off x="841375" y="198000"/>
            <a:ext cx="7480624" cy="216000"/>
          </a:xfrm>
        </p:spPr>
        <p:txBody>
          <a:bodyPr anchor="b"/>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Untertitel bearbeiten</a:t>
            </a:r>
          </a:p>
        </p:txBody>
      </p:sp>
      <p:sp>
        <p:nvSpPr>
          <p:cNvPr id="10" name="Bildplatzhalter 9">
            <a:extLst>
              <a:ext uri="{FF2B5EF4-FFF2-40B4-BE49-F238E27FC236}">
                <a16:creationId xmlns:a16="http://schemas.microsoft.com/office/drawing/2014/main" id="{D57409F6-7AF2-4E40-B811-857AFCEF8F20}"/>
              </a:ext>
            </a:extLst>
          </p:cNvPr>
          <p:cNvSpPr>
            <a:spLocks noGrp="1"/>
          </p:cNvSpPr>
          <p:nvPr>
            <p:ph type="pic" sz="quarter" idx="23" hasCustomPrompt="1"/>
          </p:nvPr>
        </p:nvSpPr>
        <p:spPr>
          <a:xfrm>
            <a:off x="841375" y="4189001"/>
            <a:ext cx="2078349" cy="2119724"/>
          </a:xfrm>
          <a:solidFill>
            <a:schemeClr val="bg1">
              <a:lumMod val="95000"/>
            </a:schemeClr>
          </a:solidFill>
        </p:spPr>
        <p:txBody>
          <a:bodyPr vert="horz" lIns="0" tIns="0" rIns="0" bIns="0" rtlCol="0" anchor="ctr">
            <a:noAutofit/>
          </a:bodyPr>
          <a:lstStyle>
            <a:lvl1pPr algn="ctr">
              <a:defRPr lang="de-DE" sz="1200"/>
            </a:lvl1pPr>
          </a:lstStyle>
          <a:p>
            <a:pPr lvl="0" algn="ctr"/>
            <a:r>
              <a:rPr lang="de-DE" dirty="0"/>
              <a:t>Bild einfügen</a:t>
            </a:r>
          </a:p>
        </p:txBody>
      </p:sp>
      <p:sp>
        <p:nvSpPr>
          <p:cNvPr id="11" name="Bildplatzhalter 9">
            <a:extLst>
              <a:ext uri="{FF2B5EF4-FFF2-40B4-BE49-F238E27FC236}">
                <a16:creationId xmlns:a16="http://schemas.microsoft.com/office/drawing/2014/main" id="{37AA4725-F302-46D1-AADB-62A3C520D49C}"/>
              </a:ext>
            </a:extLst>
          </p:cNvPr>
          <p:cNvSpPr>
            <a:spLocks noGrp="1"/>
          </p:cNvSpPr>
          <p:nvPr>
            <p:ph type="pic" sz="quarter" idx="24" hasCustomPrompt="1"/>
          </p:nvPr>
        </p:nvSpPr>
        <p:spPr>
          <a:xfrm>
            <a:off x="841375" y="1847675"/>
            <a:ext cx="2078349" cy="2119724"/>
          </a:xfrm>
          <a:solidFill>
            <a:schemeClr val="bg1">
              <a:lumMod val="95000"/>
            </a:schemeClr>
          </a:solidFill>
        </p:spPr>
        <p:txBody>
          <a:bodyPr anchor="ctr"/>
          <a:lstStyle>
            <a:lvl1pPr marL="0" indent="0" algn="ctr">
              <a:buFontTx/>
              <a:buNone/>
              <a:defRPr sz="1200">
                <a:solidFill>
                  <a:schemeClr val="tx1"/>
                </a:solidFill>
              </a:defRPr>
            </a:lvl1pPr>
          </a:lstStyle>
          <a:p>
            <a:r>
              <a:rPr lang="de-DE" dirty="0"/>
              <a:t>Bild einfügen</a:t>
            </a:r>
          </a:p>
        </p:txBody>
      </p:sp>
      <p:sp>
        <p:nvSpPr>
          <p:cNvPr id="12" name="Bildplatzhalter 9">
            <a:extLst>
              <a:ext uri="{FF2B5EF4-FFF2-40B4-BE49-F238E27FC236}">
                <a16:creationId xmlns:a16="http://schemas.microsoft.com/office/drawing/2014/main" id="{A42A6C9E-5542-4A45-B1BA-D99E1C9A3F83}"/>
              </a:ext>
            </a:extLst>
          </p:cNvPr>
          <p:cNvSpPr>
            <a:spLocks noGrp="1"/>
          </p:cNvSpPr>
          <p:nvPr>
            <p:ph type="pic" sz="quarter" idx="25" hasCustomPrompt="1"/>
          </p:nvPr>
        </p:nvSpPr>
        <p:spPr>
          <a:xfrm>
            <a:off x="6276794" y="3059114"/>
            <a:ext cx="2078349" cy="2119724"/>
          </a:xfrm>
          <a:solidFill>
            <a:schemeClr val="bg1">
              <a:lumMod val="95000"/>
            </a:schemeClr>
          </a:solidFill>
        </p:spPr>
        <p:txBody>
          <a:bodyPr vert="horz" lIns="0" tIns="0" rIns="0" bIns="0" rtlCol="0" anchor="ctr">
            <a:noAutofit/>
          </a:bodyPr>
          <a:lstStyle>
            <a:lvl1pPr algn="ctr">
              <a:defRPr lang="de-DE" sz="1200"/>
            </a:lvl1pPr>
          </a:lstStyle>
          <a:p>
            <a:pPr lvl="0" algn="ctr"/>
            <a:r>
              <a:rPr lang="de-DE" dirty="0"/>
              <a:t>Bild einfügen</a:t>
            </a:r>
          </a:p>
        </p:txBody>
      </p:sp>
      <p:sp>
        <p:nvSpPr>
          <p:cNvPr id="15" name="Textplatzhalter 17">
            <a:extLst>
              <a:ext uri="{FF2B5EF4-FFF2-40B4-BE49-F238E27FC236}">
                <a16:creationId xmlns:a16="http://schemas.microsoft.com/office/drawing/2014/main" id="{B6B34D05-CB67-4CBE-992F-5DE6EF4D1570}"/>
              </a:ext>
            </a:extLst>
          </p:cNvPr>
          <p:cNvSpPr>
            <a:spLocks noGrp="1"/>
          </p:cNvSpPr>
          <p:nvPr>
            <p:ph type="body" sz="quarter" idx="37"/>
          </p:nvPr>
        </p:nvSpPr>
        <p:spPr>
          <a:xfrm>
            <a:off x="8526213" y="3787848"/>
            <a:ext cx="2826000" cy="1390990"/>
          </a:xfrm>
        </p:spPr>
        <p:txBody>
          <a:bodyPr vert="horz" lIns="0" tIns="0" rIns="0" bIns="0" rtlCol="0">
            <a:noAutofit/>
          </a:bodyPr>
          <a:lstStyle>
            <a:lvl1pPr>
              <a:defRPr lang="de-DE" sz="1200" dirty="0" smtClean="0"/>
            </a:lvl1pPr>
            <a:lvl2pPr>
              <a:defRPr lang="de-DE" sz="1200" dirty="0" smtClean="0"/>
            </a:lvl2pPr>
            <a:lvl3pPr>
              <a:defRPr lang="de-DE" sz="1200" dirty="0" smtClean="0"/>
            </a:lvl3pPr>
            <a:lvl4pPr>
              <a:defRPr lang="de-DE" sz="1200" dirty="0" smtClean="0"/>
            </a:lvl4pPr>
            <a:lvl5pPr>
              <a:defRPr lang="de-DE" sz="1200" dirty="0" smtClean="0"/>
            </a:lvl5pPr>
            <a:lvl6pPr>
              <a:defRPr lang="de-DE" sz="1200" dirty="0" smtClean="0"/>
            </a:lvl6pPr>
            <a:lvl7pPr>
              <a:defRPr lang="de-DE" sz="1200" dirty="0" smtClean="0"/>
            </a:lvl7pPr>
            <a:lvl8pPr>
              <a:defRPr lang="de-DE" sz="1200" dirty="0" smtClean="0"/>
            </a:lvl8pPr>
            <a:lvl9pPr>
              <a:defRPr lang="de-DE" sz="1200" dirty="0"/>
            </a:lvl9pPr>
          </a:lstStyle>
          <a:p>
            <a:pPr lvl="0">
              <a:lnSpc>
                <a:spcPts val="1860"/>
              </a:lnSpc>
              <a:spcBef>
                <a:spcPts val="0"/>
              </a:spcBef>
            </a:pPr>
            <a:r>
              <a:rPr lang="de-DE"/>
              <a:t>Mastertextformat bearbeiten</a:t>
            </a:r>
          </a:p>
        </p:txBody>
      </p:sp>
      <p:sp>
        <p:nvSpPr>
          <p:cNvPr id="16" name="Textplatzhalter 17">
            <a:extLst>
              <a:ext uri="{FF2B5EF4-FFF2-40B4-BE49-F238E27FC236}">
                <a16:creationId xmlns:a16="http://schemas.microsoft.com/office/drawing/2014/main" id="{3D7DC25C-FC98-452B-91B4-B5EDDBF3ECBD}"/>
              </a:ext>
            </a:extLst>
          </p:cNvPr>
          <p:cNvSpPr>
            <a:spLocks noGrp="1"/>
          </p:cNvSpPr>
          <p:nvPr>
            <p:ph type="body" sz="quarter" idx="38"/>
          </p:nvPr>
        </p:nvSpPr>
        <p:spPr>
          <a:xfrm>
            <a:off x="8526213" y="3059114"/>
            <a:ext cx="2826000" cy="728734"/>
          </a:xfrm>
        </p:spPr>
        <p:txBody>
          <a:bodyPr/>
          <a:lstStyle>
            <a:lvl1pPr marL="7200" indent="0">
              <a:lnSpc>
                <a:spcPts val="1960"/>
              </a:lnSpc>
              <a:spcBef>
                <a:spcPts val="0"/>
              </a:spcBef>
              <a:buFontTx/>
              <a:buNone/>
              <a:defRPr sz="1600">
                <a:solidFill>
                  <a:schemeClr val="accent1"/>
                </a:solidFill>
              </a:defRPr>
            </a:lvl1pPr>
            <a:lvl2pPr marL="7200" indent="0">
              <a:lnSpc>
                <a:spcPts val="1960"/>
              </a:lnSpc>
              <a:spcBef>
                <a:spcPts val="0"/>
              </a:spcBef>
              <a:buFontTx/>
              <a:buNone/>
              <a:defRPr sz="1600">
                <a:solidFill>
                  <a:srgbClr val="A01441"/>
                </a:solidFill>
              </a:defRPr>
            </a:lvl2pPr>
            <a:lvl3pPr marL="7200" indent="0">
              <a:lnSpc>
                <a:spcPts val="1960"/>
              </a:lnSpc>
              <a:spcBef>
                <a:spcPts val="0"/>
              </a:spcBef>
              <a:buFontTx/>
              <a:buNone/>
              <a:defRPr sz="1600">
                <a:solidFill>
                  <a:srgbClr val="A01441"/>
                </a:solidFill>
              </a:defRPr>
            </a:lvl3pPr>
            <a:lvl4pPr marL="7200" indent="0">
              <a:lnSpc>
                <a:spcPts val="1960"/>
              </a:lnSpc>
              <a:spcBef>
                <a:spcPts val="0"/>
              </a:spcBef>
              <a:buFontTx/>
              <a:buNone/>
              <a:defRPr sz="1600">
                <a:solidFill>
                  <a:srgbClr val="A01441"/>
                </a:solidFill>
              </a:defRPr>
            </a:lvl4pPr>
            <a:lvl5pPr marL="7200" indent="0">
              <a:lnSpc>
                <a:spcPts val="1960"/>
              </a:lnSpc>
              <a:spcBef>
                <a:spcPts val="0"/>
              </a:spcBef>
              <a:buFontTx/>
              <a:buNone/>
              <a:defRPr sz="1600">
                <a:solidFill>
                  <a:srgbClr val="A01441"/>
                </a:solidFill>
              </a:defRPr>
            </a:lvl5pPr>
            <a:lvl6pPr marL="7200" indent="0">
              <a:lnSpc>
                <a:spcPts val="1960"/>
              </a:lnSpc>
              <a:spcBef>
                <a:spcPts val="0"/>
              </a:spcBef>
              <a:buFontTx/>
              <a:buNone/>
              <a:defRPr sz="1600">
                <a:solidFill>
                  <a:srgbClr val="A01441"/>
                </a:solidFill>
              </a:defRPr>
            </a:lvl6pPr>
            <a:lvl7pPr marL="7200" indent="0">
              <a:lnSpc>
                <a:spcPts val="1960"/>
              </a:lnSpc>
              <a:spcBef>
                <a:spcPts val="0"/>
              </a:spcBef>
              <a:buFontTx/>
              <a:buNone/>
              <a:defRPr sz="1600">
                <a:solidFill>
                  <a:srgbClr val="A01441"/>
                </a:solidFill>
              </a:defRPr>
            </a:lvl7pPr>
            <a:lvl8pPr marL="7200" indent="0">
              <a:lnSpc>
                <a:spcPts val="1960"/>
              </a:lnSpc>
              <a:spcBef>
                <a:spcPts val="0"/>
              </a:spcBef>
              <a:buFontTx/>
              <a:buNone/>
              <a:defRPr sz="1600">
                <a:solidFill>
                  <a:srgbClr val="A01441"/>
                </a:solidFill>
              </a:defRPr>
            </a:lvl8pPr>
            <a:lvl9pPr marL="7200" indent="0">
              <a:lnSpc>
                <a:spcPts val="1960"/>
              </a:lnSpc>
              <a:spcBef>
                <a:spcPts val="0"/>
              </a:spcBef>
              <a:buFontTx/>
              <a:buNone/>
              <a:defRPr sz="1600">
                <a:solidFill>
                  <a:srgbClr val="A01441"/>
                </a:solidFill>
              </a:defRPr>
            </a:lvl9pPr>
          </a:lstStyle>
          <a:p>
            <a:pPr lvl="0"/>
            <a:r>
              <a:rPr lang="de-DE"/>
              <a:t>Mastertextformat bearbeiten</a:t>
            </a:r>
          </a:p>
        </p:txBody>
      </p:sp>
      <p:sp>
        <p:nvSpPr>
          <p:cNvPr id="19" name="Textplatzhalter 17">
            <a:extLst>
              <a:ext uri="{FF2B5EF4-FFF2-40B4-BE49-F238E27FC236}">
                <a16:creationId xmlns:a16="http://schemas.microsoft.com/office/drawing/2014/main" id="{29FC3C91-54BF-43EE-823C-124E5BBDE3CB}"/>
              </a:ext>
            </a:extLst>
          </p:cNvPr>
          <p:cNvSpPr>
            <a:spLocks noGrp="1"/>
          </p:cNvSpPr>
          <p:nvPr>
            <p:ph type="body" sz="quarter" idx="39"/>
          </p:nvPr>
        </p:nvSpPr>
        <p:spPr>
          <a:xfrm>
            <a:off x="3090672" y="2576409"/>
            <a:ext cx="2826552" cy="1390990"/>
          </a:xfrm>
        </p:spPr>
        <p:txBody>
          <a:bodyPr/>
          <a:lstStyle>
            <a:lvl1pPr marL="0" indent="0">
              <a:lnSpc>
                <a:spcPts val="1860"/>
              </a:lnSpc>
              <a:spcBef>
                <a:spcPts val="0"/>
              </a:spcBef>
              <a:buFontTx/>
              <a:buNone/>
              <a:defRPr sz="1200"/>
            </a:lvl1pPr>
            <a:lvl2pPr marL="0" indent="0">
              <a:lnSpc>
                <a:spcPts val="1860"/>
              </a:lnSpc>
              <a:spcBef>
                <a:spcPts val="0"/>
              </a:spcBef>
              <a:buFontTx/>
              <a:buNone/>
              <a:defRPr sz="1200"/>
            </a:lvl2pPr>
            <a:lvl3pPr marL="0" indent="0">
              <a:lnSpc>
                <a:spcPts val="1860"/>
              </a:lnSpc>
              <a:spcBef>
                <a:spcPts val="0"/>
              </a:spcBef>
              <a:buFontTx/>
              <a:buNone/>
              <a:defRPr sz="1200"/>
            </a:lvl3pPr>
            <a:lvl4pPr marL="0" indent="0">
              <a:lnSpc>
                <a:spcPts val="1860"/>
              </a:lnSpc>
              <a:spcBef>
                <a:spcPts val="0"/>
              </a:spcBef>
              <a:buFontTx/>
              <a:buNone/>
              <a:defRPr sz="1200"/>
            </a:lvl4pPr>
            <a:lvl5pPr marL="0" indent="0">
              <a:lnSpc>
                <a:spcPts val="1860"/>
              </a:lnSpc>
              <a:spcBef>
                <a:spcPts val="0"/>
              </a:spcBef>
              <a:buFontTx/>
              <a:buNone/>
              <a:defRPr sz="1200"/>
            </a:lvl5pPr>
            <a:lvl6pPr marL="0" indent="0">
              <a:lnSpc>
                <a:spcPts val="1860"/>
              </a:lnSpc>
              <a:spcBef>
                <a:spcPts val="0"/>
              </a:spcBef>
              <a:buFontTx/>
              <a:buNone/>
              <a:defRPr sz="1200"/>
            </a:lvl6pPr>
            <a:lvl7pPr marL="0" indent="0">
              <a:lnSpc>
                <a:spcPts val="1860"/>
              </a:lnSpc>
              <a:spcBef>
                <a:spcPts val="0"/>
              </a:spcBef>
              <a:buFontTx/>
              <a:buNone/>
              <a:defRPr sz="1200"/>
            </a:lvl7pPr>
            <a:lvl8pPr marL="0" indent="0">
              <a:lnSpc>
                <a:spcPts val="1860"/>
              </a:lnSpc>
              <a:spcBef>
                <a:spcPts val="0"/>
              </a:spcBef>
              <a:buFontTx/>
              <a:buNone/>
              <a:defRPr sz="1200"/>
            </a:lvl8pPr>
            <a:lvl9pPr marL="0" indent="0">
              <a:lnSpc>
                <a:spcPts val="1860"/>
              </a:lnSpc>
              <a:spcBef>
                <a:spcPts val="0"/>
              </a:spcBef>
              <a:buFontTx/>
              <a:buNone/>
              <a:defRPr sz="1200"/>
            </a:lvl9pPr>
          </a:lstStyle>
          <a:p>
            <a:pPr lvl="0"/>
            <a:r>
              <a:rPr lang="de-DE"/>
              <a:t>Mastertextformat bearbeiten</a:t>
            </a:r>
          </a:p>
        </p:txBody>
      </p:sp>
      <p:sp>
        <p:nvSpPr>
          <p:cNvPr id="20" name="Textplatzhalter 17">
            <a:extLst>
              <a:ext uri="{FF2B5EF4-FFF2-40B4-BE49-F238E27FC236}">
                <a16:creationId xmlns:a16="http://schemas.microsoft.com/office/drawing/2014/main" id="{FDCB4AA8-A8D4-45CD-AD46-D0FEEA375163}"/>
              </a:ext>
            </a:extLst>
          </p:cNvPr>
          <p:cNvSpPr>
            <a:spLocks noGrp="1"/>
          </p:cNvSpPr>
          <p:nvPr>
            <p:ph type="body" sz="quarter" idx="40"/>
          </p:nvPr>
        </p:nvSpPr>
        <p:spPr>
          <a:xfrm>
            <a:off x="3090672" y="1847675"/>
            <a:ext cx="2826552" cy="728734"/>
          </a:xfrm>
        </p:spPr>
        <p:txBody>
          <a:bodyPr/>
          <a:lstStyle>
            <a:lvl1pPr marL="7200" indent="0">
              <a:lnSpc>
                <a:spcPts val="1960"/>
              </a:lnSpc>
              <a:spcBef>
                <a:spcPts val="0"/>
              </a:spcBef>
              <a:buFontTx/>
              <a:buNone/>
              <a:defRPr sz="1600">
                <a:solidFill>
                  <a:schemeClr val="accent1"/>
                </a:solidFill>
              </a:defRPr>
            </a:lvl1pPr>
            <a:lvl2pPr marL="7200" indent="0">
              <a:lnSpc>
                <a:spcPts val="1960"/>
              </a:lnSpc>
              <a:spcBef>
                <a:spcPts val="0"/>
              </a:spcBef>
              <a:buFontTx/>
              <a:buNone/>
              <a:defRPr sz="1600">
                <a:solidFill>
                  <a:srgbClr val="A01441"/>
                </a:solidFill>
              </a:defRPr>
            </a:lvl2pPr>
            <a:lvl3pPr marL="7200" indent="0">
              <a:lnSpc>
                <a:spcPts val="1960"/>
              </a:lnSpc>
              <a:spcBef>
                <a:spcPts val="0"/>
              </a:spcBef>
              <a:buFontTx/>
              <a:buNone/>
              <a:defRPr sz="1600">
                <a:solidFill>
                  <a:srgbClr val="A01441"/>
                </a:solidFill>
              </a:defRPr>
            </a:lvl3pPr>
            <a:lvl4pPr marL="7200" indent="0">
              <a:lnSpc>
                <a:spcPts val="1960"/>
              </a:lnSpc>
              <a:spcBef>
                <a:spcPts val="0"/>
              </a:spcBef>
              <a:buFontTx/>
              <a:buNone/>
              <a:defRPr sz="1600">
                <a:solidFill>
                  <a:srgbClr val="A01441"/>
                </a:solidFill>
              </a:defRPr>
            </a:lvl4pPr>
            <a:lvl5pPr marL="7200" indent="0">
              <a:lnSpc>
                <a:spcPts val="1960"/>
              </a:lnSpc>
              <a:spcBef>
                <a:spcPts val="0"/>
              </a:spcBef>
              <a:buFontTx/>
              <a:buNone/>
              <a:defRPr sz="1600">
                <a:solidFill>
                  <a:srgbClr val="A01441"/>
                </a:solidFill>
              </a:defRPr>
            </a:lvl5pPr>
            <a:lvl6pPr marL="7200" indent="0">
              <a:lnSpc>
                <a:spcPts val="1960"/>
              </a:lnSpc>
              <a:spcBef>
                <a:spcPts val="0"/>
              </a:spcBef>
              <a:buFontTx/>
              <a:buNone/>
              <a:defRPr sz="1600">
                <a:solidFill>
                  <a:srgbClr val="A01441"/>
                </a:solidFill>
              </a:defRPr>
            </a:lvl6pPr>
            <a:lvl7pPr marL="7200" indent="0">
              <a:lnSpc>
                <a:spcPts val="1960"/>
              </a:lnSpc>
              <a:spcBef>
                <a:spcPts val="0"/>
              </a:spcBef>
              <a:buFontTx/>
              <a:buNone/>
              <a:defRPr sz="1600">
                <a:solidFill>
                  <a:srgbClr val="A01441"/>
                </a:solidFill>
              </a:defRPr>
            </a:lvl7pPr>
            <a:lvl8pPr marL="7200" indent="0">
              <a:lnSpc>
                <a:spcPts val="1960"/>
              </a:lnSpc>
              <a:spcBef>
                <a:spcPts val="0"/>
              </a:spcBef>
              <a:buFontTx/>
              <a:buNone/>
              <a:defRPr sz="1600">
                <a:solidFill>
                  <a:srgbClr val="A01441"/>
                </a:solidFill>
              </a:defRPr>
            </a:lvl8pPr>
            <a:lvl9pPr marL="7200" indent="0">
              <a:lnSpc>
                <a:spcPts val="1960"/>
              </a:lnSpc>
              <a:spcBef>
                <a:spcPts val="0"/>
              </a:spcBef>
              <a:buFontTx/>
              <a:buNone/>
              <a:defRPr sz="1600">
                <a:solidFill>
                  <a:srgbClr val="A01441"/>
                </a:solidFill>
              </a:defRPr>
            </a:lvl9pPr>
          </a:lstStyle>
          <a:p>
            <a:pPr lvl="0"/>
            <a:r>
              <a:rPr lang="de-DE"/>
              <a:t>Mastertextformat bearbeiten</a:t>
            </a:r>
          </a:p>
        </p:txBody>
      </p:sp>
      <p:sp>
        <p:nvSpPr>
          <p:cNvPr id="21" name="Textplatzhalter 17">
            <a:extLst>
              <a:ext uri="{FF2B5EF4-FFF2-40B4-BE49-F238E27FC236}">
                <a16:creationId xmlns:a16="http://schemas.microsoft.com/office/drawing/2014/main" id="{9556296B-02E2-4648-A1CD-A0EC9BB03DD4}"/>
              </a:ext>
            </a:extLst>
          </p:cNvPr>
          <p:cNvSpPr>
            <a:spLocks noGrp="1"/>
          </p:cNvSpPr>
          <p:nvPr>
            <p:ph type="body" sz="quarter" idx="41"/>
          </p:nvPr>
        </p:nvSpPr>
        <p:spPr>
          <a:xfrm>
            <a:off x="3090672" y="4917735"/>
            <a:ext cx="2826552" cy="1390990"/>
          </a:xfrm>
        </p:spPr>
        <p:txBody>
          <a:bodyPr vert="horz" lIns="0" tIns="0" rIns="0" bIns="0" rtlCol="0">
            <a:noAutofit/>
          </a:bodyPr>
          <a:lstStyle>
            <a:lvl1pPr>
              <a:defRPr lang="de-DE" sz="1200" dirty="0" smtClean="0"/>
            </a:lvl1pPr>
            <a:lvl2pPr>
              <a:defRPr lang="de-DE" sz="1200" dirty="0" smtClean="0"/>
            </a:lvl2pPr>
            <a:lvl3pPr>
              <a:defRPr lang="de-DE" sz="1200" dirty="0" smtClean="0"/>
            </a:lvl3pPr>
            <a:lvl4pPr>
              <a:defRPr lang="de-DE" sz="1200" dirty="0" smtClean="0"/>
            </a:lvl4pPr>
            <a:lvl5pPr>
              <a:defRPr lang="de-DE" sz="1200" dirty="0" smtClean="0"/>
            </a:lvl5pPr>
            <a:lvl6pPr>
              <a:defRPr lang="de-DE" sz="1200" dirty="0" smtClean="0"/>
            </a:lvl6pPr>
            <a:lvl7pPr>
              <a:defRPr lang="de-DE" sz="1200" dirty="0" smtClean="0"/>
            </a:lvl7pPr>
            <a:lvl8pPr>
              <a:defRPr lang="de-DE" sz="1200" dirty="0" smtClean="0"/>
            </a:lvl8pPr>
            <a:lvl9pPr>
              <a:defRPr lang="de-DE" sz="1200" dirty="0"/>
            </a:lvl9pPr>
          </a:lstStyle>
          <a:p>
            <a:pPr lvl="0">
              <a:lnSpc>
                <a:spcPts val="1860"/>
              </a:lnSpc>
              <a:spcBef>
                <a:spcPts val="0"/>
              </a:spcBef>
            </a:pPr>
            <a:r>
              <a:rPr lang="de-DE"/>
              <a:t>Mastertextformat bearbeiten</a:t>
            </a:r>
          </a:p>
        </p:txBody>
      </p:sp>
      <p:sp>
        <p:nvSpPr>
          <p:cNvPr id="22" name="Textplatzhalter 17">
            <a:extLst>
              <a:ext uri="{FF2B5EF4-FFF2-40B4-BE49-F238E27FC236}">
                <a16:creationId xmlns:a16="http://schemas.microsoft.com/office/drawing/2014/main" id="{C419897A-7E04-4F85-BE96-A51341336EE3}"/>
              </a:ext>
            </a:extLst>
          </p:cNvPr>
          <p:cNvSpPr>
            <a:spLocks noGrp="1"/>
          </p:cNvSpPr>
          <p:nvPr>
            <p:ph type="body" sz="quarter" idx="42"/>
          </p:nvPr>
        </p:nvSpPr>
        <p:spPr>
          <a:xfrm>
            <a:off x="3090672" y="4189001"/>
            <a:ext cx="2826552" cy="728734"/>
          </a:xfrm>
        </p:spPr>
        <p:txBody>
          <a:bodyPr/>
          <a:lstStyle>
            <a:lvl1pPr marL="7200" indent="0">
              <a:lnSpc>
                <a:spcPts val="1960"/>
              </a:lnSpc>
              <a:spcBef>
                <a:spcPts val="0"/>
              </a:spcBef>
              <a:buFontTx/>
              <a:buNone/>
              <a:defRPr sz="1600">
                <a:solidFill>
                  <a:schemeClr val="accent1"/>
                </a:solidFill>
              </a:defRPr>
            </a:lvl1pPr>
            <a:lvl2pPr marL="7200" indent="0">
              <a:lnSpc>
                <a:spcPts val="1960"/>
              </a:lnSpc>
              <a:spcBef>
                <a:spcPts val="0"/>
              </a:spcBef>
              <a:buFontTx/>
              <a:buNone/>
              <a:defRPr sz="1600">
                <a:solidFill>
                  <a:srgbClr val="A01441"/>
                </a:solidFill>
              </a:defRPr>
            </a:lvl2pPr>
            <a:lvl3pPr marL="7200" indent="0">
              <a:lnSpc>
                <a:spcPts val="1960"/>
              </a:lnSpc>
              <a:spcBef>
                <a:spcPts val="0"/>
              </a:spcBef>
              <a:buFontTx/>
              <a:buNone/>
              <a:defRPr sz="1600">
                <a:solidFill>
                  <a:srgbClr val="A01441"/>
                </a:solidFill>
              </a:defRPr>
            </a:lvl3pPr>
            <a:lvl4pPr marL="7200" indent="0">
              <a:lnSpc>
                <a:spcPts val="1960"/>
              </a:lnSpc>
              <a:spcBef>
                <a:spcPts val="0"/>
              </a:spcBef>
              <a:buFontTx/>
              <a:buNone/>
              <a:defRPr sz="1600">
                <a:solidFill>
                  <a:srgbClr val="A01441"/>
                </a:solidFill>
              </a:defRPr>
            </a:lvl4pPr>
            <a:lvl5pPr marL="7200" indent="0">
              <a:lnSpc>
                <a:spcPts val="1960"/>
              </a:lnSpc>
              <a:spcBef>
                <a:spcPts val="0"/>
              </a:spcBef>
              <a:buFontTx/>
              <a:buNone/>
              <a:defRPr sz="1600">
                <a:solidFill>
                  <a:srgbClr val="A01441"/>
                </a:solidFill>
              </a:defRPr>
            </a:lvl5pPr>
            <a:lvl6pPr marL="7200" indent="0">
              <a:lnSpc>
                <a:spcPts val="1960"/>
              </a:lnSpc>
              <a:spcBef>
                <a:spcPts val="0"/>
              </a:spcBef>
              <a:buFontTx/>
              <a:buNone/>
              <a:defRPr sz="1600">
                <a:solidFill>
                  <a:srgbClr val="A01441"/>
                </a:solidFill>
              </a:defRPr>
            </a:lvl6pPr>
            <a:lvl7pPr marL="7200" indent="0">
              <a:lnSpc>
                <a:spcPts val="1960"/>
              </a:lnSpc>
              <a:spcBef>
                <a:spcPts val="0"/>
              </a:spcBef>
              <a:buFontTx/>
              <a:buNone/>
              <a:defRPr sz="1600">
                <a:solidFill>
                  <a:srgbClr val="A01441"/>
                </a:solidFill>
              </a:defRPr>
            </a:lvl7pPr>
            <a:lvl8pPr marL="7200" indent="0">
              <a:lnSpc>
                <a:spcPts val="1960"/>
              </a:lnSpc>
              <a:spcBef>
                <a:spcPts val="0"/>
              </a:spcBef>
              <a:buFontTx/>
              <a:buNone/>
              <a:defRPr sz="1600">
                <a:solidFill>
                  <a:srgbClr val="A01441"/>
                </a:solidFill>
              </a:defRPr>
            </a:lvl8pPr>
            <a:lvl9pPr marL="7200" indent="0">
              <a:lnSpc>
                <a:spcPts val="1960"/>
              </a:lnSpc>
              <a:spcBef>
                <a:spcPts val="0"/>
              </a:spcBef>
              <a:buFontTx/>
              <a:buNone/>
              <a:defRPr sz="1600">
                <a:solidFill>
                  <a:srgbClr val="A01441"/>
                </a:solidFill>
              </a:defRPr>
            </a:lvl9pPr>
          </a:lstStyle>
          <a:p>
            <a:pPr lvl="0"/>
            <a:r>
              <a:rPr lang="de-DE"/>
              <a:t>Mastertextformat bearbeiten</a:t>
            </a:r>
          </a:p>
        </p:txBody>
      </p:sp>
      <p:sp>
        <p:nvSpPr>
          <p:cNvPr id="4" name="Fußzeilenplatzhalter 3">
            <a:extLst>
              <a:ext uri="{FF2B5EF4-FFF2-40B4-BE49-F238E27FC236}">
                <a16:creationId xmlns:a16="http://schemas.microsoft.com/office/drawing/2014/main" id="{BDB8E1D2-2D80-4694-8E1D-1356A61A658F}"/>
              </a:ext>
            </a:extLst>
          </p:cNvPr>
          <p:cNvSpPr>
            <a:spLocks noGrp="1"/>
          </p:cNvSpPr>
          <p:nvPr>
            <p:ph type="ftr" sz="quarter" idx="11"/>
          </p:nvPr>
        </p:nvSpPr>
        <p:spPr/>
        <p:txBody>
          <a:bodyPr/>
          <a:lstStyle/>
          <a:p>
            <a:r>
              <a:rPr lang="de-DE"/>
              <a:t>© msg systems ag | 2021 | Präsentationstitel</a:t>
            </a:r>
            <a:endParaRPr lang="de-DE" dirty="0"/>
          </a:p>
        </p:txBody>
      </p:sp>
      <p:sp>
        <p:nvSpPr>
          <p:cNvPr id="3" name="Titel 2">
            <a:extLst>
              <a:ext uri="{FF2B5EF4-FFF2-40B4-BE49-F238E27FC236}">
                <a16:creationId xmlns:a16="http://schemas.microsoft.com/office/drawing/2014/main" id="{08D86A69-AFA2-4271-8E18-6878118E634D}"/>
              </a:ext>
            </a:extLst>
          </p:cNvPr>
          <p:cNvSpPr>
            <a:spLocks noGrp="1"/>
          </p:cNvSpPr>
          <p:nvPr>
            <p:ph type="title"/>
          </p:nvPr>
        </p:nvSpPr>
        <p:spPr/>
        <p:txBody>
          <a:bodyPr/>
          <a:lstStyle/>
          <a:p>
            <a:r>
              <a:rPr lang="de-DE"/>
              <a:t>Mastertitelformat bearbeiten</a:t>
            </a:r>
            <a:endParaRPr lang="de-DE" dirty="0"/>
          </a:p>
        </p:txBody>
      </p:sp>
    </p:spTree>
    <p:extLst>
      <p:ext uri="{BB962C8B-B14F-4D97-AF65-F5344CB8AC3E}">
        <p14:creationId xmlns:p14="http://schemas.microsoft.com/office/powerpoint/2010/main" val="303577255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0 Bilder">
    <p:spTree>
      <p:nvGrpSpPr>
        <p:cNvPr id="1" name=""/>
        <p:cNvGrpSpPr/>
        <p:nvPr/>
      </p:nvGrpSpPr>
      <p:grpSpPr>
        <a:xfrm>
          <a:off x="0" y="0"/>
          <a:ext cx="0" cy="0"/>
          <a:chOff x="0" y="0"/>
          <a:chExt cx="0" cy="0"/>
        </a:xfrm>
      </p:grpSpPr>
      <p:sp>
        <p:nvSpPr>
          <p:cNvPr id="18" name="Bildplatzhalter 9">
            <a:extLst>
              <a:ext uri="{FF2B5EF4-FFF2-40B4-BE49-F238E27FC236}">
                <a16:creationId xmlns:a16="http://schemas.microsoft.com/office/drawing/2014/main" id="{C48AD03E-0E6F-4E37-8272-741DF1C5CEF7}"/>
              </a:ext>
            </a:extLst>
          </p:cNvPr>
          <p:cNvSpPr>
            <a:spLocks noGrp="1"/>
          </p:cNvSpPr>
          <p:nvPr>
            <p:ph type="pic" sz="quarter" idx="45" hasCustomPrompt="1"/>
          </p:nvPr>
        </p:nvSpPr>
        <p:spPr>
          <a:xfrm>
            <a:off x="9782401" y="4000783"/>
            <a:ext cx="2409600" cy="2857217"/>
          </a:xfrm>
          <a:solidFill>
            <a:schemeClr val="bg1">
              <a:lumMod val="95000"/>
            </a:schemeClr>
          </a:solidFill>
        </p:spPr>
        <p:txBody>
          <a:bodyPr vert="horz" lIns="0" tIns="0" rIns="0" bIns="0" rtlCol="0" anchor="ctr">
            <a:noAutofit/>
          </a:bodyPr>
          <a:lstStyle>
            <a:lvl1pPr algn="ctr">
              <a:defRPr lang="de-DE" sz="1200"/>
            </a:lvl1pPr>
          </a:lstStyle>
          <a:p>
            <a:pPr lvl="0" algn="ctr"/>
            <a:r>
              <a:rPr lang="de-DE" dirty="0"/>
              <a:t>Bild einfügen</a:t>
            </a:r>
          </a:p>
        </p:txBody>
      </p:sp>
      <p:sp>
        <p:nvSpPr>
          <p:cNvPr id="19" name="Textplatzhalter 17">
            <a:extLst>
              <a:ext uri="{FF2B5EF4-FFF2-40B4-BE49-F238E27FC236}">
                <a16:creationId xmlns:a16="http://schemas.microsoft.com/office/drawing/2014/main" id="{F5132E7C-AAE5-4E2B-822E-081A52B0FB34}"/>
              </a:ext>
            </a:extLst>
          </p:cNvPr>
          <p:cNvSpPr>
            <a:spLocks noGrp="1"/>
          </p:cNvSpPr>
          <p:nvPr>
            <p:ph type="body" sz="quarter" idx="46"/>
          </p:nvPr>
        </p:nvSpPr>
        <p:spPr>
          <a:xfrm>
            <a:off x="9782401" y="4000783"/>
            <a:ext cx="2409600" cy="459234"/>
          </a:xfrm>
          <a:solidFill>
            <a:schemeClr val="tx1">
              <a:alpha val="59000"/>
            </a:schemeClr>
          </a:solidFill>
        </p:spPr>
        <p:txBody>
          <a:bodyPr anchor="ctr" anchorCtr="0"/>
          <a:lstStyle>
            <a:lvl1pPr marL="0" indent="0" algn="ctr">
              <a:buFontTx/>
              <a:buNone/>
              <a:defRPr sz="1200">
                <a:solidFill>
                  <a:schemeClr val="bg1"/>
                </a:solidFill>
              </a:defRPr>
            </a:lvl1pPr>
            <a:lvl2pPr marL="3996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p>
        </p:txBody>
      </p:sp>
      <p:sp>
        <p:nvSpPr>
          <p:cNvPr id="12" name="Bildplatzhalter 9">
            <a:extLst>
              <a:ext uri="{FF2B5EF4-FFF2-40B4-BE49-F238E27FC236}">
                <a16:creationId xmlns:a16="http://schemas.microsoft.com/office/drawing/2014/main" id="{A68AEEC3-52FE-40DE-B13A-F41D420CC7DF}"/>
              </a:ext>
            </a:extLst>
          </p:cNvPr>
          <p:cNvSpPr>
            <a:spLocks noGrp="1"/>
          </p:cNvSpPr>
          <p:nvPr>
            <p:ph type="pic" sz="quarter" idx="41" hasCustomPrompt="1"/>
          </p:nvPr>
        </p:nvSpPr>
        <p:spPr>
          <a:xfrm>
            <a:off x="0" y="4000782"/>
            <a:ext cx="2409600" cy="2857216"/>
          </a:xfrm>
          <a:solidFill>
            <a:schemeClr val="bg1">
              <a:lumMod val="95000"/>
            </a:schemeClr>
          </a:solidFill>
        </p:spPr>
        <p:txBody>
          <a:bodyPr vert="horz" lIns="0" tIns="0" rIns="0" bIns="0" rtlCol="0" anchor="ctr">
            <a:noAutofit/>
          </a:bodyPr>
          <a:lstStyle>
            <a:lvl1pPr algn="ctr">
              <a:defRPr lang="de-DE" sz="1200"/>
            </a:lvl1pPr>
          </a:lstStyle>
          <a:p>
            <a:pPr lvl="0" algn="ctr"/>
            <a:r>
              <a:rPr lang="de-DE" dirty="0"/>
              <a:t>Bild einfügen</a:t>
            </a:r>
          </a:p>
        </p:txBody>
      </p:sp>
      <p:sp>
        <p:nvSpPr>
          <p:cNvPr id="13" name="Textplatzhalter 17">
            <a:extLst>
              <a:ext uri="{FF2B5EF4-FFF2-40B4-BE49-F238E27FC236}">
                <a16:creationId xmlns:a16="http://schemas.microsoft.com/office/drawing/2014/main" id="{7B069CCF-828C-4A5D-9222-7AB27553D7CD}"/>
              </a:ext>
            </a:extLst>
          </p:cNvPr>
          <p:cNvSpPr>
            <a:spLocks noGrp="1"/>
          </p:cNvSpPr>
          <p:nvPr>
            <p:ph type="body" sz="quarter" idx="42"/>
          </p:nvPr>
        </p:nvSpPr>
        <p:spPr>
          <a:xfrm>
            <a:off x="0" y="4000783"/>
            <a:ext cx="2409600" cy="459234"/>
          </a:xfrm>
          <a:solidFill>
            <a:schemeClr val="tx1">
              <a:alpha val="59000"/>
            </a:schemeClr>
          </a:solidFill>
        </p:spPr>
        <p:txBody>
          <a:bodyPr anchor="ctr" anchorCtr="0"/>
          <a:lstStyle>
            <a:lvl1pPr marL="0" indent="0" algn="ctr">
              <a:buFontTx/>
              <a:buNone/>
              <a:defRPr sz="1200">
                <a:solidFill>
                  <a:schemeClr val="bg1"/>
                </a:solidFill>
              </a:defRPr>
            </a:lvl1pPr>
            <a:lvl2pPr marL="3996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p>
        </p:txBody>
      </p:sp>
      <p:sp>
        <p:nvSpPr>
          <p:cNvPr id="6" name="Textplatzhalter 2">
            <a:extLst>
              <a:ext uri="{FF2B5EF4-FFF2-40B4-BE49-F238E27FC236}">
                <a16:creationId xmlns:a16="http://schemas.microsoft.com/office/drawing/2014/main" id="{7CD51D8D-241D-49B9-A365-3C61F7F3089F}"/>
              </a:ext>
            </a:extLst>
          </p:cNvPr>
          <p:cNvSpPr>
            <a:spLocks noGrp="1"/>
          </p:cNvSpPr>
          <p:nvPr>
            <p:ph type="body" idx="13" hasCustomPrompt="1"/>
          </p:nvPr>
        </p:nvSpPr>
        <p:spPr>
          <a:xfrm>
            <a:off x="841375" y="198000"/>
            <a:ext cx="7480624" cy="216000"/>
          </a:xfrm>
        </p:spPr>
        <p:txBody>
          <a:bodyPr anchor="b"/>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Untertitel bearbeiten</a:t>
            </a:r>
          </a:p>
        </p:txBody>
      </p:sp>
      <p:sp>
        <p:nvSpPr>
          <p:cNvPr id="10" name="Bildplatzhalter 9">
            <a:extLst>
              <a:ext uri="{FF2B5EF4-FFF2-40B4-BE49-F238E27FC236}">
                <a16:creationId xmlns:a16="http://schemas.microsoft.com/office/drawing/2014/main" id="{5036FDA6-1EF1-47BB-8236-BEF60F977528}"/>
              </a:ext>
            </a:extLst>
          </p:cNvPr>
          <p:cNvSpPr>
            <a:spLocks noGrp="1"/>
          </p:cNvSpPr>
          <p:nvPr>
            <p:ph type="pic" sz="quarter" idx="39" hasCustomPrompt="1"/>
          </p:nvPr>
        </p:nvSpPr>
        <p:spPr>
          <a:xfrm>
            <a:off x="0" y="1268413"/>
            <a:ext cx="2409600" cy="2696370"/>
          </a:xfrm>
          <a:solidFill>
            <a:schemeClr val="bg1">
              <a:lumMod val="95000"/>
            </a:schemeClr>
          </a:solidFill>
        </p:spPr>
        <p:txBody>
          <a:bodyPr anchor="ctr"/>
          <a:lstStyle>
            <a:lvl1pPr marL="0" indent="0" algn="ctr">
              <a:buFontTx/>
              <a:buNone/>
              <a:defRPr sz="1200">
                <a:solidFill>
                  <a:schemeClr val="tx1"/>
                </a:solidFill>
              </a:defRPr>
            </a:lvl1pPr>
          </a:lstStyle>
          <a:p>
            <a:r>
              <a:rPr lang="de-DE" dirty="0"/>
              <a:t>Bild einfügen</a:t>
            </a:r>
          </a:p>
        </p:txBody>
      </p:sp>
      <p:sp>
        <p:nvSpPr>
          <p:cNvPr id="11" name="Textplatzhalter 17">
            <a:extLst>
              <a:ext uri="{FF2B5EF4-FFF2-40B4-BE49-F238E27FC236}">
                <a16:creationId xmlns:a16="http://schemas.microsoft.com/office/drawing/2014/main" id="{D5806164-94B7-4C56-A5E3-B95101570054}"/>
              </a:ext>
            </a:extLst>
          </p:cNvPr>
          <p:cNvSpPr>
            <a:spLocks noGrp="1"/>
          </p:cNvSpPr>
          <p:nvPr>
            <p:ph type="body" sz="quarter" idx="40"/>
          </p:nvPr>
        </p:nvSpPr>
        <p:spPr>
          <a:xfrm>
            <a:off x="0" y="1268413"/>
            <a:ext cx="2409600" cy="459234"/>
          </a:xfrm>
          <a:solidFill>
            <a:schemeClr val="tx1">
              <a:alpha val="59000"/>
            </a:schemeClr>
          </a:solidFill>
        </p:spPr>
        <p:txBody>
          <a:bodyPr anchor="ctr" anchorCtr="0"/>
          <a:lstStyle>
            <a:lvl1pPr marL="0" indent="0" algn="ctr">
              <a:buFontTx/>
              <a:buNone/>
              <a:defRPr sz="1200">
                <a:solidFill>
                  <a:schemeClr val="bg1"/>
                </a:solidFill>
              </a:defRPr>
            </a:lvl1pPr>
            <a:lvl2pPr marL="3996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p>
        </p:txBody>
      </p:sp>
      <p:sp>
        <p:nvSpPr>
          <p:cNvPr id="16" name="Bildplatzhalter 9">
            <a:extLst>
              <a:ext uri="{FF2B5EF4-FFF2-40B4-BE49-F238E27FC236}">
                <a16:creationId xmlns:a16="http://schemas.microsoft.com/office/drawing/2014/main" id="{0051AB06-D0BD-4C13-BEB1-BEB26A564F36}"/>
              </a:ext>
            </a:extLst>
          </p:cNvPr>
          <p:cNvSpPr>
            <a:spLocks noGrp="1"/>
          </p:cNvSpPr>
          <p:nvPr>
            <p:ph type="pic" sz="quarter" idx="43" hasCustomPrompt="1"/>
          </p:nvPr>
        </p:nvSpPr>
        <p:spPr>
          <a:xfrm>
            <a:off x="9782401" y="1268413"/>
            <a:ext cx="2409600" cy="2696370"/>
          </a:xfrm>
          <a:solidFill>
            <a:schemeClr val="bg1">
              <a:lumMod val="95000"/>
            </a:schemeClr>
          </a:solidFill>
        </p:spPr>
        <p:txBody>
          <a:bodyPr vert="horz" lIns="0" tIns="0" rIns="0" bIns="0" rtlCol="0" anchor="ctr">
            <a:noAutofit/>
          </a:bodyPr>
          <a:lstStyle>
            <a:lvl1pPr algn="ctr">
              <a:defRPr lang="de-DE" sz="1200"/>
            </a:lvl1pPr>
          </a:lstStyle>
          <a:p>
            <a:pPr lvl="0" algn="ctr"/>
            <a:r>
              <a:rPr lang="de-DE" dirty="0"/>
              <a:t>Bild einfügen</a:t>
            </a:r>
          </a:p>
        </p:txBody>
      </p:sp>
      <p:sp>
        <p:nvSpPr>
          <p:cNvPr id="17" name="Textplatzhalter 17">
            <a:extLst>
              <a:ext uri="{FF2B5EF4-FFF2-40B4-BE49-F238E27FC236}">
                <a16:creationId xmlns:a16="http://schemas.microsoft.com/office/drawing/2014/main" id="{900FE352-540E-41FE-A120-FE791D4E0ADD}"/>
              </a:ext>
            </a:extLst>
          </p:cNvPr>
          <p:cNvSpPr>
            <a:spLocks noGrp="1"/>
          </p:cNvSpPr>
          <p:nvPr>
            <p:ph type="body" sz="quarter" idx="44"/>
          </p:nvPr>
        </p:nvSpPr>
        <p:spPr>
          <a:xfrm>
            <a:off x="9782401" y="1268413"/>
            <a:ext cx="2409600" cy="459234"/>
          </a:xfrm>
          <a:solidFill>
            <a:schemeClr val="tx1">
              <a:alpha val="59000"/>
            </a:schemeClr>
          </a:solidFill>
        </p:spPr>
        <p:txBody>
          <a:bodyPr anchor="ctr" anchorCtr="0"/>
          <a:lstStyle>
            <a:lvl1pPr marL="0" indent="0" algn="ctr">
              <a:buFontTx/>
              <a:buNone/>
              <a:defRPr sz="1200">
                <a:solidFill>
                  <a:schemeClr val="bg1"/>
                </a:solidFill>
              </a:defRPr>
            </a:lvl1pPr>
            <a:lvl2pPr marL="3996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p>
        </p:txBody>
      </p:sp>
      <p:sp>
        <p:nvSpPr>
          <p:cNvPr id="20" name="Bildplatzhalter 9">
            <a:extLst>
              <a:ext uri="{FF2B5EF4-FFF2-40B4-BE49-F238E27FC236}">
                <a16:creationId xmlns:a16="http://schemas.microsoft.com/office/drawing/2014/main" id="{DBEF3D0E-CC19-42AA-81AE-D38C9B78F406}"/>
              </a:ext>
            </a:extLst>
          </p:cNvPr>
          <p:cNvSpPr>
            <a:spLocks noGrp="1"/>
          </p:cNvSpPr>
          <p:nvPr>
            <p:ph type="pic" sz="quarter" idx="47" hasCustomPrompt="1"/>
          </p:nvPr>
        </p:nvSpPr>
        <p:spPr>
          <a:xfrm>
            <a:off x="7336800" y="4000783"/>
            <a:ext cx="2409600" cy="2857217"/>
          </a:xfrm>
          <a:solidFill>
            <a:schemeClr val="bg1">
              <a:lumMod val="95000"/>
            </a:schemeClr>
          </a:solidFill>
        </p:spPr>
        <p:txBody>
          <a:bodyPr vert="horz" lIns="0" tIns="0" rIns="0" bIns="0" rtlCol="0" anchor="ctr">
            <a:noAutofit/>
          </a:bodyPr>
          <a:lstStyle>
            <a:lvl1pPr algn="ctr">
              <a:defRPr lang="de-DE" sz="1200"/>
            </a:lvl1pPr>
          </a:lstStyle>
          <a:p>
            <a:pPr lvl="0" algn="ctr"/>
            <a:r>
              <a:rPr lang="de-DE" dirty="0"/>
              <a:t>Bild einfügen</a:t>
            </a:r>
          </a:p>
        </p:txBody>
      </p:sp>
      <p:sp>
        <p:nvSpPr>
          <p:cNvPr id="21" name="Textplatzhalter 17">
            <a:extLst>
              <a:ext uri="{FF2B5EF4-FFF2-40B4-BE49-F238E27FC236}">
                <a16:creationId xmlns:a16="http://schemas.microsoft.com/office/drawing/2014/main" id="{F9C9032E-86E5-4012-BE34-2EDF158EEC8F}"/>
              </a:ext>
            </a:extLst>
          </p:cNvPr>
          <p:cNvSpPr>
            <a:spLocks noGrp="1"/>
          </p:cNvSpPr>
          <p:nvPr>
            <p:ph type="body" sz="quarter" idx="48"/>
          </p:nvPr>
        </p:nvSpPr>
        <p:spPr>
          <a:xfrm>
            <a:off x="7336800" y="4000783"/>
            <a:ext cx="2409600" cy="459234"/>
          </a:xfrm>
          <a:solidFill>
            <a:schemeClr val="tx1">
              <a:alpha val="59000"/>
            </a:schemeClr>
          </a:solidFill>
          <a:ln>
            <a:noFill/>
          </a:ln>
        </p:spPr>
        <p:txBody>
          <a:bodyPr anchor="ctr" anchorCtr="0"/>
          <a:lstStyle>
            <a:lvl1pPr marL="0" indent="0" algn="ctr">
              <a:buFontTx/>
              <a:buNone/>
              <a:defRPr sz="1200">
                <a:solidFill>
                  <a:schemeClr val="bg1"/>
                </a:solidFill>
              </a:defRPr>
            </a:lvl1pPr>
            <a:lvl2pPr marL="3996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p>
        </p:txBody>
      </p:sp>
      <p:sp>
        <p:nvSpPr>
          <p:cNvPr id="22" name="Bildplatzhalter 9">
            <a:extLst>
              <a:ext uri="{FF2B5EF4-FFF2-40B4-BE49-F238E27FC236}">
                <a16:creationId xmlns:a16="http://schemas.microsoft.com/office/drawing/2014/main" id="{2F07CD8D-5767-442C-8D06-8A7F39CA3CAF}"/>
              </a:ext>
            </a:extLst>
          </p:cNvPr>
          <p:cNvSpPr>
            <a:spLocks noGrp="1"/>
          </p:cNvSpPr>
          <p:nvPr>
            <p:ph type="pic" sz="quarter" idx="49" hasCustomPrompt="1"/>
          </p:nvPr>
        </p:nvSpPr>
        <p:spPr>
          <a:xfrm>
            <a:off x="7336800" y="1268413"/>
            <a:ext cx="2409600" cy="2696370"/>
          </a:xfrm>
          <a:solidFill>
            <a:schemeClr val="bg1">
              <a:lumMod val="95000"/>
            </a:schemeClr>
          </a:solidFill>
        </p:spPr>
        <p:txBody>
          <a:bodyPr vert="horz" lIns="0" tIns="0" rIns="0" bIns="0" rtlCol="0" anchor="ctr">
            <a:noAutofit/>
          </a:bodyPr>
          <a:lstStyle>
            <a:lvl1pPr algn="ctr">
              <a:defRPr lang="de-DE" sz="1200"/>
            </a:lvl1pPr>
          </a:lstStyle>
          <a:p>
            <a:pPr lvl="0" algn="ctr"/>
            <a:r>
              <a:rPr lang="de-DE" dirty="0"/>
              <a:t>Bild einfügen</a:t>
            </a:r>
          </a:p>
        </p:txBody>
      </p:sp>
      <p:sp>
        <p:nvSpPr>
          <p:cNvPr id="23" name="Textplatzhalter 17">
            <a:extLst>
              <a:ext uri="{FF2B5EF4-FFF2-40B4-BE49-F238E27FC236}">
                <a16:creationId xmlns:a16="http://schemas.microsoft.com/office/drawing/2014/main" id="{D20A21F8-23D4-402F-8059-E65D049D089D}"/>
              </a:ext>
            </a:extLst>
          </p:cNvPr>
          <p:cNvSpPr>
            <a:spLocks noGrp="1"/>
          </p:cNvSpPr>
          <p:nvPr>
            <p:ph type="body" sz="quarter" idx="50"/>
          </p:nvPr>
        </p:nvSpPr>
        <p:spPr>
          <a:xfrm>
            <a:off x="7336800" y="1268413"/>
            <a:ext cx="2409600" cy="459234"/>
          </a:xfrm>
          <a:solidFill>
            <a:schemeClr val="tx1">
              <a:alpha val="59000"/>
            </a:schemeClr>
          </a:solidFill>
        </p:spPr>
        <p:txBody>
          <a:bodyPr anchor="ctr" anchorCtr="0"/>
          <a:lstStyle>
            <a:lvl1pPr marL="0" indent="0" algn="ctr">
              <a:buFontTx/>
              <a:buNone/>
              <a:defRPr sz="1200">
                <a:solidFill>
                  <a:schemeClr val="bg1"/>
                </a:solidFill>
              </a:defRPr>
            </a:lvl1pPr>
            <a:lvl2pPr marL="3996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p>
        </p:txBody>
      </p:sp>
      <p:sp>
        <p:nvSpPr>
          <p:cNvPr id="24" name="Bildplatzhalter 9">
            <a:extLst>
              <a:ext uri="{FF2B5EF4-FFF2-40B4-BE49-F238E27FC236}">
                <a16:creationId xmlns:a16="http://schemas.microsoft.com/office/drawing/2014/main" id="{AC63BC77-7D38-4353-A053-2EAC01258A66}"/>
              </a:ext>
            </a:extLst>
          </p:cNvPr>
          <p:cNvSpPr>
            <a:spLocks noGrp="1"/>
          </p:cNvSpPr>
          <p:nvPr>
            <p:ph type="pic" sz="quarter" idx="51" hasCustomPrompt="1"/>
          </p:nvPr>
        </p:nvSpPr>
        <p:spPr>
          <a:xfrm>
            <a:off x="4891200" y="4000783"/>
            <a:ext cx="2409600" cy="2857217"/>
          </a:xfrm>
          <a:solidFill>
            <a:schemeClr val="bg1">
              <a:lumMod val="95000"/>
            </a:schemeClr>
          </a:solidFill>
        </p:spPr>
        <p:txBody>
          <a:bodyPr vert="horz" lIns="0" tIns="0" rIns="0" bIns="0" rtlCol="0" anchor="ctr">
            <a:noAutofit/>
          </a:bodyPr>
          <a:lstStyle>
            <a:lvl1pPr algn="ctr">
              <a:defRPr lang="de-DE" sz="1200"/>
            </a:lvl1pPr>
          </a:lstStyle>
          <a:p>
            <a:pPr lvl="0" algn="ctr"/>
            <a:r>
              <a:rPr lang="de-DE" dirty="0"/>
              <a:t>Bild einfügen</a:t>
            </a:r>
          </a:p>
        </p:txBody>
      </p:sp>
      <p:sp>
        <p:nvSpPr>
          <p:cNvPr id="25" name="Textplatzhalter 17">
            <a:extLst>
              <a:ext uri="{FF2B5EF4-FFF2-40B4-BE49-F238E27FC236}">
                <a16:creationId xmlns:a16="http://schemas.microsoft.com/office/drawing/2014/main" id="{21824CEA-BA78-42A6-9169-ACB8A959F668}"/>
              </a:ext>
            </a:extLst>
          </p:cNvPr>
          <p:cNvSpPr>
            <a:spLocks noGrp="1"/>
          </p:cNvSpPr>
          <p:nvPr>
            <p:ph type="body" sz="quarter" idx="52"/>
          </p:nvPr>
        </p:nvSpPr>
        <p:spPr>
          <a:xfrm>
            <a:off x="4891200" y="4000783"/>
            <a:ext cx="2409600" cy="459234"/>
          </a:xfrm>
          <a:solidFill>
            <a:schemeClr val="tx1">
              <a:alpha val="59000"/>
            </a:schemeClr>
          </a:solidFill>
        </p:spPr>
        <p:txBody>
          <a:bodyPr anchor="ctr" anchorCtr="0"/>
          <a:lstStyle>
            <a:lvl1pPr marL="0" indent="0" algn="ctr">
              <a:buFontTx/>
              <a:buNone/>
              <a:defRPr sz="1200">
                <a:solidFill>
                  <a:schemeClr val="bg1"/>
                </a:solidFill>
              </a:defRPr>
            </a:lvl1pPr>
            <a:lvl2pPr marL="3996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p>
        </p:txBody>
      </p:sp>
      <p:sp>
        <p:nvSpPr>
          <p:cNvPr id="26" name="Bildplatzhalter 9">
            <a:extLst>
              <a:ext uri="{FF2B5EF4-FFF2-40B4-BE49-F238E27FC236}">
                <a16:creationId xmlns:a16="http://schemas.microsoft.com/office/drawing/2014/main" id="{71BEAA49-038B-4925-B8A8-D38186FB67C7}"/>
              </a:ext>
            </a:extLst>
          </p:cNvPr>
          <p:cNvSpPr>
            <a:spLocks noGrp="1"/>
          </p:cNvSpPr>
          <p:nvPr>
            <p:ph type="pic" sz="quarter" idx="53" hasCustomPrompt="1"/>
          </p:nvPr>
        </p:nvSpPr>
        <p:spPr>
          <a:xfrm>
            <a:off x="4891200" y="1268413"/>
            <a:ext cx="2409600" cy="2696370"/>
          </a:xfrm>
          <a:solidFill>
            <a:schemeClr val="bg1">
              <a:lumMod val="95000"/>
            </a:schemeClr>
          </a:solidFill>
        </p:spPr>
        <p:txBody>
          <a:bodyPr vert="horz" lIns="0" tIns="0" rIns="0" bIns="0" rtlCol="0" anchor="ctr">
            <a:noAutofit/>
          </a:bodyPr>
          <a:lstStyle>
            <a:lvl1pPr algn="ctr">
              <a:defRPr lang="de-DE" sz="1200" dirty="0"/>
            </a:lvl1pPr>
          </a:lstStyle>
          <a:p>
            <a:pPr lvl="0" algn="ctr"/>
            <a:r>
              <a:rPr lang="de-DE" dirty="0"/>
              <a:t>Bild einfügen</a:t>
            </a:r>
          </a:p>
        </p:txBody>
      </p:sp>
      <p:sp>
        <p:nvSpPr>
          <p:cNvPr id="27" name="Textplatzhalter 17">
            <a:extLst>
              <a:ext uri="{FF2B5EF4-FFF2-40B4-BE49-F238E27FC236}">
                <a16:creationId xmlns:a16="http://schemas.microsoft.com/office/drawing/2014/main" id="{F18DFDB1-4D5C-4F6B-A26E-CFD7EEBDD1D9}"/>
              </a:ext>
            </a:extLst>
          </p:cNvPr>
          <p:cNvSpPr>
            <a:spLocks noGrp="1"/>
          </p:cNvSpPr>
          <p:nvPr>
            <p:ph type="body" sz="quarter" idx="54"/>
          </p:nvPr>
        </p:nvSpPr>
        <p:spPr>
          <a:xfrm>
            <a:off x="4891200" y="1268413"/>
            <a:ext cx="2409600" cy="459234"/>
          </a:xfrm>
          <a:solidFill>
            <a:schemeClr val="tx1">
              <a:alpha val="59000"/>
            </a:schemeClr>
          </a:solidFill>
        </p:spPr>
        <p:txBody>
          <a:bodyPr anchor="ctr" anchorCtr="0"/>
          <a:lstStyle>
            <a:lvl1pPr marL="0" indent="0" algn="ctr">
              <a:buFontTx/>
              <a:buNone/>
              <a:defRPr sz="1200">
                <a:solidFill>
                  <a:schemeClr val="bg1"/>
                </a:solidFill>
              </a:defRPr>
            </a:lvl1pPr>
            <a:lvl2pPr marL="3996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p>
        </p:txBody>
      </p:sp>
      <p:sp>
        <p:nvSpPr>
          <p:cNvPr id="28" name="Bildplatzhalter 9">
            <a:extLst>
              <a:ext uri="{FF2B5EF4-FFF2-40B4-BE49-F238E27FC236}">
                <a16:creationId xmlns:a16="http://schemas.microsoft.com/office/drawing/2014/main" id="{2D7C0C01-C1E7-41A3-BED1-223223B4F783}"/>
              </a:ext>
            </a:extLst>
          </p:cNvPr>
          <p:cNvSpPr>
            <a:spLocks noGrp="1"/>
          </p:cNvSpPr>
          <p:nvPr>
            <p:ph type="pic" sz="quarter" idx="55" hasCustomPrompt="1"/>
          </p:nvPr>
        </p:nvSpPr>
        <p:spPr>
          <a:xfrm>
            <a:off x="2445600" y="4000783"/>
            <a:ext cx="2409600" cy="2857217"/>
          </a:xfrm>
          <a:solidFill>
            <a:schemeClr val="bg1">
              <a:lumMod val="95000"/>
            </a:schemeClr>
          </a:solidFill>
        </p:spPr>
        <p:txBody>
          <a:bodyPr vert="horz" lIns="0" tIns="0" rIns="0" bIns="0" rtlCol="0" anchor="ctr">
            <a:noAutofit/>
          </a:bodyPr>
          <a:lstStyle>
            <a:lvl1pPr algn="ctr">
              <a:defRPr lang="de-DE" sz="1200"/>
            </a:lvl1pPr>
          </a:lstStyle>
          <a:p>
            <a:pPr lvl="0" algn="ctr"/>
            <a:r>
              <a:rPr lang="de-DE" dirty="0"/>
              <a:t>Bild einfügen</a:t>
            </a:r>
          </a:p>
        </p:txBody>
      </p:sp>
      <p:sp>
        <p:nvSpPr>
          <p:cNvPr id="29" name="Textplatzhalter 17">
            <a:extLst>
              <a:ext uri="{FF2B5EF4-FFF2-40B4-BE49-F238E27FC236}">
                <a16:creationId xmlns:a16="http://schemas.microsoft.com/office/drawing/2014/main" id="{D4913F67-D3C4-466D-82DF-877B6DA6F4BB}"/>
              </a:ext>
            </a:extLst>
          </p:cNvPr>
          <p:cNvSpPr>
            <a:spLocks noGrp="1"/>
          </p:cNvSpPr>
          <p:nvPr>
            <p:ph type="body" sz="quarter" idx="56"/>
          </p:nvPr>
        </p:nvSpPr>
        <p:spPr>
          <a:xfrm>
            <a:off x="2445600" y="4000783"/>
            <a:ext cx="2409600" cy="459234"/>
          </a:xfrm>
          <a:solidFill>
            <a:schemeClr val="tx1">
              <a:alpha val="59000"/>
            </a:schemeClr>
          </a:solidFill>
        </p:spPr>
        <p:txBody>
          <a:bodyPr anchor="ctr" anchorCtr="0"/>
          <a:lstStyle>
            <a:lvl1pPr marL="0" indent="0" algn="ctr">
              <a:buFontTx/>
              <a:buNone/>
              <a:defRPr sz="1200">
                <a:solidFill>
                  <a:schemeClr val="bg1"/>
                </a:solidFill>
              </a:defRPr>
            </a:lvl1pPr>
            <a:lvl2pPr marL="3996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p>
        </p:txBody>
      </p:sp>
      <p:sp>
        <p:nvSpPr>
          <p:cNvPr id="30" name="Bildplatzhalter 9">
            <a:extLst>
              <a:ext uri="{FF2B5EF4-FFF2-40B4-BE49-F238E27FC236}">
                <a16:creationId xmlns:a16="http://schemas.microsoft.com/office/drawing/2014/main" id="{50B2C8F1-4DFD-4838-9CE3-6B1676A406A3}"/>
              </a:ext>
            </a:extLst>
          </p:cNvPr>
          <p:cNvSpPr>
            <a:spLocks noGrp="1"/>
          </p:cNvSpPr>
          <p:nvPr>
            <p:ph type="pic" sz="quarter" idx="57" hasCustomPrompt="1"/>
          </p:nvPr>
        </p:nvSpPr>
        <p:spPr>
          <a:xfrm>
            <a:off x="2445600" y="1268413"/>
            <a:ext cx="2409600" cy="2696370"/>
          </a:xfrm>
          <a:solidFill>
            <a:schemeClr val="bg1">
              <a:lumMod val="95000"/>
            </a:schemeClr>
          </a:solidFill>
        </p:spPr>
        <p:txBody>
          <a:bodyPr vert="horz" lIns="0" tIns="0" rIns="0" bIns="0" rtlCol="0" anchor="ctr">
            <a:noAutofit/>
          </a:bodyPr>
          <a:lstStyle>
            <a:lvl1pPr algn="ctr">
              <a:defRPr lang="de-DE" sz="1200"/>
            </a:lvl1pPr>
          </a:lstStyle>
          <a:p>
            <a:pPr lvl="0" algn="ctr"/>
            <a:r>
              <a:rPr lang="de-DE" dirty="0"/>
              <a:t>Bild einfügen</a:t>
            </a:r>
          </a:p>
        </p:txBody>
      </p:sp>
      <p:sp>
        <p:nvSpPr>
          <p:cNvPr id="31" name="Textplatzhalter 17">
            <a:extLst>
              <a:ext uri="{FF2B5EF4-FFF2-40B4-BE49-F238E27FC236}">
                <a16:creationId xmlns:a16="http://schemas.microsoft.com/office/drawing/2014/main" id="{48929271-8D7F-4699-AFD3-89EFC999CD17}"/>
              </a:ext>
            </a:extLst>
          </p:cNvPr>
          <p:cNvSpPr>
            <a:spLocks noGrp="1"/>
          </p:cNvSpPr>
          <p:nvPr>
            <p:ph type="body" sz="quarter" idx="58"/>
          </p:nvPr>
        </p:nvSpPr>
        <p:spPr>
          <a:xfrm>
            <a:off x="2445600" y="1268413"/>
            <a:ext cx="2409600" cy="459234"/>
          </a:xfrm>
          <a:solidFill>
            <a:schemeClr val="tx1">
              <a:alpha val="59000"/>
            </a:schemeClr>
          </a:solidFill>
        </p:spPr>
        <p:txBody>
          <a:bodyPr anchor="ctr" anchorCtr="0"/>
          <a:lstStyle>
            <a:lvl1pPr marL="0" indent="0" algn="ctr">
              <a:buFontTx/>
              <a:buNone/>
              <a:defRPr sz="1200">
                <a:solidFill>
                  <a:schemeClr val="bg1"/>
                </a:solidFill>
              </a:defRPr>
            </a:lvl1pPr>
            <a:lvl2pPr marL="3996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p>
        </p:txBody>
      </p:sp>
      <p:sp>
        <p:nvSpPr>
          <p:cNvPr id="3" name="Titel 2">
            <a:extLst>
              <a:ext uri="{FF2B5EF4-FFF2-40B4-BE49-F238E27FC236}">
                <a16:creationId xmlns:a16="http://schemas.microsoft.com/office/drawing/2014/main" id="{BCD51BCD-2FBF-48CE-8B6A-8AA1936E99A9}"/>
              </a:ext>
            </a:extLst>
          </p:cNvPr>
          <p:cNvSpPr>
            <a:spLocks noGrp="1"/>
          </p:cNvSpPr>
          <p:nvPr>
            <p:ph type="title"/>
          </p:nvPr>
        </p:nvSpPr>
        <p:spPr/>
        <p:txBody>
          <a:bodyPr/>
          <a:lstStyle/>
          <a:p>
            <a:r>
              <a:rPr lang="de-DE"/>
              <a:t>Mastertitelformat bearbeiten</a:t>
            </a:r>
            <a:endParaRPr lang="de-DE" dirty="0"/>
          </a:p>
        </p:txBody>
      </p:sp>
      <p:sp>
        <p:nvSpPr>
          <p:cNvPr id="4" name="Fußzeilenplatzhalter 3">
            <a:extLst>
              <a:ext uri="{FF2B5EF4-FFF2-40B4-BE49-F238E27FC236}">
                <a16:creationId xmlns:a16="http://schemas.microsoft.com/office/drawing/2014/main" id="{66E6CD5A-5747-4A10-93AC-3BE540B9D62C}"/>
              </a:ext>
            </a:extLst>
          </p:cNvPr>
          <p:cNvSpPr>
            <a:spLocks noGrp="1"/>
          </p:cNvSpPr>
          <p:nvPr>
            <p:ph type="ftr" sz="quarter" idx="11"/>
          </p:nvPr>
        </p:nvSpPr>
        <p:spPr/>
        <p:txBody>
          <a:bodyPr/>
          <a:lstStyle/>
          <a:p>
            <a:r>
              <a:rPr lang="de-DE"/>
              <a:t>© msg systems ag | 2021 | Präsentationstitel</a:t>
            </a:r>
            <a:endParaRPr lang="de-DE" dirty="0"/>
          </a:p>
        </p:txBody>
      </p:sp>
      <p:sp>
        <p:nvSpPr>
          <p:cNvPr id="5" name="Foliennummernplatzhalter 4">
            <a:extLst>
              <a:ext uri="{FF2B5EF4-FFF2-40B4-BE49-F238E27FC236}">
                <a16:creationId xmlns:a16="http://schemas.microsoft.com/office/drawing/2014/main" id="{86F52DC2-1A78-4D03-8D12-858109BB914E}"/>
              </a:ext>
            </a:extLst>
          </p:cNvPr>
          <p:cNvSpPr>
            <a:spLocks noGrp="1"/>
          </p:cNvSpPr>
          <p:nvPr>
            <p:ph type="sldNum" sz="quarter" idx="12"/>
          </p:nvPr>
        </p:nvSpPr>
        <p:spPr/>
        <p:txBody>
          <a:bodyPr/>
          <a:lstStyle/>
          <a:p>
            <a:fld id="{B27B0579-4238-4E44-9A9E-134B676F827C}" type="slidenum">
              <a:rPr lang="de-DE" smtClean="0"/>
              <a:pPr/>
              <a:t>‹Nr.›</a:t>
            </a:fld>
            <a:endParaRPr lang="de-DE" dirty="0"/>
          </a:p>
        </p:txBody>
      </p:sp>
    </p:spTree>
    <p:extLst>
      <p:ext uri="{BB962C8B-B14F-4D97-AF65-F5344CB8AC3E}">
        <p14:creationId xmlns:p14="http://schemas.microsoft.com/office/powerpoint/2010/main" val="246081245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Branchen">
    <p:spTree>
      <p:nvGrpSpPr>
        <p:cNvPr id="1" name=""/>
        <p:cNvGrpSpPr/>
        <p:nvPr/>
      </p:nvGrpSpPr>
      <p:grpSpPr>
        <a:xfrm>
          <a:off x="0" y="0"/>
          <a:ext cx="0" cy="0"/>
          <a:chOff x="0" y="0"/>
          <a:chExt cx="0" cy="0"/>
        </a:xfrm>
      </p:grpSpPr>
      <p:sp>
        <p:nvSpPr>
          <p:cNvPr id="6" name="Textplatzhalter 2">
            <a:extLst>
              <a:ext uri="{FF2B5EF4-FFF2-40B4-BE49-F238E27FC236}">
                <a16:creationId xmlns:a16="http://schemas.microsoft.com/office/drawing/2014/main" id="{B14E902E-A19A-48A4-B559-946B38DDA42F}"/>
              </a:ext>
            </a:extLst>
          </p:cNvPr>
          <p:cNvSpPr>
            <a:spLocks noGrp="1"/>
          </p:cNvSpPr>
          <p:nvPr>
            <p:ph type="body" idx="13" hasCustomPrompt="1"/>
          </p:nvPr>
        </p:nvSpPr>
        <p:spPr>
          <a:xfrm>
            <a:off x="841375" y="198000"/>
            <a:ext cx="7480624" cy="216000"/>
          </a:xfrm>
        </p:spPr>
        <p:txBody>
          <a:bodyPr anchor="b"/>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Untertitel bearbeiten</a:t>
            </a:r>
          </a:p>
        </p:txBody>
      </p:sp>
      <p:sp>
        <p:nvSpPr>
          <p:cNvPr id="10" name="Bildplatzhalter 9">
            <a:extLst>
              <a:ext uri="{FF2B5EF4-FFF2-40B4-BE49-F238E27FC236}">
                <a16:creationId xmlns:a16="http://schemas.microsoft.com/office/drawing/2014/main" id="{64A1DD26-61B2-452C-8756-6FAEAECE6832}"/>
              </a:ext>
            </a:extLst>
          </p:cNvPr>
          <p:cNvSpPr>
            <a:spLocks noGrp="1"/>
          </p:cNvSpPr>
          <p:nvPr>
            <p:ph type="pic" sz="quarter" idx="52" hasCustomPrompt="1"/>
          </p:nvPr>
        </p:nvSpPr>
        <p:spPr>
          <a:xfrm>
            <a:off x="0" y="1268498"/>
            <a:ext cx="3766922" cy="2776751"/>
          </a:xfrm>
          <a:solidFill>
            <a:schemeClr val="bg2"/>
          </a:solidFill>
          <a:ln>
            <a:noFill/>
          </a:ln>
        </p:spPr>
        <p:txBody>
          <a:bodyPr anchor="ctr" anchorCtr="0"/>
          <a:lstStyle>
            <a:lvl1pPr marL="0" indent="0" algn="ctr">
              <a:buFontTx/>
              <a:buNone/>
              <a:defRPr sz="1200" b="0">
                <a:solidFill>
                  <a:schemeClr val="tx1"/>
                </a:solidFill>
              </a:defRPr>
            </a:lvl1pPr>
          </a:lstStyle>
          <a:p>
            <a:r>
              <a:rPr lang="de-DE" dirty="0"/>
              <a:t>Bild einfügen</a:t>
            </a:r>
          </a:p>
        </p:txBody>
      </p:sp>
      <p:sp>
        <p:nvSpPr>
          <p:cNvPr id="11" name="Bildplatzhalter 9">
            <a:extLst>
              <a:ext uri="{FF2B5EF4-FFF2-40B4-BE49-F238E27FC236}">
                <a16:creationId xmlns:a16="http://schemas.microsoft.com/office/drawing/2014/main" id="{8C83CE0B-621D-490B-84CF-C46305F31046}"/>
              </a:ext>
            </a:extLst>
          </p:cNvPr>
          <p:cNvSpPr>
            <a:spLocks noGrp="1"/>
          </p:cNvSpPr>
          <p:nvPr>
            <p:ph type="pic" sz="quarter" idx="53" hasCustomPrompt="1"/>
          </p:nvPr>
        </p:nvSpPr>
        <p:spPr>
          <a:xfrm>
            <a:off x="3802922" y="1268498"/>
            <a:ext cx="3766922" cy="2776751"/>
          </a:xfrm>
          <a:solidFill>
            <a:schemeClr val="bg2"/>
          </a:solidFill>
          <a:ln>
            <a:noFill/>
          </a:ln>
        </p:spPr>
        <p:txBody>
          <a:bodyPr anchor="ctr" anchorCtr="0"/>
          <a:lstStyle>
            <a:lvl1pPr marL="0" indent="0" algn="ctr">
              <a:buFontTx/>
              <a:buNone/>
              <a:defRPr sz="1200" b="0">
                <a:solidFill>
                  <a:schemeClr val="tx1"/>
                </a:solidFill>
              </a:defRPr>
            </a:lvl1pPr>
          </a:lstStyle>
          <a:p>
            <a:r>
              <a:rPr lang="de-DE" dirty="0"/>
              <a:t>Bild einfügen</a:t>
            </a:r>
          </a:p>
        </p:txBody>
      </p:sp>
      <p:sp>
        <p:nvSpPr>
          <p:cNvPr id="15" name="Bildplatzhalter 9">
            <a:extLst>
              <a:ext uri="{FF2B5EF4-FFF2-40B4-BE49-F238E27FC236}">
                <a16:creationId xmlns:a16="http://schemas.microsoft.com/office/drawing/2014/main" id="{779C7DBD-B949-41C7-9206-A96FFC845C3B}"/>
              </a:ext>
            </a:extLst>
          </p:cNvPr>
          <p:cNvSpPr>
            <a:spLocks noGrp="1"/>
          </p:cNvSpPr>
          <p:nvPr>
            <p:ph type="pic" sz="quarter" idx="55" hasCustomPrompt="1"/>
          </p:nvPr>
        </p:nvSpPr>
        <p:spPr>
          <a:xfrm>
            <a:off x="0" y="4081249"/>
            <a:ext cx="3766922" cy="2776751"/>
          </a:xfrm>
          <a:solidFill>
            <a:schemeClr val="bg2"/>
          </a:solidFill>
          <a:ln>
            <a:noFill/>
          </a:ln>
        </p:spPr>
        <p:txBody>
          <a:bodyPr anchor="ctr" anchorCtr="0"/>
          <a:lstStyle>
            <a:lvl1pPr marL="0" indent="0" algn="ctr">
              <a:buFontTx/>
              <a:buNone/>
              <a:defRPr sz="1200" b="0">
                <a:solidFill>
                  <a:schemeClr val="tx1"/>
                </a:solidFill>
              </a:defRPr>
            </a:lvl1pPr>
          </a:lstStyle>
          <a:p>
            <a:r>
              <a:rPr lang="de-DE" dirty="0"/>
              <a:t>Bild einfügen</a:t>
            </a:r>
          </a:p>
        </p:txBody>
      </p:sp>
      <p:sp>
        <p:nvSpPr>
          <p:cNvPr id="16" name="Bildplatzhalter 9">
            <a:extLst>
              <a:ext uri="{FF2B5EF4-FFF2-40B4-BE49-F238E27FC236}">
                <a16:creationId xmlns:a16="http://schemas.microsoft.com/office/drawing/2014/main" id="{16D21183-A7DD-4390-9B8F-3659135CB3D3}"/>
              </a:ext>
            </a:extLst>
          </p:cNvPr>
          <p:cNvSpPr>
            <a:spLocks noGrp="1"/>
          </p:cNvSpPr>
          <p:nvPr>
            <p:ph type="pic" sz="quarter" idx="56" hasCustomPrompt="1"/>
          </p:nvPr>
        </p:nvSpPr>
        <p:spPr>
          <a:xfrm>
            <a:off x="3802922" y="4081249"/>
            <a:ext cx="3766922" cy="2776751"/>
          </a:xfrm>
          <a:solidFill>
            <a:schemeClr val="bg2"/>
          </a:solidFill>
          <a:ln>
            <a:noFill/>
          </a:ln>
        </p:spPr>
        <p:txBody>
          <a:bodyPr anchor="ctr" anchorCtr="0"/>
          <a:lstStyle>
            <a:lvl1pPr marL="0" indent="0" algn="ctr">
              <a:buFontTx/>
              <a:buNone/>
              <a:defRPr sz="1200" b="0">
                <a:solidFill>
                  <a:schemeClr val="tx1"/>
                </a:solidFill>
              </a:defRPr>
            </a:lvl1pPr>
          </a:lstStyle>
          <a:p>
            <a:r>
              <a:rPr lang="de-DE" dirty="0"/>
              <a:t>Bild einfügen</a:t>
            </a:r>
          </a:p>
        </p:txBody>
      </p:sp>
      <p:sp>
        <p:nvSpPr>
          <p:cNvPr id="23" name="Bildplatzhalter 22">
            <a:extLst>
              <a:ext uri="{FF2B5EF4-FFF2-40B4-BE49-F238E27FC236}">
                <a16:creationId xmlns:a16="http://schemas.microsoft.com/office/drawing/2014/main" id="{B3BC9FAE-0EA4-487D-B64B-D5212A22B56B}"/>
              </a:ext>
            </a:extLst>
          </p:cNvPr>
          <p:cNvSpPr>
            <a:spLocks noGrp="1"/>
          </p:cNvSpPr>
          <p:nvPr>
            <p:ph type="pic" sz="quarter" idx="60" hasCustomPrompt="1"/>
          </p:nvPr>
        </p:nvSpPr>
        <p:spPr>
          <a:xfrm>
            <a:off x="7605843" y="1268498"/>
            <a:ext cx="2275078" cy="1839167"/>
          </a:xfrm>
          <a:solidFill>
            <a:schemeClr val="bg2"/>
          </a:solidFill>
        </p:spPr>
        <p:txBody>
          <a:bodyPr anchor="ctr" anchorCtr="0"/>
          <a:lstStyle>
            <a:lvl1pPr marL="0" indent="0" algn="ctr">
              <a:buFontTx/>
              <a:buNone/>
              <a:defRPr sz="1200" b="0"/>
            </a:lvl1pPr>
          </a:lstStyle>
          <a:p>
            <a:r>
              <a:rPr lang="de-DE" dirty="0"/>
              <a:t>Bild einfügen</a:t>
            </a:r>
          </a:p>
        </p:txBody>
      </p:sp>
      <p:sp>
        <p:nvSpPr>
          <p:cNvPr id="24" name="Bildplatzhalter 22">
            <a:extLst>
              <a:ext uri="{FF2B5EF4-FFF2-40B4-BE49-F238E27FC236}">
                <a16:creationId xmlns:a16="http://schemas.microsoft.com/office/drawing/2014/main" id="{C87331E4-ABB3-4151-8F99-44E5BD2F3716}"/>
              </a:ext>
            </a:extLst>
          </p:cNvPr>
          <p:cNvSpPr>
            <a:spLocks noGrp="1"/>
          </p:cNvSpPr>
          <p:nvPr>
            <p:ph type="pic" sz="quarter" idx="61" hasCustomPrompt="1"/>
          </p:nvPr>
        </p:nvSpPr>
        <p:spPr>
          <a:xfrm>
            <a:off x="7605843" y="3143665"/>
            <a:ext cx="2275078" cy="1839167"/>
          </a:xfrm>
          <a:solidFill>
            <a:schemeClr val="bg2"/>
          </a:solidFill>
        </p:spPr>
        <p:txBody>
          <a:bodyPr anchor="ctr" anchorCtr="0"/>
          <a:lstStyle>
            <a:lvl1pPr marL="0" indent="0" algn="ctr">
              <a:buFontTx/>
              <a:buNone/>
              <a:defRPr sz="1200" b="0"/>
            </a:lvl1pPr>
          </a:lstStyle>
          <a:p>
            <a:r>
              <a:rPr lang="de-DE" dirty="0"/>
              <a:t>Bild einfügen</a:t>
            </a:r>
          </a:p>
        </p:txBody>
      </p:sp>
      <p:sp>
        <p:nvSpPr>
          <p:cNvPr id="25" name="Bildplatzhalter 22">
            <a:extLst>
              <a:ext uri="{FF2B5EF4-FFF2-40B4-BE49-F238E27FC236}">
                <a16:creationId xmlns:a16="http://schemas.microsoft.com/office/drawing/2014/main" id="{8D96F607-6F26-48E6-925F-AF4A10175BDB}"/>
              </a:ext>
            </a:extLst>
          </p:cNvPr>
          <p:cNvSpPr>
            <a:spLocks noGrp="1"/>
          </p:cNvSpPr>
          <p:nvPr>
            <p:ph type="pic" sz="quarter" idx="62" hasCustomPrompt="1"/>
          </p:nvPr>
        </p:nvSpPr>
        <p:spPr>
          <a:xfrm>
            <a:off x="7605843" y="5018832"/>
            <a:ext cx="2275078" cy="1839167"/>
          </a:xfrm>
          <a:solidFill>
            <a:schemeClr val="bg2"/>
          </a:solidFill>
        </p:spPr>
        <p:txBody>
          <a:bodyPr anchor="ctr" anchorCtr="0"/>
          <a:lstStyle>
            <a:lvl1pPr marL="0" indent="0" algn="ctr">
              <a:buFontTx/>
              <a:buNone/>
              <a:defRPr sz="1200" b="0"/>
            </a:lvl1pPr>
          </a:lstStyle>
          <a:p>
            <a:r>
              <a:rPr lang="de-DE" dirty="0"/>
              <a:t>Bild einfügen</a:t>
            </a:r>
          </a:p>
        </p:txBody>
      </p:sp>
      <p:sp>
        <p:nvSpPr>
          <p:cNvPr id="30" name="Bildplatzhalter 22">
            <a:extLst>
              <a:ext uri="{FF2B5EF4-FFF2-40B4-BE49-F238E27FC236}">
                <a16:creationId xmlns:a16="http://schemas.microsoft.com/office/drawing/2014/main" id="{C7D0E0DA-8338-4D56-8C11-6A11AD1F5A9E}"/>
              </a:ext>
            </a:extLst>
          </p:cNvPr>
          <p:cNvSpPr>
            <a:spLocks noGrp="1"/>
          </p:cNvSpPr>
          <p:nvPr>
            <p:ph type="pic" sz="quarter" idx="68" hasCustomPrompt="1"/>
          </p:nvPr>
        </p:nvSpPr>
        <p:spPr>
          <a:xfrm>
            <a:off x="9916921" y="5018832"/>
            <a:ext cx="2275078" cy="1839167"/>
          </a:xfrm>
          <a:solidFill>
            <a:schemeClr val="bg2"/>
          </a:solidFill>
        </p:spPr>
        <p:txBody>
          <a:bodyPr anchor="ctr" anchorCtr="0"/>
          <a:lstStyle>
            <a:lvl1pPr marL="0" indent="0" algn="ctr">
              <a:buFontTx/>
              <a:buNone/>
              <a:defRPr sz="1200" b="0"/>
            </a:lvl1pPr>
          </a:lstStyle>
          <a:p>
            <a:r>
              <a:rPr lang="de-DE" dirty="0"/>
              <a:t>Bild einfügen</a:t>
            </a:r>
          </a:p>
        </p:txBody>
      </p:sp>
      <p:sp>
        <p:nvSpPr>
          <p:cNvPr id="31" name="Bildplatzhalter 22">
            <a:extLst>
              <a:ext uri="{FF2B5EF4-FFF2-40B4-BE49-F238E27FC236}">
                <a16:creationId xmlns:a16="http://schemas.microsoft.com/office/drawing/2014/main" id="{9359724B-8A4D-426E-965B-1E5570015079}"/>
              </a:ext>
            </a:extLst>
          </p:cNvPr>
          <p:cNvSpPr>
            <a:spLocks noGrp="1"/>
          </p:cNvSpPr>
          <p:nvPr>
            <p:ph type="pic" sz="quarter" idx="69" hasCustomPrompt="1"/>
          </p:nvPr>
        </p:nvSpPr>
        <p:spPr>
          <a:xfrm>
            <a:off x="9916921" y="1268498"/>
            <a:ext cx="2275078" cy="1839167"/>
          </a:xfrm>
          <a:solidFill>
            <a:schemeClr val="bg2"/>
          </a:solidFill>
        </p:spPr>
        <p:txBody>
          <a:bodyPr anchor="ctr" anchorCtr="0"/>
          <a:lstStyle>
            <a:lvl1pPr marL="0" indent="0" algn="ctr">
              <a:buFontTx/>
              <a:buNone/>
              <a:defRPr sz="1200" b="0"/>
            </a:lvl1pPr>
          </a:lstStyle>
          <a:p>
            <a:r>
              <a:rPr lang="de-DE" dirty="0"/>
              <a:t>Bild einfügen</a:t>
            </a:r>
          </a:p>
        </p:txBody>
      </p:sp>
      <p:sp>
        <p:nvSpPr>
          <p:cNvPr id="32" name="Bildplatzhalter 22">
            <a:extLst>
              <a:ext uri="{FF2B5EF4-FFF2-40B4-BE49-F238E27FC236}">
                <a16:creationId xmlns:a16="http://schemas.microsoft.com/office/drawing/2014/main" id="{A93BB480-D9CF-4B96-B5E6-7654F239F786}"/>
              </a:ext>
            </a:extLst>
          </p:cNvPr>
          <p:cNvSpPr>
            <a:spLocks noGrp="1"/>
          </p:cNvSpPr>
          <p:nvPr>
            <p:ph type="pic" sz="quarter" idx="70" hasCustomPrompt="1"/>
          </p:nvPr>
        </p:nvSpPr>
        <p:spPr>
          <a:xfrm>
            <a:off x="9916921" y="3143665"/>
            <a:ext cx="2275078" cy="1839167"/>
          </a:xfrm>
          <a:solidFill>
            <a:schemeClr val="bg2"/>
          </a:solidFill>
        </p:spPr>
        <p:txBody>
          <a:bodyPr anchor="ctr" anchorCtr="0"/>
          <a:lstStyle>
            <a:lvl1pPr marL="0" indent="0" algn="ctr">
              <a:buFontTx/>
              <a:buNone/>
              <a:defRPr sz="1200" b="0"/>
            </a:lvl1pPr>
          </a:lstStyle>
          <a:p>
            <a:r>
              <a:rPr lang="de-DE" dirty="0"/>
              <a:t>Bild einfügen</a:t>
            </a:r>
          </a:p>
        </p:txBody>
      </p:sp>
      <p:sp>
        <p:nvSpPr>
          <p:cNvPr id="3" name="Titel 2">
            <a:extLst>
              <a:ext uri="{FF2B5EF4-FFF2-40B4-BE49-F238E27FC236}">
                <a16:creationId xmlns:a16="http://schemas.microsoft.com/office/drawing/2014/main" id="{4C459A91-1F7B-4E6B-A662-CC0F52226AC9}"/>
              </a:ext>
            </a:extLst>
          </p:cNvPr>
          <p:cNvSpPr>
            <a:spLocks noGrp="1"/>
          </p:cNvSpPr>
          <p:nvPr>
            <p:ph type="title"/>
          </p:nvPr>
        </p:nvSpPr>
        <p:spPr/>
        <p:txBody>
          <a:bodyPr/>
          <a:lstStyle/>
          <a:p>
            <a:r>
              <a:rPr lang="de-DE"/>
              <a:t>Mastertitelformat bearbeiten</a:t>
            </a:r>
            <a:endParaRPr lang="de-DE" dirty="0"/>
          </a:p>
        </p:txBody>
      </p:sp>
    </p:spTree>
    <p:extLst>
      <p:ext uri="{BB962C8B-B14F-4D97-AF65-F5344CB8AC3E}">
        <p14:creationId xmlns:p14="http://schemas.microsoft.com/office/powerpoint/2010/main" val="17039887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Bild rund rechts 3">
    <p:bg bwMode="invGray">
      <p:bgPr>
        <a:solidFill>
          <a:srgbClr val="595959"/>
        </a:solidFill>
        <a:effectLst/>
      </p:bgPr>
    </p:bg>
    <p:spTree>
      <p:nvGrpSpPr>
        <p:cNvPr id="1" name=""/>
        <p:cNvGrpSpPr/>
        <p:nvPr/>
      </p:nvGrpSpPr>
      <p:grpSpPr>
        <a:xfrm>
          <a:off x="0" y="0"/>
          <a:ext cx="0" cy="0"/>
          <a:chOff x="0" y="0"/>
          <a:chExt cx="0" cy="0"/>
        </a:xfrm>
      </p:grpSpPr>
      <p:sp>
        <p:nvSpPr>
          <p:cNvPr id="19" name="Oval 24">
            <a:extLst>
              <a:ext uri="{FF2B5EF4-FFF2-40B4-BE49-F238E27FC236}">
                <a16:creationId xmlns:a16="http://schemas.microsoft.com/office/drawing/2014/main" id="{E20D9E82-9E01-435A-8553-74A7A641841A}"/>
              </a:ext>
            </a:extLst>
          </p:cNvPr>
          <p:cNvSpPr/>
          <p:nvPr/>
        </p:nvSpPr>
        <p:spPr bwMode="white">
          <a:xfrm rot="10800000">
            <a:off x="5745726" y="445403"/>
            <a:ext cx="639544" cy="639544"/>
          </a:xfrm>
          <a:prstGeom prst="ellipse">
            <a:avLst/>
          </a:prstGeom>
          <a:solidFill>
            <a:schemeClr val="tx2">
              <a:lumMod val="50000"/>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sp>
        <p:nvSpPr>
          <p:cNvPr id="37" name="Freihandform: Form 36">
            <a:extLst>
              <a:ext uri="{FF2B5EF4-FFF2-40B4-BE49-F238E27FC236}">
                <a16:creationId xmlns:a16="http://schemas.microsoft.com/office/drawing/2014/main" id="{4DA9ED08-A798-4E29-AA84-2DD934752C7B}"/>
              </a:ext>
            </a:extLst>
          </p:cNvPr>
          <p:cNvSpPr/>
          <p:nvPr/>
        </p:nvSpPr>
        <p:spPr>
          <a:xfrm>
            <a:off x="6312026" y="-17999"/>
            <a:ext cx="5897971" cy="6893999"/>
          </a:xfrm>
          <a:custGeom>
            <a:avLst/>
            <a:gdLst>
              <a:gd name="connsiteX0" fmla="*/ 1143849 w 5897971"/>
              <a:gd name="connsiteY0" fmla="*/ 0 h 6893999"/>
              <a:gd name="connsiteX1" fmla="*/ 5897971 w 5897971"/>
              <a:gd name="connsiteY1" fmla="*/ 0 h 6893999"/>
              <a:gd name="connsiteX2" fmla="*/ 5897971 w 5897971"/>
              <a:gd name="connsiteY2" fmla="*/ 6893999 h 6893999"/>
              <a:gd name="connsiteX3" fmla="*/ 1146454 w 5897971"/>
              <a:gd name="connsiteY3" fmla="*/ 6893999 h 6893999"/>
              <a:gd name="connsiteX4" fmla="*/ 1144103 w 5897971"/>
              <a:gd name="connsiteY4" fmla="*/ 6891006 h 6893999"/>
              <a:gd name="connsiteX5" fmla="*/ 0 w 5897971"/>
              <a:gd name="connsiteY5" fmla="*/ 3445325 h 6893999"/>
              <a:gd name="connsiteX6" fmla="*/ 983540 w 5897971"/>
              <a:gd name="connsiteY6" fmla="*/ 225433 h 6893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97971" h="6893999">
                <a:moveTo>
                  <a:pt x="1143849" y="0"/>
                </a:moveTo>
                <a:lnTo>
                  <a:pt x="5897971" y="0"/>
                </a:lnTo>
                <a:lnTo>
                  <a:pt x="5897971" y="6893999"/>
                </a:lnTo>
                <a:lnTo>
                  <a:pt x="1146454" y="6893999"/>
                </a:lnTo>
                <a:lnTo>
                  <a:pt x="1144103" y="6891006"/>
                </a:lnTo>
                <a:cubicBezTo>
                  <a:pt x="425532" y="5930165"/>
                  <a:pt x="0" y="4737440"/>
                  <a:pt x="0" y="3445325"/>
                </a:cubicBezTo>
                <a:cubicBezTo>
                  <a:pt x="0" y="2252604"/>
                  <a:pt x="362583" y="1144570"/>
                  <a:pt x="983540" y="22543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b="1" i="0" dirty="0">
              <a:latin typeface="Calibri" panose="020F0502020204030204" pitchFamily="34" charset="0"/>
            </a:endParaRPr>
          </a:p>
        </p:txBody>
      </p:sp>
      <p:sp>
        <p:nvSpPr>
          <p:cNvPr id="15" name="Oval 28">
            <a:extLst>
              <a:ext uri="{FF2B5EF4-FFF2-40B4-BE49-F238E27FC236}">
                <a16:creationId xmlns:a16="http://schemas.microsoft.com/office/drawing/2014/main" id="{430A70C8-1484-4880-9D4E-07CC9D0C13E9}"/>
              </a:ext>
            </a:extLst>
          </p:cNvPr>
          <p:cNvSpPr/>
          <p:nvPr/>
        </p:nvSpPr>
        <p:spPr bwMode="white">
          <a:xfrm>
            <a:off x="6859961" y="670323"/>
            <a:ext cx="216024" cy="2160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sp>
        <p:nvSpPr>
          <p:cNvPr id="17" name="Freihandform 23">
            <a:extLst>
              <a:ext uri="{FF2B5EF4-FFF2-40B4-BE49-F238E27FC236}">
                <a16:creationId xmlns:a16="http://schemas.microsoft.com/office/drawing/2014/main" id="{4D22E061-D616-421D-9076-132A92859873}"/>
              </a:ext>
            </a:extLst>
          </p:cNvPr>
          <p:cNvSpPr/>
          <p:nvPr/>
        </p:nvSpPr>
        <p:spPr bwMode="white">
          <a:xfrm rot="10800000" flipH="1">
            <a:off x="1" y="2087918"/>
            <a:ext cx="4316105" cy="4770082"/>
          </a:xfrm>
          <a:custGeom>
            <a:avLst/>
            <a:gdLst>
              <a:gd name="connsiteX0" fmla="*/ 0 w 5562328"/>
              <a:gd name="connsiteY0" fmla="*/ 0 h 6147385"/>
              <a:gd name="connsiteX1" fmla="*/ 4578774 w 5562328"/>
              <a:gd name="connsiteY1" fmla="*/ 0 h 6147385"/>
              <a:gd name="connsiteX2" fmla="*/ 4727110 w 5562328"/>
              <a:gd name="connsiteY2" fmla="*/ 163212 h 6147385"/>
              <a:gd name="connsiteX3" fmla="*/ 5562328 w 5562328"/>
              <a:gd name="connsiteY3" fmla="*/ 2489785 h 6147385"/>
              <a:gd name="connsiteX4" fmla="*/ 1904728 w 5562328"/>
              <a:gd name="connsiteY4" fmla="*/ 6147385 h 6147385"/>
              <a:gd name="connsiteX5" fmla="*/ 161299 w 5562328"/>
              <a:gd name="connsiteY5" fmla="*/ 5705932 h 6147385"/>
              <a:gd name="connsiteX6" fmla="*/ 0 w 5562328"/>
              <a:gd name="connsiteY6" fmla="*/ 5607941 h 6147385"/>
              <a:gd name="connsiteX7" fmla="*/ 0 w 5562328"/>
              <a:gd name="connsiteY7" fmla="*/ 0 h 614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62328" h="6147385">
                <a:moveTo>
                  <a:pt x="0" y="0"/>
                </a:moveTo>
                <a:lnTo>
                  <a:pt x="4578774" y="0"/>
                </a:lnTo>
                <a:lnTo>
                  <a:pt x="4727110" y="163212"/>
                </a:lnTo>
                <a:cubicBezTo>
                  <a:pt x="5248888" y="795461"/>
                  <a:pt x="5562328" y="1606019"/>
                  <a:pt x="5562328" y="2489785"/>
                </a:cubicBezTo>
                <a:cubicBezTo>
                  <a:pt x="5562328" y="4509822"/>
                  <a:pt x="3924765" y="6147385"/>
                  <a:pt x="1904728" y="6147385"/>
                </a:cubicBezTo>
                <a:cubicBezTo>
                  <a:pt x="1273467" y="6147385"/>
                  <a:pt x="679556" y="5987467"/>
                  <a:pt x="161299" y="5705932"/>
                </a:cubicBezTo>
                <a:lnTo>
                  <a:pt x="0" y="5607941"/>
                </a:lnTo>
                <a:lnTo>
                  <a:pt x="0" y="0"/>
                </a:lnTo>
                <a:close/>
              </a:path>
            </a:pathLst>
          </a:custGeom>
          <a:solidFill>
            <a:schemeClr val="tx2">
              <a:lumMod val="50000"/>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sp>
        <p:nvSpPr>
          <p:cNvPr id="4" name="Fußzeilenplatzhalter 3">
            <a:extLst>
              <a:ext uri="{FF2B5EF4-FFF2-40B4-BE49-F238E27FC236}">
                <a16:creationId xmlns:a16="http://schemas.microsoft.com/office/drawing/2014/main" id="{490A100D-F59A-433C-8823-A0324FF808DA}"/>
              </a:ext>
            </a:extLst>
          </p:cNvPr>
          <p:cNvSpPr>
            <a:spLocks noGrp="1"/>
          </p:cNvSpPr>
          <p:nvPr>
            <p:ph type="ftr" sz="quarter" idx="11"/>
          </p:nvPr>
        </p:nvSpPr>
        <p:spPr/>
        <p:txBody>
          <a:bodyPr/>
          <a:lstStyle>
            <a:lvl1pPr>
              <a:defRPr>
                <a:solidFill>
                  <a:schemeClr val="bg1"/>
                </a:solidFill>
              </a:defRPr>
            </a:lvl1pPr>
          </a:lstStyle>
          <a:p>
            <a:r>
              <a:rPr lang="de-DE"/>
              <a:t>© msg systems ag | 2021 | Präsentationstitel</a:t>
            </a:r>
            <a:endParaRPr lang="de-DE" dirty="0"/>
          </a:p>
        </p:txBody>
      </p:sp>
      <p:sp>
        <p:nvSpPr>
          <p:cNvPr id="28" name="Bildplatzhalter 27">
            <a:extLst>
              <a:ext uri="{FF2B5EF4-FFF2-40B4-BE49-F238E27FC236}">
                <a16:creationId xmlns:a16="http://schemas.microsoft.com/office/drawing/2014/main" id="{D87E083B-00EA-460D-86AF-8D1C96111971}"/>
              </a:ext>
            </a:extLst>
          </p:cNvPr>
          <p:cNvSpPr>
            <a:spLocks noGrp="1"/>
          </p:cNvSpPr>
          <p:nvPr>
            <p:ph type="pic" sz="quarter" idx="14" hasCustomPrompt="1"/>
          </p:nvPr>
        </p:nvSpPr>
        <p:spPr>
          <a:xfrm>
            <a:off x="6588121" y="0"/>
            <a:ext cx="5603878" cy="6858000"/>
          </a:xfrm>
          <a:custGeom>
            <a:avLst/>
            <a:gdLst>
              <a:gd name="connsiteX0" fmla="*/ 1210346 w 5603878"/>
              <a:gd name="connsiteY0" fmla="*/ 0 h 6858000"/>
              <a:gd name="connsiteX1" fmla="*/ 5603878 w 5603878"/>
              <a:gd name="connsiteY1" fmla="*/ 0 h 6858000"/>
              <a:gd name="connsiteX2" fmla="*/ 5603878 w 5603878"/>
              <a:gd name="connsiteY2" fmla="*/ 6858000 h 6858000"/>
              <a:gd name="connsiteX3" fmla="*/ 1158141 w 5603878"/>
              <a:gd name="connsiteY3" fmla="*/ 6858000 h 6858000"/>
              <a:gd name="connsiteX4" fmla="*/ 1105141 w 5603878"/>
              <a:gd name="connsiteY4" fmla="*/ 6790557 h 6858000"/>
              <a:gd name="connsiteX5" fmla="*/ 0 w 5603878"/>
              <a:gd name="connsiteY5" fmla="*/ 3462216 h 6858000"/>
              <a:gd name="connsiteX6" fmla="*/ 1105142 w 5603878"/>
              <a:gd name="connsiteY6" fmla="*/ 13387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3878" h="6858000">
                <a:moveTo>
                  <a:pt x="1210346" y="0"/>
                </a:moveTo>
                <a:lnTo>
                  <a:pt x="5603878" y="0"/>
                </a:lnTo>
                <a:lnTo>
                  <a:pt x="5603878" y="6858000"/>
                </a:lnTo>
                <a:lnTo>
                  <a:pt x="1158141" y="6858000"/>
                </a:lnTo>
                <a:lnTo>
                  <a:pt x="1105141" y="6790557"/>
                </a:lnTo>
                <a:cubicBezTo>
                  <a:pt x="411042" y="5862436"/>
                  <a:pt x="0" y="4710328"/>
                  <a:pt x="0" y="3462216"/>
                </a:cubicBezTo>
                <a:cubicBezTo>
                  <a:pt x="0" y="2214103"/>
                  <a:pt x="411043" y="1061996"/>
                  <a:pt x="1105142" y="133875"/>
                </a:cubicBezTo>
                <a:close/>
              </a:path>
            </a:pathLst>
          </a:custGeom>
          <a:solidFill>
            <a:schemeClr val="bg2"/>
          </a:solidFill>
        </p:spPr>
        <p:txBody>
          <a:bodyPr vert="horz" wrap="square" lIns="0" tIns="0" rIns="0" bIns="0" rtlCol="0" anchor="ctr">
            <a:noAutofit/>
          </a:bodyPr>
          <a:lstStyle>
            <a:lvl1pPr marL="7938" algn="ctr">
              <a:defRPr lang="de-DE" sz="1200" b="0" i="0" dirty="0">
                <a:latin typeface="+mn-lt"/>
              </a:defRPr>
            </a:lvl1pPr>
          </a:lstStyle>
          <a:p>
            <a:pPr marL="7938" lvl="0" algn="ctr"/>
            <a:r>
              <a:rPr lang="de-DE" dirty="0"/>
              <a:t>Bild durch Klicken auf das Symbol hinzufügen.</a:t>
            </a:r>
            <a:br>
              <a:rPr lang="de-DE" dirty="0"/>
            </a:br>
            <a:r>
              <a:rPr lang="de-DE" dirty="0"/>
              <a:t>Alternativ den Rahmen des Bildplatzhalters markieren (Klick auf die graue Fläche)</a:t>
            </a:r>
            <a:br>
              <a:rPr lang="de-DE" dirty="0"/>
            </a:br>
            <a:r>
              <a:rPr lang="de-DE" dirty="0"/>
              <a:t>und ein Bild aus den </a:t>
            </a:r>
            <a:r>
              <a:rPr lang="de-DE" dirty="0" err="1"/>
              <a:t>QuickSlide</a:t>
            </a:r>
            <a:r>
              <a:rPr lang="de-DE" dirty="0"/>
              <a:t>-Elementen hinzufügen.</a:t>
            </a:r>
            <a:br>
              <a:rPr lang="de-DE" dirty="0"/>
            </a:br>
            <a:r>
              <a:rPr lang="de-DE" dirty="0"/>
              <a:t>Anschließend die Folie zurücksetzen (Folie &gt; Zurücksetzen).</a:t>
            </a:r>
            <a:br>
              <a:rPr lang="de-DE" dirty="0"/>
            </a:br>
            <a:r>
              <a:rPr lang="de-DE" dirty="0"/>
              <a:t>Hierbei werden alle Platzhalter auf der Folie zurückgesetzt!</a:t>
            </a:r>
          </a:p>
        </p:txBody>
      </p:sp>
      <p:sp>
        <p:nvSpPr>
          <p:cNvPr id="18" name="Oval 22">
            <a:extLst>
              <a:ext uri="{FF2B5EF4-FFF2-40B4-BE49-F238E27FC236}">
                <a16:creationId xmlns:a16="http://schemas.microsoft.com/office/drawing/2014/main" id="{D9C4CDB5-94CA-4499-9722-5F8DA0D296BA}"/>
              </a:ext>
            </a:extLst>
          </p:cNvPr>
          <p:cNvSpPr/>
          <p:nvPr/>
        </p:nvSpPr>
        <p:spPr bwMode="white">
          <a:xfrm rot="10800000">
            <a:off x="2975648" y="2489173"/>
            <a:ext cx="2011494" cy="2011494"/>
          </a:xfrm>
          <a:prstGeom prst="ellipse">
            <a:avLst/>
          </a:prstGeom>
          <a:solidFill>
            <a:schemeClr val="tx2">
              <a:lumMod val="50000"/>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grpSp>
        <p:nvGrpSpPr>
          <p:cNvPr id="26" name="Group 698">
            <a:extLst>
              <a:ext uri="{FF2B5EF4-FFF2-40B4-BE49-F238E27FC236}">
                <a16:creationId xmlns:a16="http://schemas.microsoft.com/office/drawing/2014/main" id="{56F063D9-9FFB-411B-A2F2-A0B75212AA10}"/>
              </a:ext>
            </a:extLst>
          </p:cNvPr>
          <p:cNvGrpSpPr>
            <a:grpSpLocks noChangeAspect="1"/>
          </p:cNvGrpSpPr>
          <p:nvPr/>
        </p:nvGrpSpPr>
        <p:grpSpPr bwMode="white">
          <a:xfrm>
            <a:off x="844061" y="406800"/>
            <a:ext cx="1386000" cy="435600"/>
            <a:chOff x="561" y="2269"/>
            <a:chExt cx="4636" cy="1455"/>
          </a:xfrm>
        </p:grpSpPr>
        <p:sp>
          <p:nvSpPr>
            <p:cNvPr id="27" name="AutoShape 697">
              <a:extLst>
                <a:ext uri="{FF2B5EF4-FFF2-40B4-BE49-F238E27FC236}">
                  <a16:creationId xmlns:a16="http://schemas.microsoft.com/office/drawing/2014/main" id="{85250290-0B68-4821-8AC2-94B1BF8FA7E0}"/>
                </a:ext>
              </a:extLst>
            </p:cNvPr>
            <p:cNvSpPr>
              <a:spLocks noChangeAspect="1" noChangeArrowheads="1" noTextEdit="1"/>
            </p:cNvSpPr>
            <p:nvPr/>
          </p:nvSpPr>
          <p:spPr bwMode="white">
            <a:xfrm>
              <a:off x="561" y="2271"/>
              <a:ext cx="4634" cy="1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29" name="Oval 699">
              <a:extLst>
                <a:ext uri="{FF2B5EF4-FFF2-40B4-BE49-F238E27FC236}">
                  <a16:creationId xmlns:a16="http://schemas.microsoft.com/office/drawing/2014/main" id="{407E9BDC-B955-48BE-8C67-6107301750BD}"/>
                </a:ext>
              </a:extLst>
            </p:cNvPr>
            <p:cNvSpPr>
              <a:spLocks noChangeArrowheads="1"/>
            </p:cNvSpPr>
            <p:nvPr/>
          </p:nvSpPr>
          <p:spPr bwMode="white">
            <a:xfrm>
              <a:off x="561" y="2905"/>
              <a:ext cx="483" cy="484"/>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30" name="Freeform 700">
              <a:extLst>
                <a:ext uri="{FF2B5EF4-FFF2-40B4-BE49-F238E27FC236}">
                  <a16:creationId xmlns:a16="http://schemas.microsoft.com/office/drawing/2014/main" id="{E30A90D9-0683-4A2D-AEC7-BAAD92380534}"/>
                </a:ext>
              </a:extLst>
            </p:cNvPr>
            <p:cNvSpPr>
              <a:spLocks/>
            </p:cNvSpPr>
            <p:nvPr/>
          </p:nvSpPr>
          <p:spPr bwMode="white">
            <a:xfrm>
              <a:off x="1200" y="2269"/>
              <a:ext cx="1559" cy="1113"/>
            </a:xfrm>
            <a:custGeom>
              <a:avLst/>
              <a:gdLst>
                <a:gd name="T0" fmla="*/ 0 w 659"/>
                <a:gd name="T1" fmla="*/ 0 h 469"/>
                <a:gd name="T2" fmla="*/ 0 w 659"/>
                <a:gd name="T3" fmla="*/ 469 h 469"/>
                <a:gd name="T4" fmla="*/ 85 w 659"/>
                <a:gd name="T5" fmla="*/ 469 h 469"/>
                <a:gd name="T6" fmla="*/ 85 w 659"/>
                <a:gd name="T7" fmla="*/ 72 h 469"/>
                <a:gd name="T8" fmla="*/ 282 w 659"/>
                <a:gd name="T9" fmla="*/ 72 h 469"/>
                <a:gd name="T10" fmla="*/ 282 w 659"/>
                <a:gd name="T11" fmla="*/ 469 h 469"/>
                <a:gd name="T12" fmla="*/ 367 w 659"/>
                <a:gd name="T13" fmla="*/ 469 h 469"/>
                <a:gd name="T14" fmla="*/ 367 w 659"/>
                <a:gd name="T15" fmla="*/ 72 h 469"/>
                <a:gd name="T16" fmla="*/ 498 w 659"/>
                <a:gd name="T17" fmla="*/ 72 h 469"/>
                <a:gd name="T18" fmla="*/ 573 w 659"/>
                <a:gd name="T19" fmla="*/ 155 h 469"/>
                <a:gd name="T20" fmla="*/ 573 w 659"/>
                <a:gd name="T21" fmla="*/ 469 h 469"/>
                <a:gd name="T22" fmla="*/ 659 w 659"/>
                <a:gd name="T23" fmla="*/ 469 h 469"/>
                <a:gd name="T24" fmla="*/ 659 w 659"/>
                <a:gd name="T25" fmla="*/ 132 h 469"/>
                <a:gd name="T26" fmla="*/ 541 w 659"/>
                <a:gd name="T27" fmla="*/ 0 h 469"/>
                <a:gd name="T28" fmla="*/ 0 w 659"/>
                <a:gd name="T29"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9" h="469">
                  <a:moveTo>
                    <a:pt x="0" y="0"/>
                  </a:moveTo>
                  <a:cubicBezTo>
                    <a:pt x="0" y="469"/>
                    <a:pt x="0" y="469"/>
                    <a:pt x="0" y="469"/>
                  </a:cubicBezTo>
                  <a:cubicBezTo>
                    <a:pt x="85" y="469"/>
                    <a:pt x="85" y="469"/>
                    <a:pt x="85" y="469"/>
                  </a:cubicBezTo>
                  <a:cubicBezTo>
                    <a:pt x="85" y="72"/>
                    <a:pt x="85" y="72"/>
                    <a:pt x="85" y="72"/>
                  </a:cubicBezTo>
                  <a:cubicBezTo>
                    <a:pt x="85" y="72"/>
                    <a:pt x="218" y="72"/>
                    <a:pt x="282" y="72"/>
                  </a:cubicBezTo>
                  <a:cubicBezTo>
                    <a:pt x="282" y="469"/>
                    <a:pt x="282" y="469"/>
                    <a:pt x="282" y="469"/>
                  </a:cubicBezTo>
                  <a:cubicBezTo>
                    <a:pt x="367" y="469"/>
                    <a:pt x="367" y="469"/>
                    <a:pt x="367" y="469"/>
                  </a:cubicBezTo>
                  <a:cubicBezTo>
                    <a:pt x="367" y="72"/>
                    <a:pt x="367" y="72"/>
                    <a:pt x="367" y="72"/>
                  </a:cubicBezTo>
                  <a:cubicBezTo>
                    <a:pt x="424" y="72"/>
                    <a:pt x="472" y="72"/>
                    <a:pt x="498" y="72"/>
                  </a:cubicBezTo>
                  <a:cubicBezTo>
                    <a:pt x="542" y="72"/>
                    <a:pt x="573" y="98"/>
                    <a:pt x="573" y="155"/>
                  </a:cubicBezTo>
                  <a:cubicBezTo>
                    <a:pt x="573" y="469"/>
                    <a:pt x="573" y="469"/>
                    <a:pt x="573" y="469"/>
                  </a:cubicBezTo>
                  <a:cubicBezTo>
                    <a:pt x="659" y="469"/>
                    <a:pt x="659" y="469"/>
                    <a:pt x="659" y="469"/>
                  </a:cubicBezTo>
                  <a:cubicBezTo>
                    <a:pt x="659" y="346"/>
                    <a:pt x="659" y="239"/>
                    <a:pt x="659" y="132"/>
                  </a:cubicBezTo>
                  <a:cubicBezTo>
                    <a:pt x="659" y="68"/>
                    <a:pt x="626" y="0"/>
                    <a:pt x="541" y="0"/>
                  </a:cubicBezTo>
                  <a:cubicBezTo>
                    <a:pt x="0" y="0"/>
                    <a:pt x="0" y="0"/>
                    <a:pt x="0"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31" name="Freeform 701">
              <a:extLst>
                <a:ext uri="{FF2B5EF4-FFF2-40B4-BE49-F238E27FC236}">
                  <a16:creationId xmlns:a16="http://schemas.microsoft.com/office/drawing/2014/main" id="{3D2ABDC6-CCCA-454A-8076-7C0B45438812}"/>
                </a:ext>
              </a:extLst>
            </p:cNvPr>
            <p:cNvSpPr>
              <a:spLocks/>
            </p:cNvSpPr>
            <p:nvPr/>
          </p:nvSpPr>
          <p:spPr bwMode="white">
            <a:xfrm>
              <a:off x="2877" y="2269"/>
              <a:ext cx="1107" cy="1113"/>
            </a:xfrm>
            <a:custGeom>
              <a:avLst/>
              <a:gdLst>
                <a:gd name="T0" fmla="*/ 121 w 468"/>
                <a:gd name="T1" fmla="*/ 0 h 469"/>
                <a:gd name="T2" fmla="*/ 0 w 468"/>
                <a:gd name="T3" fmla="*/ 130 h 469"/>
                <a:gd name="T4" fmla="*/ 115 w 468"/>
                <a:gd name="T5" fmla="*/ 266 h 469"/>
                <a:gd name="T6" fmla="*/ 319 w 468"/>
                <a:gd name="T7" fmla="*/ 266 h 469"/>
                <a:gd name="T8" fmla="*/ 381 w 468"/>
                <a:gd name="T9" fmla="*/ 335 h 469"/>
                <a:gd name="T10" fmla="*/ 320 w 468"/>
                <a:gd name="T11" fmla="*/ 398 h 469"/>
                <a:gd name="T12" fmla="*/ 8 w 468"/>
                <a:gd name="T13" fmla="*/ 398 h 469"/>
                <a:gd name="T14" fmla="*/ 8 w 468"/>
                <a:gd name="T15" fmla="*/ 469 h 469"/>
                <a:gd name="T16" fmla="*/ 356 w 468"/>
                <a:gd name="T17" fmla="*/ 469 h 469"/>
                <a:gd name="T18" fmla="*/ 468 w 468"/>
                <a:gd name="T19" fmla="*/ 336 h 469"/>
                <a:gd name="T20" fmla="*/ 362 w 468"/>
                <a:gd name="T21" fmla="*/ 194 h 469"/>
                <a:gd name="T22" fmla="*/ 142 w 468"/>
                <a:gd name="T23" fmla="*/ 194 h 469"/>
                <a:gd name="T24" fmla="*/ 86 w 468"/>
                <a:gd name="T25" fmla="*/ 132 h 469"/>
                <a:gd name="T26" fmla="*/ 151 w 468"/>
                <a:gd name="T27" fmla="*/ 72 h 469"/>
                <a:gd name="T28" fmla="*/ 452 w 468"/>
                <a:gd name="T29" fmla="*/ 72 h 469"/>
                <a:gd name="T30" fmla="*/ 452 w 468"/>
                <a:gd name="T31" fmla="*/ 0 h 469"/>
                <a:gd name="T32" fmla="*/ 121 w 468"/>
                <a:gd name="T33"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8" h="469">
                  <a:moveTo>
                    <a:pt x="121" y="0"/>
                  </a:moveTo>
                  <a:cubicBezTo>
                    <a:pt x="28" y="0"/>
                    <a:pt x="0" y="62"/>
                    <a:pt x="0" y="130"/>
                  </a:cubicBezTo>
                  <a:cubicBezTo>
                    <a:pt x="0" y="204"/>
                    <a:pt x="31" y="266"/>
                    <a:pt x="115" y="266"/>
                  </a:cubicBezTo>
                  <a:cubicBezTo>
                    <a:pt x="191" y="266"/>
                    <a:pt x="262" y="266"/>
                    <a:pt x="319" y="266"/>
                  </a:cubicBezTo>
                  <a:cubicBezTo>
                    <a:pt x="381" y="266"/>
                    <a:pt x="381" y="314"/>
                    <a:pt x="381" y="335"/>
                  </a:cubicBezTo>
                  <a:cubicBezTo>
                    <a:pt x="381" y="356"/>
                    <a:pt x="381" y="398"/>
                    <a:pt x="320" y="398"/>
                  </a:cubicBezTo>
                  <a:cubicBezTo>
                    <a:pt x="272" y="398"/>
                    <a:pt x="8" y="398"/>
                    <a:pt x="8" y="398"/>
                  </a:cubicBezTo>
                  <a:cubicBezTo>
                    <a:pt x="8" y="398"/>
                    <a:pt x="8" y="449"/>
                    <a:pt x="8" y="469"/>
                  </a:cubicBezTo>
                  <a:cubicBezTo>
                    <a:pt x="356" y="469"/>
                    <a:pt x="356" y="469"/>
                    <a:pt x="356" y="469"/>
                  </a:cubicBezTo>
                  <a:cubicBezTo>
                    <a:pt x="443" y="469"/>
                    <a:pt x="468" y="418"/>
                    <a:pt x="468" y="336"/>
                  </a:cubicBezTo>
                  <a:cubicBezTo>
                    <a:pt x="468" y="238"/>
                    <a:pt x="436" y="194"/>
                    <a:pt x="362" y="194"/>
                  </a:cubicBezTo>
                  <a:cubicBezTo>
                    <a:pt x="274" y="194"/>
                    <a:pt x="213" y="194"/>
                    <a:pt x="142" y="194"/>
                  </a:cubicBezTo>
                  <a:cubicBezTo>
                    <a:pt x="86" y="194"/>
                    <a:pt x="86" y="157"/>
                    <a:pt x="86" y="132"/>
                  </a:cubicBezTo>
                  <a:cubicBezTo>
                    <a:pt x="86" y="112"/>
                    <a:pt x="92" y="72"/>
                    <a:pt x="151" y="72"/>
                  </a:cubicBezTo>
                  <a:cubicBezTo>
                    <a:pt x="214" y="72"/>
                    <a:pt x="452" y="72"/>
                    <a:pt x="452" y="72"/>
                  </a:cubicBezTo>
                  <a:cubicBezTo>
                    <a:pt x="452" y="43"/>
                    <a:pt x="452" y="27"/>
                    <a:pt x="452" y="0"/>
                  </a:cubicBezTo>
                  <a:cubicBezTo>
                    <a:pt x="121" y="0"/>
                    <a:pt x="121" y="0"/>
                    <a:pt x="121"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32" name="Freeform 702">
              <a:extLst>
                <a:ext uri="{FF2B5EF4-FFF2-40B4-BE49-F238E27FC236}">
                  <a16:creationId xmlns:a16="http://schemas.microsoft.com/office/drawing/2014/main" id="{8499FD1F-F3FF-48B9-A523-B5DB1F1AF824}"/>
                </a:ext>
              </a:extLst>
            </p:cNvPr>
            <p:cNvSpPr>
              <a:spLocks noEditPoints="1"/>
            </p:cNvSpPr>
            <p:nvPr/>
          </p:nvSpPr>
          <p:spPr bwMode="white">
            <a:xfrm>
              <a:off x="4107" y="2269"/>
              <a:ext cx="1090" cy="1455"/>
            </a:xfrm>
            <a:custGeom>
              <a:avLst/>
              <a:gdLst>
                <a:gd name="T0" fmla="*/ 170 w 461"/>
                <a:gd name="T1" fmla="*/ 0 h 613"/>
                <a:gd name="T2" fmla="*/ 44 w 461"/>
                <a:gd name="T3" fmla="*/ 29 h 613"/>
                <a:gd name="T4" fmla="*/ 0 w 461"/>
                <a:gd name="T5" fmla="*/ 149 h 613"/>
                <a:gd name="T6" fmla="*/ 0 w 461"/>
                <a:gd name="T7" fmla="*/ 233 h 613"/>
                <a:gd name="T8" fmla="*/ 0 w 461"/>
                <a:gd name="T9" fmla="*/ 318 h 613"/>
                <a:gd name="T10" fmla="*/ 47 w 461"/>
                <a:gd name="T11" fmla="*/ 445 h 613"/>
                <a:gd name="T12" fmla="*/ 170 w 461"/>
                <a:gd name="T13" fmla="*/ 469 h 613"/>
                <a:gd name="T14" fmla="*/ 376 w 461"/>
                <a:gd name="T15" fmla="*/ 469 h 613"/>
                <a:gd name="T16" fmla="*/ 376 w 461"/>
                <a:gd name="T17" fmla="*/ 487 h 613"/>
                <a:gd name="T18" fmla="*/ 328 w 461"/>
                <a:gd name="T19" fmla="*/ 538 h 613"/>
                <a:gd name="T20" fmla="*/ 61 w 461"/>
                <a:gd name="T21" fmla="*/ 538 h 613"/>
                <a:gd name="T22" fmla="*/ 61 w 461"/>
                <a:gd name="T23" fmla="*/ 613 h 613"/>
                <a:gd name="T24" fmla="*/ 356 w 461"/>
                <a:gd name="T25" fmla="*/ 613 h 613"/>
                <a:gd name="T26" fmla="*/ 461 w 461"/>
                <a:gd name="T27" fmla="*/ 511 h 613"/>
                <a:gd name="T28" fmla="*/ 461 w 461"/>
                <a:gd name="T29" fmla="*/ 0 h 613"/>
                <a:gd name="T30" fmla="*/ 170 w 461"/>
                <a:gd name="T31" fmla="*/ 0 h 613"/>
                <a:gd name="T32" fmla="*/ 376 w 461"/>
                <a:gd name="T33" fmla="*/ 398 h 613"/>
                <a:gd name="T34" fmla="*/ 196 w 461"/>
                <a:gd name="T35" fmla="*/ 398 h 613"/>
                <a:gd name="T36" fmla="*/ 88 w 461"/>
                <a:gd name="T37" fmla="*/ 333 h 613"/>
                <a:gd name="T38" fmla="*/ 88 w 461"/>
                <a:gd name="T39" fmla="*/ 231 h 613"/>
                <a:gd name="T40" fmla="*/ 88 w 461"/>
                <a:gd name="T41" fmla="*/ 148 h 613"/>
                <a:gd name="T42" fmla="*/ 200 w 461"/>
                <a:gd name="T43" fmla="*/ 72 h 613"/>
                <a:gd name="T44" fmla="*/ 376 w 461"/>
                <a:gd name="T45" fmla="*/ 72 h 613"/>
                <a:gd name="T46" fmla="*/ 376 w 461"/>
                <a:gd name="T47" fmla="*/ 398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1" h="613">
                  <a:moveTo>
                    <a:pt x="170" y="0"/>
                  </a:moveTo>
                  <a:cubicBezTo>
                    <a:pt x="94" y="0"/>
                    <a:pt x="65" y="12"/>
                    <a:pt x="44" y="29"/>
                  </a:cubicBezTo>
                  <a:cubicBezTo>
                    <a:pt x="22" y="47"/>
                    <a:pt x="1" y="70"/>
                    <a:pt x="0" y="149"/>
                  </a:cubicBezTo>
                  <a:cubicBezTo>
                    <a:pt x="0" y="233"/>
                    <a:pt x="0" y="233"/>
                    <a:pt x="0" y="233"/>
                  </a:cubicBezTo>
                  <a:cubicBezTo>
                    <a:pt x="0" y="318"/>
                    <a:pt x="0" y="318"/>
                    <a:pt x="0" y="318"/>
                  </a:cubicBezTo>
                  <a:cubicBezTo>
                    <a:pt x="0" y="402"/>
                    <a:pt x="23" y="425"/>
                    <a:pt x="47" y="445"/>
                  </a:cubicBezTo>
                  <a:cubicBezTo>
                    <a:pt x="63" y="456"/>
                    <a:pt x="89" y="469"/>
                    <a:pt x="170" y="469"/>
                  </a:cubicBezTo>
                  <a:cubicBezTo>
                    <a:pt x="376" y="469"/>
                    <a:pt x="376" y="469"/>
                    <a:pt x="376" y="469"/>
                  </a:cubicBezTo>
                  <a:cubicBezTo>
                    <a:pt x="376" y="469"/>
                    <a:pt x="376" y="484"/>
                    <a:pt x="376" y="487"/>
                  </a:cubicBezTo>
                  <a:cubicBezTo>
                    <a:pt x="376" y="523"/>
                    <a:pt x="369" y="538"/>
                    <a:pt x="328" y="538"/>
                  </a:cubicBezTo>
                  <a:cubicBezTo>
                    <a:pt x="61" y="538"/>
                    <a:pt x="61" y="538"/>
                    <a:pt x="61" y="538"/>
                  </a:cubicBezTo>
                  <a:cubicBezTo>
                    <a:pt x="61" y="613"/>
                    <a:pt x="61" y="613"/>
                    <a:pt x="61" y="613"/>
                  </a:cubicBezTo>
                  <a:cubicBezTo>
                    <a:pt x="356" y="613"/>
                    <a:pt x="356" y="613"/>
                    <a:pt x="356" y="613"/>
                  </a:cubicBezTo>
                  <a:cubicBezTo>
                    <a:pt x="435" y="613"/>
                    <a:pt x="461" y="578"/>
                    <a:pt x="461" y="511"/>
                  </a:cubicBezTo>
                  <a:cubicBezTo>
                    <a:pt x="461" y="0"/>
                    <a:pt x="461" y="0"/>
                    <a:pt x="461" y="0"/>
                  </a:cubicBezTo>
                  <a:lnTo>
                    <a:pt x="170" y="0"/>
                  </a:lnTo>
                  <a:close/>
                  <a:moveTo>
                    <a:pt x="376" y="398"/>
                  </a:moveTo>
                  <a:cubicBezTo>
                    <a:pt x="196" y="398"/>
                    <a:pt x="196" y="398"/>
                    <a:pt x="196" y="398"/>
                  </a:cubicBezTo>
                  <a:cubicBezTo>
                    <a:pt x="143" y="398"/>
                    <a:pt x="89" y="402"/>
                    <a:pt x="88" y="333"/>
                  </a:cubicBezTo>
                  <a:cubicBezTo>
                    <a:pt x="88" y="330"/>
                    <a:pt x="88" y="305"/>
                    <a:pt x="88" y="231"/>
                  </a:cubicBezTo>
                  <a:cubicBezTo>
                    <a:pt x="88" y="169"/>
                    <a:pt x="87" y="154"/>
                    <a:pt x="88" y="148"/>
                  </a:cubicBezTo>
                  <a:cubicBezTo>
                    <a:pt x="91" y="90"/>
                    <a:pt x="112" y="70"/>
                    <a:pt x="200" y="72"/>
                  </a:cubicBezTo>
                  <a:cubicBezTo>
                    <a:pt x="205" y="72"/>
                    <a:pt x="376" y="72"/>
                    <a:pt x="376" y="72"/>
                  </a:cubicBezTo>
                  <a:lnTo>
                    <a:pt x="376" y="39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grpSp>
      <p:sp>
        <p:nvSpPr>
          <p:cNvPr id="5" name="Foliennummernplatzhalter 4">
            <a:extLst>
              <a:ext uri="{FF2B5EF4-FFF2-40B4-BE49-F238E27FC236}">
                <a16:creationId xmlns:a16="http://schemas.microsoft.com/office/drawing/2014/main" id="{A78A9FB1-AE9D-4D95-BC30-839560C8E09E}"/>
              </a:ext>
            </a:extLst>
          </p:cNvPr>
          <p:cNvSpPr>
            <a:spLocks noGrp="1"/>
          </p:cNvSpPr>
          <p:nvPr>
            <p:ph type="sldNum" sz="quarter" idx="12"/>
          </p:nvPr>
        </p:nvSpPr>
        <p:spPr/>
        <p:txBody>
          <a:bodyPr/>
          <a:lstStyle>
            <a:lvl1pPr>
              <a:defRPr>
                <a:solidFill>
                  <a:schemeClr val="bg1"/>
                </a:solidFill>
              </a:defRPr>
            </a:lvl1pPr>
          </a:lstStyle>
          <a:p>
            <a:fld id="{B27B0579-4238-4E44-9A9E-134B676F827C}" type="slidenum">
              <a:rPr lang="de-DE" smtClean="0"/>
              <a:pPr/>
              <a:t>‹Nr.›</a:t>
            </a:fld>
            <a:endParaRPr lang="de-DE" dirty="0"/>
          </a:p>
        </p:txBody>
      </p:sp>
      <p:sp>
        <p:nvSpPr>
          <p:cNvPr id="2" name="Titel 1">
            <a:extLst>
              <a:ext uri="{FF2B5EF4-FFF2-40B4-BE49-F238E27FC236}">
                <a16:creationId xmlns:a16="http://schemas.microsoft.com/office/drawing/2014/main" id="{301CD17C-F7CD-400F-8C87-7E84E2E8CE8D}"/>
              </a:ext>
            </a:extLst>
          </p:cNvPr>
          <p:cNvSpPr>
            <a:spLocks noGrp="1"/>
          </p:cNvSpPr>
          <p:nvPr>
            <p:ph type="title"/>
          </p:nvPr>
        </p:nvSpPr>
        <p:spPr>
          <a:xfrm>
            <a:off x="841375" y="1270000"/>
            <a:ext cx="5254625" cy="1173722"/>
          </a:xfrm>
        </p:spPr>
        <p:txBody>
          <a:bodyPr anchor="b" anchorCtr="0"/>
          <a:lstStyle>
            <a:lvl1pPr>
              <a:defRPr sz="2800">
                <a:solidFill>
                  <a:schemeClr val="bg1"/>
                </a:solidFill>
              </a:defRPr>
            </a:lvl1pPr>
          </a:lstStyle>
          <a:p>
            <a:r>
              <a:rPr lang="de-DE"/>
              <a:t>Mastertitelformat bearbeiten</a:t>
            </a:r>
            <a:endParaRPr lang="de-DE" dirty="0"/>
          </a:p>
        </p:txBody>
      </p:sp>
      <p:sp>
        <p:nvSpPr>
          <p:cNvPr id="20" name="Inhaltsplatzhalter 2">
            <a:extLst>
              <a:ext uri="{FF2B5EF4-FFF2-40B4-BE49-F238E27FC236}">
                <a16:creationId xmlns:a16="http://schemas.microsoft.com/office/drawing/2014/main" id="{A14D0A9B-1A56-4DBD-BBD8-24E45EB26EDA}"/>
              </a:ext>
            </a:extLst>
          </p:cNvPr>
          <p:cNvSpPr>
            <a:spLocks noGrp="1"/>
          </p:cNvSpPr>
          <p:nvPr>
            <p:ph sz="quarter" idx="17"/>
          </p:nvPr>
        </p:nvSpPr>
        <p:spPr>
          <a:xfrm>
            <a:off x="841375" y="2852738"/>
            <a:ext cx="5254625" cy="3455986"/>
          </a:xfrm>
        </p:spPr>
        <p:txBody>
          <a:bodyPr/>
          <a:lstStyle>
            <a:lvl1pPr>
              <a:defRPr>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lvl="0"/>
            <a:r>
              <a:rPr lang="de-DE"/>
              <a:t>Mastertextformat bearbeiten</a:t>
            </a:r>
          </a:p>
          <a:p>
            <a:pPr lvl="1"/>
            <a:r>
              <a:rPr lang="de-DE"/>
              <a:t>Zweite Ebene</a:t>
            </a:r>
          </a:p>
          <a:p>
            <a:pPr lvl="2"/>
            <a:r>
              <a:rPr lang="de-DE"/>
              <a:t>Dritte Ebene</a:t>
            </a:r>
          </a:p>
        </p:txBody>
      </p:sp>
    </p:spTree>
    <p:extLst>
      <p:ext uri="{BB962C8B-B14F-4D97-AF65-F5344CB8AC3E}">
        <p14:creationId xmlns:p14="http://schemas.microsoft.com/office/powerpoint/2010/main" val="17847599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Bild rund rechts 4">
    <p:bg bwMode="invGray">
      <p:bgPr>
        <a:solidFill>
          <a:schemeClr val="accent1"/>
        </a:solidFill>
        <a:effectLst/>
      </p:bgPr>
    </p:bg>
    <p:spTree>
      <p:nvGrpSpPr>
        <p:cNvPr id="1" name=""/>
        <p:cNvGrpSpPr/>
        <p:nvPr/>
      </p:nvGrpSpPr>
      <p:grpSpPr>
        <a:xfrm>
          <a:off x="0" y="0"/>
          <a:ext cx="0" cy="0"/>
          <a:chOff x="0" y="0"/>
          <a:chExt cx="0" cy="0"/>
        </a:xfrm>
      </p:grpSpPr>
      <p:sp>
        <p:nvSpPr>
          <p:cNvPr id="22" name="Freihandform: Form 21">
            <a:extLst>
              <a:ext uri="{FF2B5EF4-FFF2-40B4-BE49-F238E27FC236}">
                <a16:creationId xmlns:a16="http://schemas.microsoft.com/office/drawing/2014/main" id="{6FA91B71-456D-48EF-9C07-DD8F3AF95312}"/>
              </a:ext>
            </a:extLst>
          </p:cNvPr>
          <p:cNvSpPr/>
          <p:nvPr/>
        </p:nvSpPr>
        <p:spPr>
          <a:xfrm>
            <a:off x="6312026" y="-17999"/>
            <a:ext cx="5897971" cy="6893999"/>
          </a:xfrm>
          <a:custGeom>
            <a:avLst/>
            <a:gdLst>
              <a:gd name="connsiteX0" fmla="*/ 1143849 w 5897971"/>
              <a:gd name="connsiteY0" fmla="*/ 0 h 6893999"/>
              <a:gd name="connsiteX1" fmla="*/ 5897971 w 5897971"/>
              <a:gd name="connsiteY1" fmla="*/ 0 h 6893999"/>
              <a:gd name="connsiteX2" fmla="*/ 5897971 w 5897971"/>
              <a:gd name="connsiteY2" fmla="*/ 6893999 h 6893999"/>
              <a:gd name="connsiteX3" fmla="*/ 1146454 w 5897971"/>
              <a:gd name="connsiteY3" fmla="*/ 6893999 h 6893999"/>
              <a:gd name="connsiteX4" fmla="*/ 1144103 w 5897971"/>
              <a:gd name="connsiteY4" fmla="*/ 6891006 h 6893999"/>
              <a:gd name="connsiteX5" fmla="*/ 0 w 5897971"/>
              <a:gd name="connsiteY5" fmla="*/ 3445325 h 6893999"/>
              <a:gd name="connsiteX6" fmla="*/ 983540 w 5897971"/>
              <a:gd name="connsiteY6" fmla="*/ 225433 h 6893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97971" h="6893999">
                <a:moveTo>
                  <a:pt x="1143849" y="0"/>
                </a:moveTo>
                <a:lnTo>
                  <a:pt x="5897971" y="0"/>
                </a:lnTo>
                <a:lnTo>
                  <a:pt x="5897971" y="6893999"/>
                </a:lnTo>
                <a:lnTo>
                  <a:pt x="1146454" y="6893999"/>
                </a:lnTo>
                <a:lnTo>
                  <a:pt x="1144103" y="6891006"/>
                </a:lnTo>
                <a:cubicBezTo>
                  <a:pt x="425532" y="5930165"/>
                  <a:pt x="0" y="4737440"/>
                  <a:pt x="0" y="3445325"/>
                </a:cubicBezTo>
                <a:cubicBezTo>
                  <a:pt x="0" y="2252604"/>
                  <a:pt x="362583" y="1144570"/>
                  <a:pt x="983540" y="22543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b="1" i="0" dirty="0">
              <a:latin typeface="Calibri" panose="020F0502020204030204" pitchFamily="34" charset="0"/>
            </a:endParaRPr>
          </a:p>
        </p:txBody>
      </p:sp>
      <p:sp>
        <p:nvSpPr>
          <p:cNvPr id="17" name="Freihandform 23">
            <a:extLst>
              <a:ext uri="{FF2B5EF4-FFF2-40B4-BE49-F238E27FC236}">
                <a16:creationId xmlns:a16="http://schemas.microsoft.com/office/drawing/2014/main" id="{4D22E061-D616-421D-9076-132A92859873}"/>
              </a:ext>
            </a:extLst>
          </p:cNvPr>
          <p:cNvSpPr/>
          <p:nvPr/>
        </p:nvSpPr>
        <p:spPr bwMode="white">
          <a:xfrm rot="10800000" flipH="1">
            <a:off x="1" y="2087918"/>
            <a:ext cx="4316105" cy="4770082"/>
          </a:xfrm>
          <a:custGeom>
            <a:avLst/>
            <a:gdLst>
              <a:gd name="connsiteX0" fmla="*/ 0 w 5562328"/>
              <a:gd name="connsiteY0" fmla="*/ 0 h 6147385"/>
              <a:gd name="connsiteX1" fmla="*/ 4578774 w 5562328"/>
              <a:gd name="connsiteY1" fmla="*/ 0 h 6147385"/>
              <a:gd name="connsiteX2" fmla="*/ 4727110 w 5562328"/>
              <a:gd name="connsiteY2" fmla="*/ 163212 h 6147385"/>
              <a:gd name="connsiteX3" fmla="*/ 5562328 w 5562328"/>
              <a:gd name="connsiteY3" fmla="*/ 2489785 h 6147385"/>
              <a:gd name="connsiteX4" fmla="*/ 1904728 w 5562328"/>
              <a:gd name="connsiteY4" fmla="*/ 6147385 h 6147385"/>
              <a:gd name="connsiteX5" fmla="*/ 161299 w 5562328"/>
              <a:gd name="connsiteY5" fmla="*/ 5705932 h 6147385"/>
              <a:gd name="connsiteX6" fmla="*/ 0 w 5562328"/>
              <a:gd name="connsiteY6" fmla="*/ 5607941 h 6147385"/>
              <a:gd name="connsiteX7" fmla="*/ 0 w 5562328"/>
              <a:gd name="connsiteY7" fmla="*/ 0 h 614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62328" h="6147385">
                <a:moveTo>
                  <a:pt x="0" y="0"/>
                </a:moveTo>
                <a:lnTo>
                  <a:pt x="4578774" y="0"/>
                </a:lnTo>
                <a:lnTo>
                  <a:pt x="4727110" y="163212"/>
                </a:lnTo>
                <a:cubicBezTo>
                  <a:pt x="5248888" y="795461"/>
                  <a:pt x="5562328" y="1606019"/>
                  <a:pt x="5562328" y="2489785"/>
                </a:cubicBezTo>
                <a:cubicBezTo>
                  <a:pt x="5562328" y="4509822"/>
                  <a:pt x="3924765" y="6147385"/>
                  <a:pt x="1904728" y="6147385"/>
                </a:cubicBezTo>
                <a:cubicBezTo>
                  <a:pt x="1273467" y="6147385"/>
                  <a:pt x="679556" y="5987467"/>
                  <a:pt x="161299" y="5705932"/>
                </a:cubicBezTo>
                <a:lnTo>
                  <a:pt x="0" y="5607941"/>
                </a:lnTo>
                <a:lnTo>
                  <a:pt x="0" y="0"/>
                </a:lnTo>
                <a:close/>
              </a:path>
            </a:pathLst>
          </a:custGeom>
          <a:solidFill>
            <a:srgbClr val="631441">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sp>
        <p:nvSpPr>
          <p:cNvPr id="18" name="Oval 22">
            <a:extLst>
              <a:ext uri="{FF2B5EF4-FFF2-40B4-BE49-F238E27FC236}">
                <a16:creationId xmlns:a16="http://schemas.microsoft.com/office/drawing/2014/main" id="{D9C4CDB5-94CA-4499-9722-5F8DA0D296BA}"/>
              </a:ext>
            </a:extLst>
          </p:cNvPr>
          <p:cNvSpPr/>
          <p:nvPr/>
        </p:nvSpPr>
        <p:spPr bwMode="white">
          <a:xfrm rot="10800000">
            <a:off x="2975648" y="2489173"/>
            <a:ext cx="2011494" cy="2011494"/>
          </a:xfrm>
          <a:prstGeom prst="ellipse">
            <a:avLst/>
          </a:prstGeom>
          <a:solidFill>
            <a:srgbClr val="631441">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sp>
        <p:nvSpPr>
          <p:cNvPr id="19" name="Oval 24">
            <a:extLst>
              <a:ext uri="{FF2B5EF4-FFF2-40B4-BE49-F238E27FC236}">
                <a16:creationId xmlns:a16="http://schemas.microsoft.com/office/drawing/2014/main" id="{E20D9E82-9E01-435A-8553-74A7A641841A}"/>
              </a:ext>
            </a:extLst>
          </p:cNvPr>
          <p:cNvSpPr/>
          <p:nvPr/>
        </p:nvSpPr>
        <p:spPr bwMode="white">
          <a:xfrm rot="10800000">
            <a:off x="5745726" y="445403"/>
            <a:ext cx="639544" cy="639544"/>
          </a:xfrm>
          <a:prstGeom prst="ellipse">
            <a:avLst/>
          </a:prstGeom>
          <a:solidFill>
            <a:srgbClr val="631441">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sp>
        <p:nvSpPr>
          <p:cNvPr id="4" name="Fußzeilenplatzhalter 3">
            <a:extLst>
              <a:ext uri="{FF2B5EF4-FFF2-40B4-BE49-F238E27FC236}">
                <a16:creationId xmlns:a16="http://schemas.microsoft.com/office/drawing/2014/main" id="{490A100D-F59A-433C-8823-A0324FF808DA}"/>
              </a:ext>
            </a:extLst>
          </p:cNvPr>
          <p:cNvSpPr>
            <a:spLocks noGrp="1"/>
          </p:cNvSpPr>
          <p:nvPr>
            <p:ph type="ftr" sz="quarter" idx="11"/>
          </p:nvPr>
        </p:nvSpPr>
        <p:spPr/>
        <p:txBody>
          <a:bodyPr/>
          <a:lstStyle>
            <a:lvl1pPr>
              <a:defRPr>
                <a:solidFill>
                  <a:schemeClr val="bg1"/>
                </a:solidFill>
              </a:defRPr>
            </a:lvl1pPr>
          </a:lstStyle>
          <a:p>
            <a:r>
              <a:rPr lang="de-DE"/>
              <a:t>© msg systems ag | 2021 | Präsentationstitel</a:t>
            </a:r>
            <a:endParaRPr lang="de-DE" dirty="0"/>
          </a:p>
        </p:txBody>
      </p:sp>
      <p:sp>
        <p:nvSpPr>
          <p:cNvPr id="29" name="Bildplatzhalter 28">
            <a:extLst>
              <a:ext uri="{FF2B5EF4-FFF2-40B4-BE49-F238E27FC236}">
                <a16:creationId xmlns:a16="http://schemas.microsoft.com/office/drawing/2014/main" id="{89937C0F-2FC9-4451-836F-F2D715489DB9}"/>
              </a:ext>
            </a:extLst>
          </p:cNvPr>
          <p:cNvSpPr>
            <a:spLocks noGrp="1"/>
          </p:cNvSpPr>
          <p:nvPr>
            <p:ph type="pic" sz="quarter" idx="14" hasCustomPrompt="1"/>
          </p:nvPr>
        </p:nvSpPr>
        <p:spPr>
          <a:xfrm>
            <a:off x="6588122" y="0"/>
            <a:ext cx="5603879" cy="6858000"/>
          </a:xfrm>
          <a:custGeom>
            <a:avLst/>
            <a:gdLst>
              <a:gd name="connsiteX0" fmla="*/ 1210346 w 5603879"/>
              <a:gd name="connsiteY0" fmla="*/ 0 h 6858000"/>
              <a:gd name="connsiteX1" fmla="*/ 5603879 w 5603879"/>
              <a:gd name="connsiteY1" fmla="*/ 0 h 6858000"/>
              <a:gd name="connsiteX2" fmla="*/ 5603879 w 5603879"/>
              <a:gd name="connsiteY2" fmla="*/ 6858000 h 6858000"/>
              <a:gd name="connsiteX3" fmla="*/ 1158141 w 5603879"/>
              <a:gd name="connsiteY3" fmla="*/ 6858000 h 6858000"/>
              <a:gd name="connsiteX4" fmla="*/ 1105141 w 5603879"/>
              <a:gd name="connsiteY4" fmla="*/ 6790557 h 6858000"/>
              <a:gd name="connsiteX5" fmla="*/ 0 w 5603879"/>
              <a:gd name="connsiteY5" fmla="*/ 3462216 h 6858000"/>
              <a:gd name="connsiteX6" fmla="*/ 1105142 w 5603879"/>
              <a:gd name="connsiteY6" fmla="*/ 13387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3879" h="6858000">
                <a:moveTo>
                  <a:pt x="1210346" y="0"/>
                </a:moveTo>
                <a:lnTo>
                  <a:pt x="5603879" y="0"/>
                </a:lnTo>
                <a:lnTo>
                  <a:pt x="5603879" y="6858000"/>
                </a:lnTo>
                <a:lnTo>
                  <a:pt x="1158141" y="6858000"/>
                </a:lnTo>
                <a:lnTo>
                  <a:pt x="1105141" y="6790557"/>
                </a:lnTo>
                <a:cubicBezTo>
                  <a:pt x="411042" y="5862436"/>
                  <a:pt x="0" y="4710328"/>
                  <a:pt x="0" y="3462216"/>
                </a:cubicBezTo>
                <a:cubicBezTo>
                  <a:pt x="0" y="2214103"/>
                  <a:pt x="411043" y="1061996"/>
                  <a:pt x="1105142" y="133875"/>
                </a:cubicBezTo>
                <a:close/>
              </a:path>
            </a:pathLst>
          </a:custGeom>
          <a:solidFill>
            <a:schemeClr val="bg2"/>
          </a:solidFill>
        </p:spPr>
        <p:txBody>
          <a:bodyPr vert="horz" wrap="square" lIns="0" tIns="0" rIns="0" bIns="0" rtlCol="0" anchor="ctr">
            <a:noAutofit/>
          </a:bodyPr>
          <a:lstStyle>
            <a:lvl1pPr marL="7938" algn="ctr">
              <a:defRPr lang="de-DE" sz="1200" b="0" i="0" dirty="0">
                <a:latin typeface="+mn-lt"/>
              </a:defRPr>
            </a:lvl1pPr>
          </a:lstStyle>
          <a:p>
            <a:pPr marL="7938" lvl="0" algn="ctr"/>
            <a:r>
              <a:rPr lang="de-DE" dirty="0"/>
              <a:t>Bild durch Klicken auf das Symbol hinzufügen.</a:t>
            </a:r>
            <a:br>
              <a:rPr lang="de-DE" dirty="0"/>
            </a:br>
            <a:r>
              <a:rPr lang="de-DE" dirty="0"/>
              <a:t>Alternativ den Rahmen des Bildplatzhalters markieren (Klick auf die graue Fläche)</a:t>
            </a:r>
            <a:br>
              <a:rPr lang="de-DE" dirty="0"/>
            </a:br>
            <a:r>
              <a:rPr lang="de-DE" dirty="0"/>
              <a:t>und ein Bild aus den </a:t>
            </a:r>
            <a:r>
              <a:rPr lang="de-DE" dirty="0" err="1"/>
              <a:t>QuickSlide</a:t>
            </a:r>
            <a:r>
              <a:rPr lang="de-DE" dirty="0"/>
              <a:t>-Elementen hinzufügen.</a:t>
            </a:r>
            <a:br>
              <a:rPr lang="de-DE" dirty="0"/>
            </a:br>
            <a:r>
              <a:rPr lang="de-DE" dirty="0"/>
              <a:t>Anschließend die Folie zurücksetzen (Folie &gt; Zurücksetzen).</a:t>
            </a:r>
            <a:br>
              <a:rPr lang="de-DE" dirty="0"/>
            </a:br>
            <a:r>
              <a:rPr lang="de-DE" dirty="0"/>
              <a:t>Hierbei werden alle Platzhalter auf der Folie zurückgesetzt!</a:t>
            </a:r>
          </a:p>
        </p:txBody>
      </p:sp>
      <p:sp>
        <p:nvSpPr>
          <p:cNvPr id="27" name="Oval 28">
            <a:extLst>
              <a:ext uri="{FF2B5EF4-FFF2-40B4-BE49-F238E27FC236}">
                <a16:creationId xmlns:a16="http://schemas.microsoft.com/office/drawing/2014/main" id="{BD7EF478-F99A-4A42-9528-C5E65D7C2B34}"/>
              </a:ext>
            </a:extLst>
          </p:cNvPr>
          <p:cNvSpPr/>
          <p:nvPr/>
        </p:nvSpPr>
        <p:spPr bwMode="white">
          <a:xfrm>
            <a:off x="6859961" y="670323"/>
            <a:ext cx="216024" cy="216024"/>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grpSp>
        <p:nvGrpSpPr>
          <p:cNvPr id="25" name="Group 698">
            <a:extLst>
              <a:ext uri="{FF2B5EF4-FFF2-40B4-BE49-F238E27FC236}">
                <a16:creationId xmlns:a16="http://schemas.microsoft.com/office/drawing/2014/main" id="{66BD6048-7623-4F60-A9AA-1C7CB563DE51}"/>
              </a:ext>
            </a:extLst>
          </p:cNvPr>
          <p:cNvGrpSpPr>
            <a:grpSpLocks noChangeAspect="1"/>
          </p:cNvGrpSpPr>
          <p:nvPr/>
        </p:nvGrpSpPr>
        <p:grpSpPr bwMode="white">
          <a:xfrm>
            <a:off x="844061" y="406800"/>
            <a:ext cx="1386000" cy="435600"/>
            <a:chOff x="561" y="2269"/>
            <a:chExt cx="4636" cy="1455"/>
          </a:xfrm>
        </p:grpSpPr>
        <p:sp>
          <p:nvSpPr>
            <p:cNvPr id="26" name="AutoShape 697">
              <a:extLst>
                <a:ext uri="{FF2B5EF4-FFF2-40B4-BE49-F238E27FC236}">
                  <a16:creationId xmlns:a16="http://schemas.microsoft.com/office/drawing/2014/main" id="{AE487796-C4C9-465F-82DF-338F8668B27B}"/>
                </a:ext>
              </a:extLst>
            </p:cNvPr>
            <p:cNvSpPr>
              <a:spLocks noChangeAspect="1" noChangeArrowheads="1" noTextEdit="1"/>
            </p:cNvSpPr>
            <p:nvPr/>
          </p:nvSpPr>
          <p:spPr bwMode="white">
            <a:xfrm>
              <a:off x="561" y="2271"/>
              <a:ext cx="4634" cy="1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28" name="Oval 699">
              <a:extLst>
                <a:ext uri="{FF2B5EF4-FFF2-40B4-BE49-F238E27FC236}">
                  <a16:creationId xmlns:a16="http://schemas.microsoft.com/office/drawing/2014/main" id="{C51D4FF4-BF77-4005-8B40-342611332139}"/>
                </a:ext>
              </a:extLst>
            </p:cNvPr>
            <p:cNvSpPr>
              <a:spLocks noChangeArrowheads="1"/>
            </p:cNvSpPr>
            <p:nvPr/>
          </p:nvSpPr>
          <p:spPr bwMode="white">
            <a:xfrm>
              <a:off x="561" y="2905"/>
              <a:ext cx="483" cy="484"/>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30" name="Freeform 700">
              <a:extLst>
                <a:ext uri="{FF2B5EF4-FFF2-40B4-BE49-F238E27FC236}">
                  <a16:creationId xmlns:a16="http://schemas.microsoft.com/office/drawing/2014/main" id="{C2FF79F0-FD1C-4897-BD5D-4637408D626D}"/>
                </a:ext>
              </a:extLst>
            </p:cNvPr>
            <p:cNvSpPr>
              <a:spLocks/>
            </p:cNvSpPr>
            <p:nvPr/>
          </p:nvSpPr>
          <p:spPr bwMode="white">
            <a:xfrm>
              <a:off x="1200" y="2269"/>
              <a:ext cx="1559" cy="1113"/>
            </a:xfrm>
            <a:custGeom>
              <a:avLst/>
              <a:gdLst>
                <a:gd name="T0" fmla="*/ 0 w 659"/>
                <a:gd name="T1" fmla="*/ 0 h 469"/>
                <a:gd name="T2" fmla="*/ 0 w 659"/>
                <a:gd name="T3" fmla="*/ 469 h 469"/>
                <a:gd name="T4" fmla="*/ 85 w 659"/>
                <a:gd name="T5" fmla="*/ 469 h 469"/>
                <a:gd name="T6" fmla="*/ 85 w 659"/>
                <a:gd name="T7" fmla="*/ 72 h 469"/>
                <a:gd name="T8" fmla="*/ 282 w 659"/>
                <a:gd name="T9" fmla="*/ 72 h 469"/>
                <a:gd name="T10" fmla="*/ 282 w 659"/>
                <a:gd name="T11" fmla="*/ 469 h 469"/>
                <a:gd name="T12" fmla="*/ 367 w 659"/>
                <a:gd name="T13" fmla="*/ 469 h 469"/>
                <a:gd name="T14" fmla="*/ 367 w 659"/>
                <a:gd name="T15" fmla="*/ 72 h 469"/>
                <a:gd name="T16" fmla="*/ 498 w 659"/>
                <a:gd name="T17" fmla="*/ 72 h 469"/>
                <a:gd name="T18" fmla="*/ 573 w 659"/>
                <a:gd name="T19" fmla="*/ 155 h 469"/>
                <a:gd name="T20" fmla="*/ 573 w 659"/>
                <a:gd name="T21" fmla="*/ 469 h 469"/>
                <a:gd name="T22" fmla="*/ 659 w 659"/>
                <a:gd name="T23" fmla="*/ 469 h 469"/>
                <a:gd name="T24" fmla="*/ 659 w 659"/>
                <a:gd name="T25" fmla="*/ 132 h 469"/>
                <a:gd name="T26" fmla="*/ 541 w 659"/>
                <a:gd name="T27" fmla="*/ 0 h 469"/>
                <a:gd name="T28" fmla="*/ 0 w 659"/>
                <a:gd name="T29"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9" h="469">
                  <a:moveTo>
                    <a:pt x="0" y="0"/>
                  </a:moveTo>
                  <a:cubicBezTo>
                    <a:pt x="0" y="469"/>
                    <a:pt x="0" y="469"/>
                    <a:pt x="0" y="469"/>
                  </a:cubicBezTo>
                  <a:cubicBezTo>
                    <a:pt x="85" y="469"/>
                    <a:pt x="85" y="469"/>
                    <a:pt x="85" y="469"/>
                  </a:cubicBezTo>
                  <a:cubicBezTo>
                    <a:pt x="85" y="72"/>
                    <a:pt x="85" y="72"/>
                    <a:pt x="85" y="72"/>
                  </a:cubicBezTo>
                  <a:cubicBezTo>
                    <a:pt x="85" y="72"/>
                    <a:pt x="218" y="72"/>
                    <a:pt x="282" y="72"/>
                  </a:cubicBezTo>
                  <a:cubicBezTo>
                    <a:pt x="282" y="469"/>
                    <a:pt x="282" y="469"/>
                    <a:pt x="282" y="469"/>
                  </a:cubicBezTo>
                  <a:cubicBezTo>
                    <a:pt x="367" y="469"/>
                    <a:pt x="367" y="469"/>
                    <a:pt x="367" y="469"/>
                  </a:cubicBezTo>
                  <a:cubicBezTo>
                    <a:pt x="367" y="72"/>
                    <a:pt x="367" y="72"/>
                    <a:pt x="367" y="72"/>
                  </a:cubicBezTo>
                  <a:cubicBezTo>
                    <a:pt x="424" y="72"/>
                    <a:pt x="472" y="72"/>
                    <a:pt x="498" y="72"/>
                  </a:cubicBezTo>
                  <a:cubicBezTo>
                    <a:pt x="542" y="72"/>
                    <a:pt x="573" y="98"/>
                    <a:pt x="573" y="155"/>
                  </a:cubicBezTo>
                  <a:cubicBezTo>
                    <a:pt x="573" y="469"/>
                    <a:pt x="573" y="469"/>
                    <a:pt x="573" y="469"/>
                  </a:cubicBezTo>
                  <a:cubicBezTo>
                    <a:pt x="659" y="469"/>
                    <a:pt x="659" y="469"/>
                    <a:pt x="659" y="469"/>
                  </a:cubicBezTo>
                  <a:cubicBezTo>
                    <a:pt x="659" y="346"/>
                    <a:pt x="659" y="239"/>
                    <a:pt x="659" y="132"/>
                  </a:cubicBezTo>
                  <a:cubicBezTo>
                    <a:pt x="659" y="68"/>
                    <a:pt x="626" y="0"/>
                    <a:pt x="541" y="0"/>
                  </a:cubicBezTo>
                  <a:cubicBezTo>
                    <a:pt x="0" y="0"/>
                    <a:pt x="0" y="0"/>
                    <a:pt x="0"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31" name="Freeform 701">
              <a:extLst>
                <a:ext uri="{FF2B5EF4-FFF2-40B4-BE49-F238E27FC236}">
                  <a16:creationId xmlns:a16="http://schemas.microsoft.com/office/drawing/2014/main" id="{29CF5352-44BF-4EFB-9C20-BCE588D7ECC3}"/>
                </a:ext>
              </a:extLst>
            </p:cNvPr>
            <p:cNvSpPr>
              <a:spLocks/>
            </p:cNvSpPr>
            <p:nvPr/>
          </p:nvSpPr>
          <p:spPr bwMode="white">
            <a:xfrm>
              <a:off x="2877" y="2269"/>
              <a:ext cx="1107" cy="1113"/>
            </a:xfrm>
            <a:custGeom>
              <a:avLst/>
              <a:gdLst>
                <a:gd name="T0" fmla="*/ 121 w 468"/>
                <a:gd name="T1" fmla="*/ 0 h 469"/>
                <a:gd name="T2" fmla="*/ 0 w 468"/>
                <a:gd name="T3" fmla="*/ 130 h 469"/>
                <a:gd name="T4" fmla="*/ 115 w 468"/>
                <a:gd name="T5" fmla="*/ 266 h 469"/>
                <a:gd name="T6" fmla="*/ 319 w 468"/>
                <a:gd name="T7" fmla="*/ 266 h 469"/>
                <a:gd name="T8" fmla="*/ 381 w 468"/>
                <a:gd name="T9" fmla="*/ 335 h 469"/>
                <a:gd name="T10" fmla="*/ 320 w 468"/>
                <a:gd name="T11" fmla="*/ 398 h 469"/>
                <a:gd name="T12" fmla="*/ 8 w 468"/>
                <a:gd name="T13" fmla="*/ 398 h 469"/>
                <a:gd name="T14" fmla="*/ 8 w 468"/>
                <a:gd name="T15" fmla="*/ 469 h 469"/>
                <a:gd name="T16" fmla="*/ 356 w 468"/>
                <a:gd name="T17" fmla="*/ 469 h 469"/>
                <a:gd name="T18" fmla="*/ 468 w 468"/>
                <a:gd name="T19" fmla="*/ 336 h 469"/>
                <a:gd name="T20" fmla="*/ 362 w 468"/>
                <a:gd name="T21" fmla="*/ 194 h 469"/>
                <a:gd name="T22" fmla="*/ 142 w 468"/>
                <a:gd name="T23" fmla="*/ 194 h 469"/>
                <a:gd name="T24" fmla="*/ 86 w 468"/>
                <a:gd name="T25" fmla="*/ 132 h 469"/>
                <a:gd name="T26" fmla="*/ 151 w 468"/>
                <a:gd name="T27" fmla="*/ 72 h 469"/>
                <a:gd name="T28" fmla="*/ 452 w 468"/>
                <a:gd name="T29" fmla="*/ 72 h 469"/>
                <a:gd name="T30" fmla="*/ 452 w 468"/>
                <a:gd name="T31" fmla="*/ 0 h 469"/>
                <a:gd name="T32" fmla="*/ 121 w 468"/>
                <a:gd name="T33"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8" h="469">
                  <a:moveTo>
                    <a:pt x="121" y="0"/>
                  </a:moveTo>
                  <a:cubicBezTo>
                    <a:pt x="28" y="0"/>
                    <a:pt x="0" y="62"/>
                    <a:pt x="0" y="130"/>
                  </a:cubicBezTo>
                  <a:cubicBezTo>
                    <a:pt x="0" y="204"/>
                    <a:pt x="31" y="266"/>
                    <a:pt x="115" y="266"/>
                  </a:cubicBezTo>
                  <a:cubicBezTo>
                    <a:pt x="191" y="266"/>
                    <a:pt x="262" y="266"/>
                    <a:pt x="319" y="266"/>
                  </a:cubicBezTo>
                  <a:cubicBezTo>
                    <a:pt x="381" y="266"/>
                    <a:pt x="381" y="314"/>
                    <a:pt x="381" y="335"/>
                  </a:cubicBezTo>
                  <a:cubicBezTo>
                    <a:pt x="381" y="356"/>
                    <a:pt x="381" y="398"/>
                    <a:pt x="320" y="398"/>
                  </a:cubicBezTo>
                  <a:cubicBezTo>
                    <a:pt x="272" y="398"/>
                    <a:pt x="8" y="398"/>
                    <a:pt x="8" y="398"/>
                  </a:cubicBezTo>
                  <a:cubicBezTo>
                    <a:pt x="8" y="398"/>
                    <a:pt x="8" y="449"/>
                    <a:pt x="8" y="469"/>
                  </a:cubicBezTo>
                  <a:cubicBezTo>
                    <a:pt x="356" y="469"/>
                    <a:pt x="356" y="469"/>
                    <a:pt x="356" y="469"/>
                  </a:cubicBezTo>
                  <a:cubicBezTo>
                    <a:pt x="443" y="469"/>
                    <a:pt x="468" y="418"/>
                    <a:pt x="468" y="336"/>
                  </a:cubicBezTo>
                  <a:cubicBezTo>
                    <a:pt x="468" y="238"/>
                    <a:pt x="436" y="194"/>
                    <a:pt x="362" y="194"/>
                  </a:cubicBezTo>
                  <a:cubicBezTo>
                    <a:pt x="274" y="194"/>
                    <a:pt x="213" y="194"/>
                    <a:pt x="142" y="194"/>
                  </a:cubicBezTo>
                  <a:cubicBezTo>
                    <a:pt x="86" y="194"/>
                    <a:pt x="86" y="157"/>
                    <a:pt x="86" y="132"/>
                  </a:cubicBezTo>
                  <a:cubicBezTo>
                    <a:pt x="86" y="112"/>
                    <a:pt x="92" y="72"/>
                    <a:pt x="151" y="72"/>
                  </a:cubicBezTo>
                  <a:cubicBezTo>
                    <a:pt x="214" y="72"/>
                    <a:pt x="452" y="72"/>
                    <a:pt x="452" y="72"/>
                  </a:cubicBezTo>
                  <a:cubicBezTo>
                    <a:pt x="452" y="43"/>
                    <a:pt x="452" y="27"/>
                    <a:pt x="452" y="0"/>
                  </a:cubicBezTo>
                  <a:cubicBezTo>
                    <a:pt x="121" y="0"/>
                    <a:pt x="121" y="0"/>
                    <a:pt x="121"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32" name="Freeform 702">
              <a:extLst>
                <a:ext uri="{FF2B5EF4-FFF2-40B4-BE49-F238E27FC236}">
                  <a16:creationId xmlns:a16="http://schemas.microsoft.com/office/drawing/2014/main" id="{5B8CCE2B-7C3D-4BA1-B1BA-1B30D7F8696A}"/>
                </a:ext>
              </a:extLst>
            </p:cNvPr>
            <p:cNvSpPr>
              <a:spLocks noEditPoints="1"/>
            </p:cNvSpPr>
            <p:nvPr/>
          </p:nvSpPr>
          <p:spPr bwMode="white">
            <a:xfrm>
              <a:off x="4107" y="2269"/>
              <a:ext cx="1090" cy="1455"/>
            </a:xfrm>
            <a:custGeom>
              <a:avLst/>
              <a:gdLst>
                <a:gd name="T0" fmla="*/ 170 w 461"/>
                <a:gd name="T1" fmla="*/ 0 h 613"/>
                <a:gd name="T2" fmla="*/ 44 w 461"/>
                <a:gd name="T3" fmla="*/ 29 h 613"/>
                <a:gd name="T4" fmla="*/ 0 w 461"/>
                <a:gd name="T5" fmla="*/ 149 h 613"/>
                <a:gd name="T6" fmla="*/ 0 w 461"/>
                <a:gd name="T7" fmla="*/ 233 h 613"/>
                <a:gd name="T8" fmla="*/ 0 w 461"/>
                <a:gd name="T9" fmla="*/ 318 h 613"/>
                <a:gd name="T10" fmla="*/ 47 w 461"/>
                <a:gd name="T11" fmla="*/ 445 h 613"/>
                <a:gd name="T12" fmla="*/ 170 w 461"/>
                <a:gd name="T13" fmla="*/ 469 h 613"/>
                <a:gd name="T14" fmla="*/ 376 w 461"/>
                <a:gd name="T15" fmla="*/ 469 h 613"/>
                <a:gd name="T16" fmla="*/ 376 w 461"/>
                <a:gd name="T17" fmla="*/ 487 h 613"/>
                <a:gd name="T18" fmla="*/ 328 w 461"/>
                <a:gd name="T19" fmla="*/ 538 h 613"/>
                <a:gd name="T20" fmla="*/ 61 w 461"/>
                <a:gd name="T21" fmla="*/ 538 h 613"/>
                <a:gd name="T22" fmla="*/ 61 w 461"/>
                <a:gd name="T23" fmla="*/ 613 h 613"/>
                <a:gd name="T24" fmla="*/ 356 w 461"/>
                <a:gd name="T25" fmla="*/ 613 h 613"/>
                <a:gd name="T26" fmla="*/ 461 w 461"/>
                <a:gd name="T27" fmla="*/ 511 h 613"/>
                <a:gd name="T28" fmla="*/ 461 w 461"/>
                <a:gd name="T29" fmla="*/ 0 h 613"/>
                <a:gd name="T30" fmla="*/ 170 w 461"/>
                <a:gd name="T31" fmla="*/ 0 h 613"/>
                <a:gd name="T32" fmla="*/ 376 w 461"/>
                <a:gd name="T33" fmla="*/ 398 h 613"/>
                <a:gd name="T34" fmla="*/ 196 w 461"/>
                <a:gd name="T35" fmla="*/ 398 h 613"/>
                <a:gd name="T36" fmla="*/ 88 w 461"/>
                <a:gd name="T37" fmla="*/ 333 h 613"/>
                <a:gd name="T38" fmla="*/ 88 w 461"/>
                <a:gd name="T39" fmla="*/ 231 h 613"/>
                <a:gd name="T40" fmla="*/ 88 w 461"/>
                <a:gd name="T41" fmla="*/ 148 h 613"/>
                <a:gd name="T42" fmla="*/ 200 w 461"/>
                <a:gd name="T43" fmla="*/ 72 h 613"/>
                <a:gd name="T44" fmla="*/ 376 w 461"/>
                <a:gd name="T45" fmla="*/ 72 h 613"/>
                <a:gd name="T46" fmla="*/ 376 w 461"/>
                <a:gd name="T47" fmla="*/ 398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1" h="613">
                  <a:moveTo>
                    <a:pt x="170" y="0"/>
                  </a:moveTo>
                  <a:cubicBezTo>
                    <a:pt x="94" y="0"/>
                    <a:pt x="65" y="12"/>
                    <a:pt x="44" y="29"/>
                  </a:cubicBezTo>
                  <a:cubicBezTo>
                    <a:pt x="22" y="47"/>
                    <a:pt x="1" y="70"/>
                    <a:pt x="0" y="149"/>
                  </a:cubicBezTo>
                  <a:cubicBezTo>
                    <a:pt x="0" y="233"/>
                    <a:pt x="0" y="233"/>
                    <a:pt x="0" y="233"/>
                  </a:cubicBezTo>
                  <a:cubicBezTo>
                    <a:pt x="0" y="318"/>
                    <a:pt x="0" y="318"/>
                    <a:pt x="0" y="318"/>
                  </a:cubicBezTo>
                  <a:cubicBezTo>
                    <a:pt x="0" y="402"/>
                    <a:pt x="23" y="425"/>
                    <a:pt x="47" y="445"/>
                  </a:cubicBezTo>
                  <a:cubicBezTo>
                    <a:pt x="63" y="456"/>
                    <a:pt x="89" y="469"/>
                    <a:pt x="170" y="469"/>
                  </a:cubicBezTo>
                  <a:cubicBezTo>
                    <a:pt x="376" y="469"/>
                    <a:pt x="376" y="469"/>
                    <a:pt x="376" y="469"/>
                  </a:cubicBezTo>
                  <a:cubicBezTo>
                    <a:pt x="376" y="469"/>
                    <a:pt x="376" y="484"/>
                    <a:pt x="376" y="487"/>
                  </a:cubicBezTo>
                  <a:cubicBezTo>
                    <a:pt x="376" y="523"/>
                    <a:pt x="369" y="538"/>
                    <a:pt x="328" y="538"/>
                  </a:cubicBezTo>
                  <a:cubicBezTo>
                    <a:pt x="61" y="538"/>
                    <a:pt x="61" y="538"/>
                    <a:pt x="61" y="538"/>
                  </a:cubicBezTo>
                  <a:cubicBezTo>
                    <a:pt x="61" y="613"/>
                    <a:pt x="61" y="613"/>
                    <a:pt x="61" y="613"/>
                  </a:cubicBezTo>
                  <a:cubicBezTo>
                    <a:pt x="356" y="613"/>
                    <a:pt x="356" y="613"/>
                    <a:pt x="356" y="613"/>
                  </a:cubicBezTo>
                  <a:cubicBezTo>
                    <a:pt x="435" y="613"/>
                    <a:pt x="461" y="578"/>
                    <a:pt x="461" y="511"/>
                  </a:cubicBezTo>
                  <a:cubicBezTo>
                    <a:pt x="461" y="0"/>
                    <a:pt x="461" y="0"/>
                    <a:pt x="461" y="0"/>
                  </a:cubicBezTo>
                  <a:lnTo>
                    <a:pt x="170" y="0"/>
                  </a:lnTo>
                  <a:close/>
                  <a:moveTo>
                    <a:pt x="376" y="398"/>
                  </a:moveTo>
                  <a:cubicBezTo>
                    <a:pt x="196" y="398"/>
                    <a:pt x="196" y="398"/>
                    <a:pt x="196" y="398"/>
                  </a:cubicBezTo>
                  <a:cubicBezTo>
                    <a:pt x="143" y="398"/>
                    <a:pt x="89" y="402"/>
                    <a:pt x="88" y="333"/>
                  </a:cubicBezTo>
                  <a:cubicBezTo>
                    <a:pt x="88" y="330"/>
                    <a:pt x="88" y="305"/>
                    <a:pt x="88" y="231"/>
                  </a:cubicBezTo>
                  <a:cubicBezTo>
                    <a:pt x="88" y="169"/>
                    <a:pt x="87" y="154"/>
                    <a:pt x="88" y="148"/>
                  </a:cubicBezTo>
                  <a:cubicBezTo>
                    <a:pt x="91" y="90"/>
                    <a:pt x="112" y="70"/>
                    <a:pt x="200" y="72"/>
                  </a:cubicBezTo>
                  <a:cubicBezTo>
                    <a:pt x="205" y="72"/>
                    <a:pt x="376" y="72"/>
                    <a:pt x="376" y="72"/>
                  </a:cubicBezTo>
                  <a:lnTo>
                    <a:pt x="376" y="39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grpSp>
      <p:sp>
        <p:nvSpPr>
          <p:cNvPr id="5" name="Foliennummernplatzhalter 4">
            <a:extLst>
              <a:ext uri="{FF2B5EF4-FFF2-40B4-BE49-F238E27FC236}">
                <a16:creationId xmlns:a16="http://schemas.microsoft.com/office/drawing/2014/main" id="{A78A9FB1-AE9D-4D95-BC30-839560C8E09E}"/>
              </a:ext>
            </a:extLst>
          </p:cNvPr>
          <p:cNvSpPr>
            <a:spLocks noGrp="1"/>
          </p:cNvSpPr>
          <p:nvPr>
            <p:ph type="sldNum" sz="quarter" idx="12"/>
          </p:nvPr>
        </p:nvSpPr>
        <p:spPr/>
        <p:txBody>
          <a:bodyPr/>
          <a:lstStyle>
            <a:lvl1pPr>
              <a:defRPr>
                <a:solidFill>
                  <a:schemeClr val="bg1"/>
                </a:solidFill>
              </a:defRPr>
            </a:lvl1pPr>
          </a:lstStyle>
          <a:p>
            <a:fld id="{B27B0579-4238-4E44-9A9E-134B676F827C}" type="slidenum">
              <a:rPr lang="de-DE" smtClean="0"/>
              <a:pPr/>
              <a:t>‹Nr.›</a:t>
            </a:fld>
            <a:endParaRPr lang="de-DE" dirty="0"/>
          </a:p>
        </p:txBody>
      </p:sp>
      <p:sp>
        <p:nvSpPr>
          <p:cNvPr id="2" name="Titel 1">
            <a:extLst>
              <a:ext uri="{FF2B5EF4-FFF2-40B4-BE49-F238E27FC236}">
                <a16:creationId xmlns:a16="http://schemas.microsoft.com/office/drawing/2014/main" id="{301CD17C-F7CD-400F-8C87-7E84E2E8CE8D}"/>
              </a:ext>
            </a:extLst>
          </p:cNvPr>
          <p:cNvSpPr>
            <a:spLocks noGrp="1"/>
          </p:cNvSpPr>
          <p:nvPr>
            <p:ph type="title"/>
          </p:nvPr>
        </p:nvSpPr>
        <p:spPr>
          <a:xfrm>
            <a:off x="841375" y="1270000"/>
            <a:ext cx="5254625" cy="1173722"/>
          </a:xfrm>
        </p:spPr>
        <p:txBody>
          <a:bodyPr anchor="b" anchorCtr="0"/>
          <a:lstStyle>
            <a:lvl1pPr>
              <a:defRPr sz="2800">
                <a:solidFill>
                  <a:schemeClr val="bg1"/>
                </a:solidFill>
              </a:defRPr>
            </a:lvl1pPr>
          </a:lstStyle>
          <a:p>
            <a:r>
              <a:rPr lang="de-DE"/>
              <a:t>Mastertitelformat bearbeiten</a:t>
            </a:r>
            <a:endParaRPr lang="de-DE" dirty="0"/>
          </a:p>
        </p:txBody>
      </p:sp>
      <p:sp>
        <p:nvSpPr>
          <p:cNvPr id="20" name="Inhaltsplatzhalter 2">
            <a:extLst>
              <a:ext uri="{FF2B5EF4-FFF2-40B4-BE49-F238E27FC236}">
                <a16:creationId xmlns:a16="http://schemas.microsoft.com/office/drawing/2014/main" id="{83499C7B-EFD5-49A6-AFBC-04BE56E5FAA1}"/>
              </a:ext>
            </a:extLst>
          </p:cNvPr>
          <p:cNvSpPr>
            <a:spLocks noGrp="1"/>
          </p:cNvSpPr>
          <p:nvPr>
            <p:ph sz="quarter" idx="17"/>
          </p:nvPr>
        </p:nvSpPr>
        <p:spPr>
          <a:xfrm>
            <a:off x="841375" y="2852738"/>
            <a:ext cx="5254625" cy="3455986"/>
          </a:xfrm>
        </p:spPr>
        <p:txBody>
          <a:bodyPr/>
          <a:lstStyle>
            <a:lvl1pPr>
              <a:defRPr>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lvl="0"/>
            <a:r>
              <a:rPr lang="de-DE"/>
              <a:t>Mastertextformat bearbeiten</a:t>
            </a:r>
          </a:p>
          <a:p>
            <a:pPr lvl="1"/>
            <a:r>
              <a:rPr lang="de-DE"/>
              <a:t>Zweite Ebene</a:t>
            </a:r>
          </a:p>
          <a:p>
            <a:pPr lvl="2"/>
            <a:r>
              <a:rPr lang="de-DE"/>
              <a:t>Dritte Ebene</a:t>
            </a:r>
          </a:p>
        </p:txBody>
      </p:sp>
    </p:spTree>
    <p:extLst>
      <p:ext uri="{BB962C8B-B14F-4D97-AF65-F5344CB8AC3E}">
        <p14:creationId xmlns:p14="http://schemas.microsoft.com/office/powerpoint/2010/main" val="13128627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Bild rund links 1">
    <p:bg bwMode="invGray">
      <p:bgPr>
        <a:solidFill>
          <a:schemeClr val="accent1"/>
        </a:solidFill>
        <a:effectLst/>
      </p:bgPr>
    </p:bg>
    <p:spTree>
      <p:nvGrpSpPr>
        <p:cNvPr id="1" name=""/>
        <p:cNvGrpSpPr/>
        <p:nvPr/>
      </p:nvGrpSpPr>
      <p:grpSpPr>
        <a:xfrm>
          <a:off x="0" y="0"/>
          <a:ext cx="0" cy="0"/>
          <a:chOff x="0" y="0"/>
          <a:chExt cx="0" cy="0"/>
        </a:xfrm>
      </p:grpSpPr>
      <p:sp>
        <p:nvSpPr>
          <p:cNvPr id="35" name="Freihandform: Form 34">
            <a:extLst>
              <a:ext uri="{FF2B5EF4-FFF2-40B4-BE49-F238E27FC236}">
                <a16:creationId xmlns:a16="http://schemas.microsoft.com/office/drawing/2014/main" id="{34ABCC49-7501-4F0A-A842-3C2B9405D7AA}"/>
              </a:ext>
            </a:extLst>
          </p:cNvPr>
          <p:cNvSpPr/>
          <p:nvPr/>
        </p:nvSpPr>
        <p:spPr>
          <a:xfrm>
            <a:off x="5663951" y="-18000"/>
            <a:ext cx="6546048" cy="6894000"/>
          </a:xfrm>
          <a:custGeom>
            <a:avLst/>
            <a:gdLst>
              <a:gd name="connsiteX0" fmla="*/ 1268780 w 6546048"/>
              <a:gd name="connsiteY0" fmla="*/ 0 h 6894000"/>
              <a:gd name="connsiteX1" fmla="*/ 6546048 w 6546048"/>
              <a:gd name="connsiteY1" fmla="*/ 0 h 6894000"/>
              <a:gd name="connsiteX2" fmla="*/ 6546048 w 6546048"/>
              <a:gd name="connsiteY2" fmla="*/ 6894000 h 6894000"/>
              <a:gd name="connsiteX3" fmla="*/ 1268780 w 6546048"/>
              <a:gd name="connsiteY3" fmla="*/ 6894000 h 6894000"/>
              <a:gd name="connsiteX4" fmla="*/ 1215262 w 6546048"/>
              <a:gd name="connsiteY4" fmla="*/ 6832217 h 6894000"/>
              <a:gd name="connsiteX5" fmla="*/ 0 w 6546048"/>
              <a:gd name="connsiteY5" fmla="*/ 3447000 h 6894000"/>
              <a:gd name="connsiteX6" fmla="*/ 1215262 w 6546048"/>
              <a:gd name="connsiteY6" fmla="*/ 61783 h 689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46048" h="6894000">
                <a:moveTo>
                  <a:pt x="1268780" y="0"/>
                </a:moveTo>
                <a:lnTo>
                  <a:pt x="6546048" y="0"/>
                </a:lnTo>
                <a:lnTo>
                  <a:pt x="6546048" y="6894000"/>
                </a:lnTo>
                <a:lnTo>
                  <a:pt x="1268780" y="6894000"/>
                </a:lnTo>
                <a:lnTo>
                  <a:pt x="1215262" y="6832217"/>
                </a:lnTo>
                <a:cubicBezTo>
                  <a:pt x="456063" y="5912280"/>
                  <a:pt x="0" y="4732900"/>
                  <a:pt x="0" y="3447000"/>
                </a:cubicBezTo>
                <a:cubicBezTo>
                  <a:pt x="0" y="2161101"/>
                  <a:pt x="456063" y="981720"/>
                  <a:pt x="1215262" y="61783"/>
                </a:cubicBezTo>
                <a:close/>
              </a:path>
            </a:pathLst>
          </a:cu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b="1" i="0" dirty="0">
              <a:latin typeface="Calibri" panose="020F0502020204030204" pitchFamily="34" charset="0"/>
            </a:endParaRPr>
          </a:p>
        </p:txBody>
      </p:sp>
      <p:sp>
        <p:nvSpPr>
          <p:cNvPr id="37" name="Bildplatzhalter 36">
            <a:extLst>
              <a:ext uri="{FF2B5EF4-FFF2-40B4-BE49-F238E27FC236}">
                <a16:creationId xmlns:a16="http://schemas.microsoft.com/office/drawing/2014/main" id="{110F350C-9881-4AA7-B824-3B1C357EE028}"/>
              </a:ext>
            </a:extLst>
          </p:cNvPr>
          <p:cNvSpPr>
            <a:spLocks noGrp="1"/>
          </p:cNvSpPr>
          <p:nvPr>
            <p:ph type="pic" sz="quarter" idx="13" hasCustomPrompt="1"/>
          </p:nvPr>
        </p:nvSpPr>
        <p:spPr>
          <a:xfrm>
            <a:off x="2" y="0"/>
            <a:ext cx="6619301" cy="6858000"/>
          </a:xfrm>
          <a:custGeom>
            <a:avLst/>
            <a:gdLst>
              <a:gd name="connsiteX0" fmla="*/ 0 w 6619301"/>
              <a:gd name="connsiteY0" fmla="*/ 0 h 6858000"/>
              <a:gd name="connsiteX1" fmla="*/ 6618381 w 6619301"/>
              <a:gd name="connsiteY1" fmla="*/ 0 h 6858000"/>
              <a:gd name="connsiteX2" fmla="*/ 6529195 w 6619301"/>
              <a:gd name="connsiteY2" fmla="*/ 113491 h 6858000"/>
              <a:gd name="connsiteX3" fmla="*/ 5428509 w 6619301"/>
              <a:gd name="connsiteY3" fmla="*/ 3428415 h 6858000"/>
              <a:gd name="connsiteX4" fmla="*/ 6529195 w 6619301"/>
              <a:gd name="connsiteY4" fmla="*/ 6743339 h 6858000"/>
              <a:gd name="connsiteX5" fmla="*/ 6619301 w 6619301"/>
              <a:gd name="connsiteY5" fmla="*/ 6858000 h 6858000"/>
              <a:gd name="connsiteX6" fmla="*/ 0 w 661930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9301" h="6858000">
                <a:moveTo>
                  <a:pt x="0" y="0"/>
                </a:moveTo>
                <a:lnTo>
                  <a:pt x="6618381" y="0"/>
                </a:lnTo>
                <a:lnTo>
                  <a:pt x="6529195" y="113491"/>
                </a:lnTo>
                <a:cubicBezTo>
                  <a:pt x="5837894" y="1037870"/>
                  <a:pt x="5428509" y="2185334"/>
                  <a:pt x="5428509" y="3428415"/>
                </a:cubicBezTo>
                <a:cubicBezTo>
                  <a:pt x="5428509" y="4671496"/>
                  <a:pt x="5837894" y="5818960"/>
                  <a:pt x="6529195" y="6743339"/>
                </a:cubicBezTo>
                <a:lnTo>
                  <a:pt x="6619301" y="6858000"/>
                </a:lnTo>
                <a:lnTo>
                  <a:pt x="0" y="6858000"/>
                </a:lnTo>
                <a:close/>
              </a:path>
            </a:pathLst>
          </a:custGeom>
          <a:solidFill>
            <a:schemeClr val="bg2"/>
          </a:solidFill>
        </p:spPr>
        <p:txBody>
          <a:bodyPr vert="horz" wrap="square" lIns="0" tIns="0" rIns="0" bIns="0" rtlCol="0" anchor="ctr">
            <a:noAutofit/>
          </a:bodyPr>
          <a:lstStyle>
            <a:lvl1pPr marL="7938" algn="ctr">
              <a:defRPr lang="de-DE" sz="1200" b="0" i="0" dirty="0">
                <a:latin typeface="+mn-lt"/>
              </a:defRPr>
            </a:lvl1pPr>
          </a:lstStyle>
          <a:p>
            <a:pPr marL="7938" lvl="0" algn="ctr"/>
            <a:r>
              <a:rPr lang="de-DE" dirty="0"/>
              <a:t>Bild durch Klicken auf das Symbol hinzufügen.</a:t>
            </a:r>
            <a:br>
              <a:rPr lang="de-DE" dirty="0"/>
            </a:br>
            <a:r>
              <a:rPr lang="de-DE" dirty="0"/>
              <a:t>Alternativ den Rahmen des Bildplatzhalters markieren</a:t>
            </a:r>
            <a:br>
              <a:rPr lang="de-DE" dirty="0"/>
            </a:br>
            <a:r>
              <a:rPr lang="de-DE" dirty="0"/>
              <a:t>(Klick auf die graue Fläche) und ein Bild aus den</a:t>
            </a:r>
            <a:br>
              <a:rPr lang="de-DE" dirty="0"/>
            </a:br>
            <a:r>
              <a:rPr lang="de-DE" dirty="0" err="1"/>
              <a:t>QuickSlide</a:t>
            </a:r>
            <a:r>
              <a:rPr lang="de-DE" dirty="0"/>
              <a:t>-Elementen hinzufügen.</a:t>
            </a:r>
            <a:br>
              <a:rPr lang="de-DE" dirty="0"/>
            </a:br>
            <a:r>
              <a:rPr lang="de-DE" dirty="0"/>
              <a:t>Anschließend die Folie zurücksetzen (Folie &gt; Zurücksetzen).</a:t>
            </a:r>
            <a:br>
              <a:rPr lang="de-DE" dirty="0"/>
            </a:br>
            <a:r>
              <a:rPr lang="de-DE" dirty="0"/>
              <a:t>Hierbei werden alle Platzhalter auf der Folie zurückgesetzt!</a:t>
            </a:r>
          </a:p>
        </p:txBody>
      </p:sp>
      <p:sp>
        <p:nvSpPr>
          <p:cNvPr id="8" name="Oval 12">
            <a:extLst>
              <a:ext uri="{FF2B5EF4-FFF2-40B4-BE49-F238E27FC236}">
                <a16:creationId xmlns:a16="http://schemas.microsoft.com/office/drawing/2014/main" id="{6D2474B1-8E23-439F-B800-35C49AAA82D2}"/>
              </a:ext>
            </a:extLst>
          </p:cNvPr>
          <p:cNvSpPr/>
          <p:nvPr/>
        </p:nvSpPr>
        <p:spPr bwMode="white">
          <a:xfrm>
            <a:off x="8540934" y="2574700"/>
            <a:ext cx="1707431" cy="1707431"/>
          </a:xfrm>
          <a:prstGeom prst="ellipse">
            <a:avLst/>
          </a:prstGeom>
          <a:solidFill>
            <a:srgbClr val="631441">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sp>
        <p:nvSpPr>
          <p:cNvPr id="9" name="Freihandform 14">
            <a:extLst>
              <a:ext uri="{FF2B5EF4-FFF2-40B4-BE49-F238E27FC236}">
                <a16:creationId xmlns:a16="http://schemas.microsoft.com/office/drawing/2014/main" id="{E19BBD97-37E2-4CC9-917C-A47AF501F519}"/>
              </a:ext>
            </a:extLst>
          </p:cNvPr>
          <p:cNvSpPr/>
          <p:nvPr/>
        </p:nvSpPr>
        <p:spPr bwMode="white">
          <a:xfrm rot="10800000">
            <a:off x="8616280" y="2906177"/>
            <a:ext cx="3575720" cy="3951822"/>
          </a:xfrm>
          <a:custGeom>
            <a:avLst/>
            <a:gdLst>
              <a:gd name="connsiteX0" fmla="*/ 0 w 5562328"/>
              <a:gd name="connsiteY0" fmla="*/ 0 h 6147385"/>
              <a:gd name="connsiteX1" fmla="*/ 4578774 w 5562328"/>
              <a:gd name="connsiteY1" fmla="*/ 0 h 6147385"/>
              <a:gd name="connsiteX2" fmla="*/ 4727110 w 5562328"/>
              <a:gd name="connsiteY2" fmla="*/ 163212 h 6147385"/>
              <a:gd name="connsiteX3" fmla="*/ 5562328 w 5562328"/>
              <a:gd name="connsiteY3" fmla="*/ 2489785 h 6147385"/>
              <a:gd name="connsiteX4" fmla="*/ 1904728 w 5562328"/>
              <a:gd name="connsiteY4" fmla="*/ 6147385 h 6147385"/>
              <a:gd name="connsiteX5" fmla="*/ 161299 w 5562328"/>
              <a:gd name="connsiteY5" fmla="*/ 5705932 h 6147385"/>
              <a:gd name="connsiteX6" fmla="*/ 0 w 5562328"/>
              <a:gd name="connsiteY6" fmla="*/ 5607941 h 6147385"/>
              <a:gd name="connsiteX7" fmla="*/ 0 w 5562328"/>
              <a:gd name="connsiteY7" fmla="*/ 0 h 614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62328" h="6147385">
                <a:moveTo>
                  <a:pt x="0" y="0"/>
                </a:moveTo>
                <a:lnTo>
                  <a:pt x="4578774" y="0"/>
                </a:lnTo>
                <a:lnTo>
                  <a:pt x="4727110" y="163212"/>
                </a:lnTo>
                <a:cubicBezTo>
                  <a:pt x="5248888" y="795461"/>
                  <a:pt x="5562328" y="1606019"/>
                  <a:pt x="5562328" y="2489785"/>
                </a:cubicBezTo>
                <a:cubicBezTo>
                  <a:pt x="5562328" y="4509822"/>
                  <a:pt x="3924765" y="6147385"/>
                  <a:pt x="1904728" y="6147385"/>
                </a:cubicBezTo>
                <a:cubicBezTo>
                  <a:pt x="1273467" y="6147385"/>
                  <a:pt x="679556" y="5987467"/>
                  <a:pt x="161299" y="5705932"/>
                </a:cubicBezTo>
                <a:lnTo>
                  <a:pt x="0" y="5607941"/>
                </a:lnTo>
                <a:lnTo>
                  <a:pt x="0" y="0"/>
                </a:lnTo>
                <a:close/>
              </a:path>
            </a:pathLst>
          </a:custGeom>
          <a:solidFill>
            <a:srgbClr val="631441">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sp>
        <p:nvSpPr>
          <p:cNvPr id="4" name="Fußzeilenplatzhalter 3">
            <a:extLst>
              <a:ext uri="{FF2B5EF4-FFF2-40B4-BE49-F238E27FC236}">
                <a16:creationId xmlns:a16="http://schemas.microsoft.com/office/drawing/2014/main" id="{EA061DB1-433A-4D13-9456-6C53B3E996F8}"/>
              </a:ext>
            </a:extLst>
          </p:cNvPr>
          <p:cNvSpPr>
            <a:spLocks noGrp="1"/>
          </p:cNvSpPr>
          <p:nvPr>
            <p:ph type="ftr" sz="quarter" idx="11"/>
          </p:nvPr>
        </p:nvSpPr>
        <p:spPr/>
        <p:txBody>
          <a:bodyPr/>
          <a:lstStyle>
            <a:lvl1pPr>
              <a:defRPr>
                <a:solidFill>
                  <a:schemeClr val="bg1"/>
                </a:solidFill>
              </a:defRPr>
            </a:lvl1pPr>
          </a:lstStyle>
          <a:p>
            <a:r>
              <a:rPr lang="de-DE"/>
              <a:t>© msg systems ag | 2021 | Präsentationstitel</a:t>
            </a:r>
            <a:endParaRPr lang="de-DE" dirty="0"/>
          </a:p>
        </p:txBody>
      </p:sp>
      <p:sp>
        <p:nvSpPr>
          <p:cNvPr id="5" name="Foliennummernplatzhalter 4">
            <a:extLst>
              <a:ext uri="{FF2B5EF4-FFF2-40B4-BE49-F238E27FC236}">
                <a16:creationId xmlns:a16="http://schemas.microsoft.com/office/drawing/2014/main" id="{8E919D54-F5C7-4DEB-8A75-11D4B2633A6C}"/>
              </a:ext>
            </a:extLst>
          </p:cNvPr>
          <p:cNvSpPr>
            <a:spLocks noGrp="1"/>
          </p:cNvSpPr>
          <p:nvPr>
            <p:ph type="sldNum" sz="quarter" idx="12"/>
          </p:nvPr>
        </p:nvSpPr>
        <p:spPr/>
        <p:txBody>
          <a:bodyPr/>
          <a:lstStyle>
            <a:lvl1pPr>
              <a:defRPr>
                <a:solidFill>
                  <a:schemeClr val="bg1"/>
                </a:solidFill>
              </a:defRPr>
            </a:lvl1pPr>
          </a:lstStyle>
          <a:p>
            <a:fld id="{B27B0579-4238-4E44-9A9E-134B676F827C}" type="slidenum">
              <a:rPr lang="de-DE" smtClean="0"/>
              <a:pPr/>
              <a:t>‹Nr.›</a:t>
            </a:fld>
            <a:endParaRPr lang="de-DE" dirty="0"/>
          </a:p>
        </p:txBody>
      </p:sp>
      <p:sp>
        <p:nvSpPr>
          <p:cNvPr id="2" name="Titel 1">
            <a:extLst>
              <a:ext uri="{FF2B5EF4-FFF2-40B4-BE49-F238E27FC236}">
                <a16:creationId xmlns:a16="http://schemas.microsoft.com/office/drawing/2014/main" id="{4C7758DA-BEFC-4EE2-942B-311B735F8F84}"/>
              </a:ext>
            </a:extLst>
          </p:cNvPr>
          <p:cNvSpPr>
            <a:spLocks noGrp="1"/>
          </p:cNvSpPr>
          <p:nvPr>
            <p:ph type="title"/>
          </p:nvPr>
        </p:nvSpPr>
        <p:spPr>
          <a:xfrm>
            <a:off x="6455569" y="1269999"/>
            <a:ext cx="4896643" cy="1173722"/>
          </a:xfrm>
        </p:spPr>
        <p:txBody>
          <a:bodyPr anchor="b" anchorCtr="0"/>
          <a:lstStyle>
            <a:lvl1pPr>
              <a:defRPr sz="2800">
                <a:solidFill>
                  <a:schemeClr val="bg1"/>
                </a:solidFill>
              </a:defRPr>
            </a:lvl1pPr>
          </a:lstStyle>
          <a:p>
            <a:r>
              <a:rPr lang="de-DE"/>
              <a:t>Mastertitelformat bearbeiten</a:t>
            </a:r>
            <a:endParaRPr lang="de-DE" dirty="0"/>
          </a:p>
        </p:txBody>
      </p:sp>
      <p:sp>
        <p:nvSpPr>
          <p:cNvPr id="20" name="Inhaltsplatzhalter 2">
            <a:extLst>
              <a:ext uri="{FF2B5EF4-FFF2-40B4-BE49-F238E27FC236}">
                <a16:creationId xmlns:a16="http://schemas.microsoft.com/office/drawing/2014/main" id="{22CE4868-304D-481A-9C14-D68B51D2B164}"/>
              </a:ext>
            </a:extLst>
          </p:cNvPr>
          <p:cNvSpPr>
            <a:spLocks noGrp="1"/>
          </p:cNvSpPr>
          <p:nvPr>
            <p:ph sz="quarter" idx="17"/>
          </p:nvPr>
        </p:nvSpPr>
        <p:spPr>
          <a:xfrm>
            <a:off x="6455569" y="2852738"/>
            <a:ext cx="4896643" cy="3455988"/>
          </a:xfrm>
        </p:spPr>
        <p:txBody>
          <a:bodyPr/>
          <a:lstStyle>
            <a:lvl1pPr>
              <a:defRPr>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lvl="0"/>
            <a:r>
              <a:rPr lang="de-DE"/>
              <a:t>Mastertextformat bearbeiten</a:t>
            </a:r>
          </a:p>
          <a:p>
            <a:pPr lvl="1"/>
            <a:r>
              <a:rPr lang="de-DE"/>
              <a:t>Zweite Ebene</a:t>
            </a:r>
          </a:p>
          <a:p>
            <a:pPr lvl="2"/>
            <a:r>
              <a:rPr lang="de-DE"/>
              <a:t>Dritte Ebene</a:t>
            </a:r>
          </a:p>
        </p:txBody>
      </p:sp>
      <p:sp>
        <p:nvSpPr>
          <p:cNvPr id="6" name="Oval 13">
            <a:extLst>
              <a:ext uri="{FF2B5EF4-FFF2-40B4-BE49-F238E27FC236}">
                <a16:creationId xmlns:a16="http://schemas.microsoft.com/office/drawing/2014/main" id="{A72D309E-3946-4AF7-88AF-DE19CB4FF48A}"/>
              </a:ext>
            </a:extLst>
          </p:cNvPr>
          <p:cNvSpPr/>
          <p:nvPr/>
        </p:nvSpPr>
        <p:spPr bwMode="white">
          <a:xfrm>
            <a:off x="6450629" y="479428"/>
            <a:ext cx="141259" cy="14125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grpSp>
        <p:nvGrpSpPr>
          <p:cNvPr id="26" name="Group 698">
            <a:extLst>
              <a:ext uri="{FF2B5EF4-FFF2-40B4-BE49-F238E27FC236}">
                <a16:creationId xmlns:a16="http://schemas.microsoft.com/office/drawing/2014/main" id="{43D91615-2455-453B-AB3F-E54B96429FC2}"/>
              </a:ext>
            </a:extLst>
          </p:cNvPr>
          <p:cNvGrpSpPr>
            <a:grpSpLocks noChangeAspect="1"/>
          </p:cNvGrpSpPr>
          <p:nvPr/>
        </p:nvGrpSpPr>
        <p:grpSpPr bwMode="white">
          <a:xfrm>
            <a:off x="10468800" y="406800"/>
            <a:ext cx="1386000" cy="435600"/>
            <a:chOff x="561" y="2269"/>
            <a:chExt cx="4636" cy="1455"/>
          </a:xfrm>
        </p:grpSpPr>
        <p:sp>
          <p:nvSpPr>
            <p:cNvPr id="27" name="AutoShape 697">
              <a:extLst>
                <a:ext uri="{FF2B5EF4-FFF2-40B4-BE49-F238E27FC236}">
                  <a16:creationId xmlns:a16="http://schemas.microsoft.com/office/drawing/2014/main" id="{98FC4E6B-3888-47B5-BF17-A89D49ECFB64}"/>
                </a:ext>
              </a:extLst>
            </p:cNvPr>
            <p:cNvSpPr>
              <a:spLocks noChangeAspect="1" noChangeArrowheads="1" noTextEdit="1"/>
            </p:cNvSpPr>
            <p:nvPr/>
          </p:nvSpPr>
          <p:spPr bwMode="white">
            <a:xfrm>
              <a:off x="561" y="2271"/>
              <a:ext cx="4634" cy="1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28" name="Oval 699">
              <a:extLst>
                <a:ext uri="{FF2B5EF4-FFF2-40B4-BE49-F238E27FC236}">
                  <a16:creationId xmlns:a16="http://schemas.microsoft.com/office/drawing/2014/main" id="{52447DBD-57A9-4F37-94D6-B28D7233702A}"/>
                </a:ext>
              </a:extLst>
            </p:cNvPr>
            <p:cNvSpPr>
              <a:spLocks noChangeArrowheads="1"/>
            </p:cNvSpPr>
            <p:nvPr/>
          </p:nvSpPr>
          <p:spPr bwMode="white">
            <a:xfrm>
              <a:off x="561" y="2905"/>
              <a:ext cx="483" cy="484"/>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29" name="Freeform 700">
              <a:extLst>
                <a:ext uri="{FF2B5EF4-FFF2-40B4-BE49-F238E27FC236}">
                  <a16:creationId xmlns:a16="http://schemas.microsoft.com/office/drawing/2014/main" id="{25ED3363-E316-4F41-BE0E-E9B99EDB32C7}"/>
                </a:ext>
              </a:extLst>
            </p:cNvPr>
            <p:cNvSpPr>
              <a:spLocks/>
            </p:cNvSpPr>
            <p:nvPr/>
          </p:nvSpPr>
          <p:spPr bwMode="white">
            <a:xfrm>
              <a:off x="1200" y="2269"/>
              <a:ext cx="1559" cy="1113"/>
            </a:xfrm>
            <a:custGeom>
              <a:avLst/>
              <a:gdLst>
                <a:gd name="T0" fmla="*/ 0 w 659"/>
                <a:gd name="T1" fmla="*/ 0 h 469"/>
                <a:gd name="T2" fmla="*/ 0 w 659"/>
                <a:gd name="T3" fmla="*/ 469 h 469"/>
                <a:gd name="T4" fmla="*/ 85 w 659"/>
                <a:gd name="T5" fmla="*/ 469 h 469"/>
                <a:gd name="T6" fmla="*/ 85 w 659"/>
                <a:gd name="T7" fmla="*/ 72 h 469"/>
                <a:gd name="T8" fmla="*/ 282 w 659"/>
                <a:gd name="T9" fmla="*/ 72 h 469"/>
                <a:gd name="T10" fmla="*/ 282 w 659"/>
                <a:gd name="T11" fmla="*/ 469 h 469"/>
                <a:gd name="T12" fmla="*/ 367 w 659"/>
                <a:gd name="T13" fmla="*/ 469 h 469"/>
                <a:gd name="T14" fmla="*/ 367 w 659"/>
                <a:gd name="T15" fmla="*/ 72 h 469"/>
                <a:gd name="T16" fmla="*/ 498 w 659"/>
                <a:gd name="T17" fmla="*/ 72 h 469"/>
                <a:gd name="T18" fmla="*/ 573 w 659"/>
                <a:gd name="T19" fmla="*/ 155 h 469"/>
                <a:gd name="T20" fmla="*/ 573 w 659"/>
                <a:gd name="T21" fmla="*/ 469 h 469"/>
                <a:gd name="T22" fmla="*/ 659 w 659"/>
                <a:gd name="T23" fmla="*/ 469 h 469"/>
                <a:gd name="T24" fmla="*/ 659 w 659"/>
                <a:gd name="T25" fmla="*/ 132 h 469"/>
                <a:gd name="T26" fmla="*/ 541 w 659"/>
                <a:gd name="T27" fmla="*/ 0 h 469"/>
                <a:gd name="T28" fmla="*/ 0 w 659"/>
                <a:gd name="T29"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9" h="469">
                  <a:moveTo>
                    <a:pt x="0" y="0"/>
                  </a:moveTo>
                  <a:cubicBezTo>
                    <a:pt x="0" y="469"/>
                    <a:pt x="0" y="469"/>
                    <a:pt x="0" y="469"/>
                  </a:cubicBezTo>
                  <a:cubicBezTo>
                    <a:pt x="85" y="469"/>
                    <a:pt x="85" y="469"/>
                    <a:pt x="85" y="469"/>
                  </a:cubicBezTo>
                  <a:cubicBezTo>
                    <a:pt x="85" y="72"/>
                    <a:pt x="85" y="72"/>
                    <a:pt x="85" y="72"/>
                  </a:cubicBezTo>
                  <a:cubicBezTo>
                    <a:pt x="85" y="72"/>
                    <a:pt x="218" y="72"/>
                    <a:pt x="282" y="72"/>
                  </a:cubicBezTo>
                  <a:cubicBezTo>
                    <a:pt x="282" y="469"/>
                    <a:pt x="282" y="469"/>
                    <a:pt x="282" y="469"/>
                  </a:cubicBezTo>
                  <a:cubicBezTo>
                    <a:pt x="367" y="469"/>
                    <a:pt x="367" y="469"/>
                    <a:pt x="367" y="469"/>
                  </a:cubicBezTo>
                  <a:cubicBezTo>
                    <a:pt x="367" y="72"/>
                    <a:pt x="367" y="72"/>
                    <a:pt x="367" y="72"/>
                  </a:cubicBezTo>
                  <a:cubicBezTo>
                    <a:pt x="424" y="72"/>
                    <a:pt x="472" y="72"/>
                    <a:pt x="498" y="72"/>
                  </a:cubicBezTo>
                  <a:cubicBezTo>
                    <a:pt x="542" y="72"/>
                    <a:pt x="573" y="98"/>
                    <a:pt x="573" y="155"/>
                  </a:cubicBezTo>
                  <a:cubicBezTo>
                    <a:pt x="573" y="469"/>
                    <a:pt x="573" y="469"/>
                    <a:pt x="573" y="469"/>
                  </a:cubicBezTo>
                  <a:cubicBezTo>
                    <a:pt x="659" y="469"/>
                    <a:pt x="659" y="469"/>
                    <a:pt x="659" y="469"/>
                  </a:cubicBezTo>
                  <a:cubicBezTo>
                    <a:pt x="659" y="346"/>
                    <a:pt x="659" y="239"/>
                    <a:pt x="659" y="132"/>
                  </a:cubicBezTo>
                  <a:cubicBezTo>
                    <a:pt x="659" y="68"/>
                    <a:pt x="626" y="0"/>
                    <a:pt x="541" y="0"/>
                  </a:cubicBezTo>
                  <a:cubicBezTo>
                    <a:pt x="0" y="0"/>
                    <a:pt x="0" y="0"/>
                    <a:pt x="0"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30" name="Freeform 701">
              <a:extLst>
                <a:ext uri="{FF2B5EF4-FFF2-40B4-BE49-F238E27FC236}">
                  <a16:creationId xmlns:a16="http://schemas.microsoft.com/office/drawing/2014/main" id="{8822FAA6-F2BF-44BB-B5E7-3098FA432CE5}"/>
                </a:ext>
              </a:extLst>
            </p:cNvPr>
            <p:cNvSpPr>
              <a:spLocks/>
            </p:cNvSpPr>
            <p:nvPr/>
          </p:nvSpPr>
          <p:spPr bwMode="white">
            <a:xfrm>
              <a:off x="2877" y="2269"/>
              <a:ext cx="1107" cy="1113"/>
            </a:xfrm>
            <a:custGeom>
              <a:avLst/>
              <a:gdLst>
                <a:gd name="T0" fmla="*/ 121 w 468"/>
                <a:gd name="T1" fmla="*/ 0 h 469"/>
                <a:gd name="T2" fmla="*/ 0 w 468"/>
                <a:gd name="T3" fmla="*/ 130 h 469"/>
                <a:gd name="T4" fmla="*/ 115 w 468"/>
                <a:gd name="T5" fmla="*/ 266 h 469"/>
                <a:gd name="T6" fmla="*/ 319 w 468"/>
                <a:gd name="T7" fmla="*/ 266 h 469"/>
                <a:gd name="T8" fmla="*/ 381 w 468"/>
                <a:gd name="T9" fmla="*/ 335 h 469"/>
                <a:gd name="T10" fmla="*/ 320 w 468"/>
                <a:gd name="T11" fmla="*/ 398 h 469"/>
                <a:gd name="T12" fmla="*/ 8 w 468"/>
                <a:gd name="T13" fmla="*/ 398 h 469"/>
                <a:gd name="T14" fmla="*/ 8 w 468"/>
                <a:gd name="T15" fmla="*/ 469 h 469"/>
                <a:gd name="T16" fmla="*/ 356 w 468"/>
                <a:gd name="T17" fmla="*/ 469 h 469"/>
                <a:gd name="T18" fmla="*/ 468 w 468"/>
                <a:gd name="T19" fmla="*/ 336 h 469"/>
                <a:gd name="T20" fmla="*/ 362 w 468"/>
                <a:gd name="T21" fmla="*/ 194 h 469"/>
                <a:gd name="T22" fmla="*/ 142 w 468"/>
                <a:gd name="T23" fmla="*/ 194 h 469"/>
                <a:gd name="T24" fmla="*/ 86 w 468"/>
                <a:gd name="T25" fmla="*/ 132 h 469"/>
                <a:gd name="T26" fmla="*/ 151 w 468"/>
                <a:gd name="T27" fmla="*/ 72 h 469"/>
                <a:gd name="T28" fmla="*/ 452 w 468"/>
                <a:gd name="T29" fmla="*/ 72 h 469"/>
                <a:gd name="T30" fmla="*/ 452 w 468"/>
                <a:gd name="T31" fmla="*/ 0 h 469"/>
                <a:gd name="T32" fmla="*/ 121 w 468"/>
                <a:gd name="T33"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8" h="469">
                  <a:moveTo>
                    <a:pt x="121" y="0"/>
                  </a:moveTo>
                  <a:cubicBezTo>
                    <a:pt x="28" y="0"/>
                    <a:pt x="0" y="62"/>
                    <a:pt x="0" y="130"/>
                  </a:cubicBezTo>
                  <a:cubicBezTo>
                    <a:pt x="0" y="204"/>
                    <a:pt x="31" y="266"/>
                    <a:pt x="115" y="266"/>
                  </a:cubicBezTo>
                  <a:cubicBezTo>
                    <a:pt x="191" y="266"/>
                    <a:pt x="262" y="266"/>
                    <a:pt x="319" y="266"/>
                  </a:cubicBezTo>
                  <a:cubicBezTo>
                    <a:pt x="381" y="266"/>
                    <a:pt x="381" y="314"/>
                    <a:pt x="381" y="335"/>
                  </a:cubicBezTo>
                  <a:cubicBezTo>
                    <a:pt x="381" y="356"/>
                    <a:pt x="381" y="398"/>
                    <a:pt x="320" y="398"/>
                  </a:cubicBezTo>
                  <a:cubicBezTo>
                    <a:pt x="272" y="398"/>
                    <a:pt x="8" y="398"/>
                    <a:pt x="8" y="398"/>
                  </a:cubicBezTo>
                  <a:cubicBezTo>
                    <a:pt x="8" y="398"/>
                    <a:pt x="8" y="449"/>
                    <a:pt x="8" y="469"/>
                  </a:cubicBezTo>
                  <a:cubicBezTo>
                    <a:pt x="356" y="469"/>
                    <a:pt x="356" y="469"/>
                    <a:pt x="356" y="469"/>
                  </a:cubicBezTo>
                  <a:cubicBezTo>
                    <a:pt x="443" y="469"/>
                    <a:pt x="468" y="418"/>
                    <a:pt x="468" y="336"/>
                  </a:cubicBezTo>
                  <a:cubicBezTo>
                    <a:pt x="468" y="238"/>
                    <a:pt x="436" y="194"/>
                    <a:pt x="362" y="194"/>
                  </a:cubicBezTo>
                  <a:cubicBezTo>
                    <a:pt x="274" y="194"/>
                    <a:pt x="213" y="194"/>
                    <a:pt x="142" y="194"/>
                  </a:cubicBezTo>
                  <a:cubicBezTo>
                    <a:pt x="86" y="194"/>
                    <a:pt x="86" y="157"/>
                    <a:pt x="86" y="132"/>
                  </a:cubicBezTo>
                  <a:cubicBezTo>
                    <a:pt x="86" y="112"/>
                    <a:pt x="92" y="72"/>
                    <a:pt x="151" y="72"/>
                  </a:cubicBezTo>
                  <a:cubicBezTo>
                    <a:pt x="214" y="72"/>
                    <a:pt x="452" y="72"/>
                    <a:pt x="452" y="72"/>
                  </a:cubicBezTo>
                  <a:cubicBezTo>
                    <a:pt x="452" y="43"/>
                    <a:pt x="452" y="27"/>
                    <a:pt x="452" y="0"/>
                  </a:cubicBezTo>
                  <a:cubicBezTo>
                    <a:pt x="121" y="0"/>
                    <a:pt x="121" y="0"/>
                    <a:pt x="121"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31" name="Freeform 702">
              <a:extLst>
                <a:ext uri="{FF2B5EF4-FFF2-40B4-BE49-F238E27FC236}">
                  <a16:creationId xmlns:a16="http://schemas.microsoft.com/office/drawing/2014/main" id="{7ACA3E4E-D2A6-4869-8C1F-E1EDCE4B29A9}"/>
                </a:ext>
              </a:extLst>
            </p:cNvPr>
            <p:cNvSpPr>
              <a:spLocks noEditPoints="1"/>
            </p:cNvSpPr>
            <p:nvPr/>
          </p:nvSpPr>
          <p:spPr bwMode="white">
            <a:xfrm>
              <a:off x="4107" y="2269"/>
              <a:ext cx="1090" cy="1455"/>
            </a:xfrm>
            <a:custGeom>
              <a:avLst/>
              <a:gdLst>
                <a:gd name="T0" fmla="*/ 170 w 461"/>
                <a:gd name="T1" fmla="*/ 0 h 613"/>
                <a:gd name="T2" fmla="*/ 44 w 461"/>
                <a:gd name="T3" fmla="*/ 29 h 613"/>
                <a:gd name="T4" fmla="*/ 0 w 461"/>
                <a:gd name="T5" fmla="*/ 149 h 613"/>
                <a:gd name="T6" fmla="*/ 0 w 461"/>
                <a:gd name="T7" fmla="*/ 233 h 613"/>
                <a:gd name="T8" fmla="*/ 0 w 461"/>
                <a:gd name="T9" fmla="*/ 318 h 613"/>
                <a:gd name="T10" fmla="*/ 47 w 461"/>
                <a:gd name="T11" fmla="*/ 445 h 613"/>
                <a:gd name="T12" fmla="*/ 170 w 461"/>
                <a:gd name="T13" fmla="*/ 469 h 613"/>
                <a:gd name="T14" fmla="*/ 376 w 461"/>
                <a:gd name="T15" fmla="*/ 469 h 613"/>
                <a:gd name="T16" fmla="*/ 376 w 461"/>
                <a:gd name="T17" fmla="*/ 487 h 613"/>
                <a:gd name="T18" fmla="*/ 328 w 461"/>
                <a:gd name="T19" fmla="*/ 538 h 613"/>
                <a:gd name="T20" fmla="*/ 61 w 461"/>
                <a:gd name="T21" fmla="*/ 538 h 613"/>
                <a:gd name="T22" fmla="*/ 61 w 461"/>
                <a:gd name="T23" fmla="*/ 613 h 613"/>
                <a:gd name="T24" fmla="*/ 356 w 461"/>
                <a:gd name="T25" fmla="*/ 613 h 613"/>
                <a:gd name="T26" fmla="*/ 461 w 461"/>
                <a:gd name="T27" fmla="*/ 511 h 613"/>
                <a:gd name="T28" fmla="*/ 461 w 461"/>
                <a:gd name="T29" fmla="*/ 0 h 613"/>
                <a:gd name="T30" fmla="*/ 170 w 461"/>
                <a:gd name="T31" fmla="*/ 0 h 613"/>
                <a:gd name="T32" fmla="*/ 376 w 461"/>
                <a:gd name="T33" fmla="*/ 398 h 613"/>
                <a:gd name="T34" fmla="*/ 196 w 461"/>
                <a:gd name="T35" fmla="*/ 398 h 613"/>
                <a:gd name="T36" fmla="*/ 88 w 461"/>
                <a:gd name="T37" fmla="*/ 333 h 613"/>
                <a:gd name="T38" fmla="*/ 88 w 461"/>
                <a:gd name="T39" fmla="*/ 231 h 613"/>
                <a:gd name="T40" fmla="*/ 88 w 461"/>
                <a:gd name="T41" fmla="*/ 148 h 613"/>
                <a:gd name="T42" fmla="*/ 200 w 461"/>
                <a:gd name="T43" fmla="*/ 72 h 613"/>
                <a:gd name="T44" fmla="*/ 376 w 461"/>
                <a:gd name="T45" fmla="*/ 72 h 613"/>
                <a:gd name="T46" fmla="*/ 376 w 461"/>
                <a:gd name="T47" fmla="*/ 398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1" h="613">
                  <a:moveTo>
                    <a:pt x="170" y="0"/>
                  </a:moveTo>
                  <a:cubicBezTo>
                    <a:pt x="94" y="0"/>
                    <a:pt x="65" y="12"/>
                    <a:pt x="44" y="29"/>
                  </a:cubicBezTo>
                  <a:cubicBezTo>
                    <a:pt x="22" y="47"/>
                    <a:pt x="1" y="70"/>
                    <a:pt x="0" y="149"/>
                  </a:cubicBezTo>
                  <a:cubicBezTo>
                    <a:pt x="0" y="233"/>
                    <a:pt x="0" y="233"/>
                    <a:pt x="0" y="233"/>
                  </a:cubicBezTo>
                  <a:cubicBezTo>
                    <a:pt x="0" y="318"/>
                    <a:pt x="0" y="318"/>
                    <a:pt x="0" y="318"/>
                  </a:cubicBezTo>
                  <a:cubicBezTo>
                    <a:pt x="0" y="402"/>
                    <a:pt x="23" y="425"/>
                    <a:pt x="47" y="445"/>
                  </a:cubicBezTo>
                  <a:cubicBezTo>
                    <a:pt x="63" y="456"/>
                    <a:pt x="89" y="469"/>
                    <a:pt x="170" y="469"/>
                  </a:cubicBezTo>
                  <a:cubicBezTo>
                    <a:pt x="376" y="469"/>
                    <a:pt x="376" y="469"/>
                    <a:pt x="376" y="469"/>
                  </a:cubicBezTo>
                  <a:cubicBezTo>
                    <a:pt x="376" y="469"/>
                    <a:pt x="376" y="484"/>
                    <a:pt x="376" y="487"/>
                  </a:cubicBezTo>
                  <a:cubicBezTo>
                    <a:pt x="376" y="523"/>
                    <a:pt x="369" y="538"/>
                    <a:pt x="328" y="538"/>
                  </a:cubicBezTo>
                  <a:cubicBezTo>
                    <a:pt x="61" y="538"/>
                    <a:pt x="61" y="538"/>
                    <a:pt x="61" y="538"/>
                  </a:cubicBezTo>
                  <a:cubicBezTo>
                    <a:pt x="61" y="613"/>
                    <a:pt x="61" y="613"/>
                    <a:pt x="61" y="613"/>
                  </a:cubicBezTo>
                  <a:cubicBezTo>
                    <a:pt x="356" y="613"/>
                    <a:pt x="356" y="613"/>
                    <a:pt x="356" y="613"/>
                  </a:cubicBezTo>
                  <a:cubicBezTo>
                    <a:pt x="435" y="613"/>
                    <a:pt x="461" y="578"/>
                    <a:pt x="461" y="511"/>
                  </a:cubicBezTo>
                  <a:cubicBezTo>
                    <a:pt x="461" y="0"/>
                    <a:pt x="461" y="0"/>
                    <a:pt x="461" y="0"/>
                  </a:cubicBezTo>
                  <a:lnTo>
                    <a:pt x="170" y="0"/>
                  </a:lnTo>
                  <a:close/>
                  <a:moveTo>
                    <a:pt x="376" y="398"/>
                  </a:moveTo>
                  <a:cubicBezTo>
                    <a:pt x="196" y="398"/>
                    <a:pt x="196" y="398"/>
                    <a:pt x="196" y="398"/>
                  </a:cubicBezTo>
                  <a:cubicBezTo>
                    <a:pt x="143" y="398"/>
                    <a:pt x="89" y="402"/>
                    <a:pt x="88" y="333"/>
                  </a:cubicBezTo>
                  <a:cubicBezTo>
                    <a:pt x="88" y="330"/>
                    <a:pt x="88" y="305"/>
                    <a:pt x="88" y="231"/>
                  </a:cubicBezTo>
                  <a:cubicBezTo>
                    <a:pt x="88" y="169"/>
                    <a:pt x="87" y="154"/>
                    <a:pt x="88" y="148"/>
                  </a:cubicBezTo>
                  <a:cubicBezTo>
                    <a:pt x="91" y="90"/>
                    <a:pt x="112" y="70"/>
                    <a:pt x="200" y="72"/>
                  </a:cubicBezTo>
                  <a:cubicBezTo>
                    <a:pt x="205" y="72"/>
                    <a:pt x="376" y="72"/>
                    <a:pt x="376" y="72"/>
                  </a:cubicBezTo>
                  <a:lnTo>
                    <a:pt x="376" y="39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grpSp>
    </p:spTree>
    <p:extLst>
      <p:ext uri="{BB962C8B-B14F-4D97-AF65-F5344CB8AC3E}">
        <p14:creationId xmlns:p14="http://schemas.microsoft.com/office/powerpoint/2010/main" val="7159060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Bild rund links 2">
    <p:spTree>
      <p:nvGrpSpPr>
        <p:cNvPr id="1" name=""/>
        <p:cNvGrpSpPr/>
        <p:nvPr/>
      </p:nvGrpSpPr>
      <p:grpSpPr>
        <a:xfrm>
          <a:off x="0" y="0"/>
          <a:ext cx="0" cy="0"/>
          <a:chOff x="0" y="0"/>
          <a:chExt cx="0" cy="0"/>
        </a:xfrm>
      </p:grpSpPr>
      <p:sp>
        <p:nvSpPr>
          <p:cNvPr id="27" name="Freihandform: Form 26">
            <a:extLst>
              <a:ext uri="{FF2B5EF4-FFF2-40B4-BE49-F238E27FC236}">
                <a16:creationId xmlns:a16="http://schemas.microsoft.com/office/drawing/2014/main" id="{B6B4E960-54A7-488B-8F1D-7209C6E1BE8A}"/>
              </a:ext>
            </a:extLst>
          </p:cNvPr>
          <p:cNvSpPr/>
          <p:nvPr/>
        </p:nvSpPr>
        <p:spPr>
          <a:xfrm>
            <a:off x="5444576" y="-18000"/>
            <a:ext cx="6765422" cy="6894000"/>
          </a:xfrm>
          <a:custGeom>
            <a:avLst/>
            <a:gdLst>
              <a:gd name="connsiteX0" fmla="*/ 1188582 w 6765422"/>
              <a:gd name="connsiteY0" fmla="*/ 0 h 6894000"/>
              <a:gd name="connsiteX1" fmla="*/ 6765422 w 6765422"/>
              <a:gd name="connsiteY1" fmla="*/ 0 h 6894000"/>
              <a:gd name="connsiteX2" fmla="*/ 6765422 w 6765422"/>
              <a:gd name="connsiteY2" fmla="*/ 6894000 h 6894000"/>
              <a:gd name="connsiteX3" fmla="*/ 1351707 w 6765422"/>
              <a:gd name="connsiteY3" fmla="*/ 6894000 h 6894000"/>
              <a:gd name="connsiteX4" fmla="*/ 1215262 w 6765422"/>
              <a:gd name="connsiteY4" fmla="*/ 6736483 h 6894000"/>
              <a:gd name="connsiteX5" fmla="*/ 0 w 6765422"/>
              <a:gd name="connsiteY5" fmla="*/ 3351266 h 6894000"/>
              <a:gd name="connsiteX6" fmla="*/ 1057273 w 6765422"/>
              <a:gd name="connsiteY6" fmla="*/ 167094 h 689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65422" h="6894000">
                <a:moveTo>
                  <a:pt x="1188582" y="0"/>
                </a:moveTo>
                <a:lnTo>
                  <a:pt x="6765422" y="0"/>
                </a:lnTo>
                <a:lnTo>
                  <a:pt x="6765422" y="6894000"/>
                </a:lnTo>
                <a:lnTo>
                  <a:pt x="1351707" y="6894000"/>
                </a:lnTo>
                <a:lnTo>
                  <a:pt x="1215262" y="6736483"/>
                </a:lnTo>
                <a:cubicBezTo>
                  <a:pt x="456063" y="5816546"/>
                  <a:pt x="0" y="4637166"/>
                  <a:pt x="0" y="3351266"/>
                </a:cubicBezTo>
                <a:cubicBezTo>
                  <a:pt x="0" y="2157217"/>
                  <a:pt x="393239" y="1055012"/>
                  <a:pt x="1057273" y="167094"/>
                </a:cubicBezTo>
                <a:close/>
              </a:path>
            </a:pathLst>
          </a:cu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b="1" i="0" dirty="0">
              <a:latin typeface="Calibri" panose="020F0502020204030204" pitchFamily="34" charset="0"/>
            </a:endParaRPr>
          </a:p>
        </p:txBody>
      </p:sp>
      <p:sp>
        <p:nvSpPr>
          <p:cNvPr id="32" name="Bildplatzhalter 31">
            <a:extLst>
              <a:ext uri="{FF2B5EF4-FFF2-40B4-BE49-F238E27FC236}">
                <a16:creationId xmlns:a16="http://schemas.microsoft.com/office/drawing/2014/main" id="{64B967DC-2188-4714-9869-7DF2C8FE81B4}"/>
              </a:ext>
            </a:extLst>
          </p:cNvPr>
          <p:cNvSpPr>
            <a:spLocks noGrp="1"/>
          </p:cNvSpPr>
          <p:nvPr>
            <p:ph type="pic" sz="quarter" idx="12" hasCustomPrompt="1"/>
          </p:nvPr>
        </p:nvSpPr>
        <p:spPr>
          <a:xfrm>
            <a:off x="1" y="0"/>
            <a:ext cx="6390344" cy="6858000"/>
          </a:xfrm>
          <a:custGeom>
            <a:avLst/>
            <a:gdLst>
              <a:gd name="connsiteX0" fmla="*/ 0 w 6390344"/>
              <a:gd name="connsiteY0" fmla="*/ 0 h 6858000"/>
              <a:gd name="connsiteX1" fmla="*/ 6250683 w 6390344"/>
              <a:gd name="connsiteY1" fmla="*/ 0 h 6858000"/>
              <a:gd name="connsiteX2" fmla="*/ 6049299 w 6390344"/>
              <a:gd name="connsiteY2" fmla="*/ 292398 h 6858000"/>
              <a:gd name="connsiteX3" fmla="*/ 5169807 w 6390344"/>
              <a:gd name="connsiteY3" fmla="*/ 3335523 h 6858000"/>
              <a:gd name="connsiteX4" fmla="*/ 6302140 w 6390344"/>
              <a:gd name="connsiteY4" fmla="*/ 6745758 h 6858000"/>
              <a:gd name="connsiteX5" fmla="*/ 6390344 w 6390344"/>
              <a:gd name="connsiteY5" fmla="*/ 6858000 h 6858000"/>
              <a:gd name="connsiteX6" fmla="*/ 1947419 w 6390344"/>
              <a:gd name="connsiteY6" fmla="*/ 6858000 h 6858000"/>
              <a:gd name="connsiteX7" fmla="*/ 0 w 6390344"/>
              <a:gd name="connsiteY7" fmla="*/ 68554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90344" h="6858000">
                <a:moveTo>
                  <a:pt x="0" y="0"/>
                </a:moveTo>
                <a:lnTo>
                  <a:pt x="6250683" y="0"/>
                </a:lnTo>
                <a:lnTo>
                  <a:pt x="6049299" y="292398"/>
                </a:lnTo>
                <a:cubicBezTo>
                  <a:pt x="5492254" y="1172895"/>
                  <a:pt x="5169807" y="2216553"/>
                  <a:pt x="5169807" y="3335523"/>
                </a:cubicBezTo>
                <a:cubicBezTo>
                  <a:pt x="5169807" y="4614345"/>
                  <a:pt x="5590962" y="5794802"/>
                  <a:pt x="6302140" y="6745758"/>
                </a:cubicBezTo>
                <a:lnTo>
                  <a:pt x="6390344" y="6858000"/>
                </a:lnTo>
                <a:lnTo>
                  <a:pt x="1947419" y="6858000"/>
                </a:lnTo>
                <a:lnTo>
                  <a:pt x="0" y="6855497"/>
                </a:lnTo>
                <a:close/>
              </a:path>
            </a:pathLst>
          </a:custGeom>
          <a:solidFill>
            <a:schemeClr val="bg2"/>
          </a:solidFill>
        </p:spPr>
        <p:txBody>
          <a:bodyPr vert="horz" wrap="square" lIns="0" tIns="0" rIns="0" bIns="0" rtlCol="0" anchor="ctr">
            <a:noAutofit/>
          </a:bodyPr>
          <a:lstStyle>
            <a:lvl1pPr marL="7938" algn="ctr">
              <a:defRPr lang="de-DE" sz="1200" b="0" i="0" dirty="0"/>
            </a:lvl1pPr>
          </a:lstStyle>
          <a:p>
            <a:pPr marL="7938" lvl="0" algn="ctr"/>
            <a:r>
              <a:rPr lang="de-DE" dirty="0"/>
              <a:t>Bild durch Klicken auf das Symbol hinzufügen.</a:t>
            </a:r>
            <a:br>
              <a:rPr lang="de-DE" dirty="0"/>
            </a:br>
            <a:r>
              <a:rPr lang="de-DE" dirty="0"/>
              <a:t>Alternativ den Rahmen des Bildplatzhalters markieren</a:t>
            </a:r>
            <a:br>
              <a:rPr lang="de-DE" dirty="0"/>
            </a:br>
            <a:r>
              <a:rPr lang="de-DE" dirty="0"/>
              <a:t>(Klick auf die graue Fläche) und ein Bild aus den</a:t>
            </a:r>
            <a:br>
              <a:rPr lang="de-DE" dirty="0"/>
            </a:br>
            <a:r>
              <a:rPr lang="de-DE" dirty="0" err="1"/>
              <a:t>QuickSlide</a:t>
            </a:r>
            <a:r>
              <a:rPr lang="de-DE" dirty="0"/>
              <a:t>-Elementen hinzufügen.</a:t>
            </a:r>
            <a:br>
              <a:rPr lang="de-DE" dirty="0"/>
            </a:br>
            <a:r>
              <a:rPr lang="de-DE" dirty="0"/>
              <a:t>Anschließend die Folie zurücksetzen (Folie &gt; Zurücksetzen).</a:t>
            </a:r>
            <a:br>
              <a:rPr lang="de-DE" dirty="0"/>
            </a:br>
            <a:r>
              <a:rPr lang="de-DE" dirty="0"/>
              <a:t>Hierbei werden alle Platzhalter auf der Folie zurückgesetzt!</a:t>
            </a:r>
          </a:p>
        </p:txBody>
      </p:sp>
      <p:sp>
        <p:nvSpPr>
          <p:cNvPr id="8" name="Oval 12">
            <a:extLst>
              <a:ext uri="{FF2B5EF4-FFF2-40B4-BE49-F238E27FC236}">
                <a16:creationId xmlns:a16="http://schemas.microsoft.com/office/drawing/2014/main" id="{6D2474B1-8E23-439F-B800-35C49AAA82D2}"/>
              </a:ext>
            </a:extLst>
          </p:cNvPr>
          <p:cNvSpPr/>
          <p:nvPr/>
        </p:nvSpPr>
        <p:spPr bwMode="gray">
          <a:xfrm>
            <a:off x="8540934" y="2574700"/>
            <a:ext cx="1707431" cy="1707431"/>
          </a:xfrm>
          <a:prstGeom prst="ellipse">
            <a:avLst/>
          </a:prstGeom>
          <a:solidFill>
            <a:schemeClr val="bg1">
              <a:lumMod val="85000"/>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sp>
        <p:nvSpPr>
          <p:cNvPr id="28" name="Freihandform 14">
            <a:extLst>
              <a:ext uri="{FF2B5EF4-FFF2-40B4-BE49-F238E27FC236}">
                <a16:creationId xmlns:a16="http://schemas.microsoft.com/office/drawing/2014/main" id="{E5BA9B94-04EA-44B8-85C7-0C8B09F767CA}"/>
              </a:ext>
            </a:extLst>
          </p:cNvPr>
          <p:cNvSpPr/>
          <p:nvPr/>
        </p:nvSpPr>
        <p:spPr bwMode="gray">
          <a:xfrm rot="10800000">
            <a:off x="8616280" y="2906177"/>
            <a:ext cx="3575720" cy="3951822"/>
          </a:xfrm>
          <a:custGeom>
            <a:avLst/>
            <a:gdLst>
              <a:gd name="connsiteX0" fmla="*/ 0 w 5562328"/>
              <a:gd name="connsiteY0" fmla="*/ 0 h 6147385"/>
              <a:gd name="connsiteX1" fmla="*/ 4578774 w 5562328"/>
              <a:gd name="connsiteY1" fmla="*/ 0 h 6147385"/>
              <a:gd name="connsiteX2" fmla="*/ 4727110 w 5562328"/>
              <a:gd name="connsiteY2" fmla="*/ 163212 h 6147385"/>
              <a:gd name="connsiteX3" fmla="*/ 5562328 w 5562328"/>
              <a:gd name="connsiteY3" fmla="*/ 2489785 h 6147385"/>
              <a:gd name="connsiteX4" fmla="*/ 1904728 w 5562328"/>
              <a:gd name="connsiteY4" fmla="*/ 6147385 h 6147385"/>
              <a:gd name="connsiteX5" fmla="*/ 161299 w 5562328"/>
              <a:gd name="connsiteY5" fmla="*/ 5705932 h 6147385"/>
              <a:gd name="connsiteX6" fmla="*/ 0 w 5562328"/>
              <a:gd name="connsiteY6" fmla="*/ 5607941 h 6147385"/>
              <a:gd name="connsiteX7" fmla="*/ 0 w 5562328"/>
              <a:gd name="connsiteY7" fmla="*/ 0 h 614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62328" h="6147385">
                <a:moveTo>
                  <a:pt x="0" y="0"/>
                </a:moveTo>
                <a:lnTo>
                  <a:pt x="4578774" y="0"/>
                </a:lnTo>
                <a:lnTo>
                  <a:pt x="4727110" y="163212"/>
                </a:lnTo>
                <a:cubicBezTo>
                  <a:pt x="5248888" y="795461"/>
                  <a:pt x="5562328" y="1606019"/>
                  <a:pt x="5562328" y="2489785"/>
                </a:cubicBezTo>
                <a:cubicBezTo>
                  <a:pt x="5562328" y="4509822"/>
                  <a:pt x="3924765" y="6147385"/>
                  <a:pt x="1904728" y="6147385"/>
                </a:cubicBezTo>
                <a:cubicBezTo>
                  <a:pt x="1273467" y="6147385"/>
                  <a:pt x="679556" y="5987467"/>
                  <a:pt x="161299" y="5705932"/>
                </a:cubicBezTo>
                <a:lnTo>
                  <a:pt x="0" y="5607941"/>
                </a:lnTo>
                <a:lnTo>
                  <a:pt x="0" y="0"/>
                </a:lnTo>
                <a:close/>
              </a:path>
            </a:pathLst>
          </a:custGeom>
          <a:solidFill>
            <a:schemeClr val="bg1">
              <a:lumMod val="85000"/>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sp>
        <p:nvSpPr>
          <p:cNvPr id="35" name="Oval 13">
            <a:extLst>
              <a:ext uri="{FF2B5EF4-FFF2-40B4-BE49-F238E27FC236}">
                <a16:creationId xmlns:a16="http://schemas.microsoft.com/office/drawing/2014/main" id="{29E9E1FD-B337-4326-94D1-407617E30C2A}"/>
              </a:ext>
            </a:extLst>
          </p:cNvPr>
          <p:cNvSpPr/>
          <p:nvPr/>
        </p:nvSpPr>
        <p:spPr>
          <a:xfrm>
            <a:off x="6205331" y="418218"/>
            <a:ext cx="141259" cy="14125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grpSp>
        <p:nvGrpSpPr>
          <p:cNvPr id="31" name="Group 698">
            <a:extLst>
              <a:ext uri="{FF2B5EF4-FFF2-40B4-BE49-F238E27FC236}">
                <a16:creationId xmlns:a16="http://schemas.microsoft.com/office/drawing/2014/main" id="{1B7E2B6B-3143-4B16-8673-40E67D80ACED}"/>
              </a:ext>
            </a:extLst>
          </p:cNvPr>
          <p:cNvGrpSpPr>
            <a:grpSpLocks noChangeAspect="1"/>
          </p:cNvGrpSpPr>
          <p:nvPr/>
        </p:nvGrpSpPr>
        <p:grpSpPr bwMode="black">
          <a:xfrm>
            <a:off x="10468800" y="406800"/>
            <a:ext cx="1386000" cy="435600"/>
            <a:chOff x="561" y="2269"/>
            <a:chExt cx="4636" cy="1455"/>
          </a:xfrm>
        </p:grpSpPr>
        <p:sp>
          <p:nvSpPr>
            <p:cNvPr id="33" name="AutoShape 697">
              <a:extLst>
                <a:ext uri="{FF2B5EF4-FFF2-40B4-BE49-F238E27FC236}">
                  <a16:creationId xmlns:a16="http://schemas.microsoft.com/office/drawing/2014/main" id="{E70F5754-F113-4B03-953D-EE64B4601CC8}"/>
                </a:ext>
              </a:extLst>
            </p:cNvPr>
            <p:cNvSpPr>
              <a:spLocks noChangeAspect="1" noChangeArrowheads="1" noTextEdit="1"/>
            </p:cNvSpPr>
            <p:nvPr/>
          </p:nvSpPr>
          <p:spPr bwMode="black">
            <a:xfrm>
              <a:off x="561" y="2271"/>
              <a:ext cx="4634" cy="1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36" name="Oval 699">
              <a:extLst>
                <a:ext uri="{FF2B5EF4-FFF2-40B4-BE49-F238E27FC236}">
                  <a16:creationId xmlns:a16="http://schemas.microsoft.com/office/drawing/2014/main" id="{9309AEC8-F39B-4BFC-830E-A067BC7E9047}"/>
                </a:ext>
              </a:extLst>
            </p:cNvPr>
            <p:cNvSpPr>
              <a:spLocks noChangeArrowheads="1"/>
            </p:cNvSpPr>
            <p:nvPr/>
          </p:nvSpPr>
          <p:spPr bwMode="black">
            <a:xfrm>
              <a:off x="561" y="2905"/>
              <a:ext cx="483" cy="484"/>
            </a:xfrm>
            <a:prstGeom prst="ellipse">
              <a:avLst/>
            </a:prstGeom>
            <a:solidFill>
              <a:srgbClr val="A0144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37" name="Freeform 700">
              <a:extLst>
                <a:ext uri="{FF2B5EF4-FFF2-40B4-BE49-F238E27FC236}">
                  <a16:creationId xmlns:a16="http://schemas.microsoft.com/office/drawing/2014/main" id="{1F625172-BAE2-4188-93CA-3395BBBD971B}"/>
                </a:ext>
              </a:extLst>
            </p:cNvPr>
            <p:cNvSpPr>
              <a:spLocks/>
            </p:cNvSpPr>
            <p:nvPr/>
          </p:nvSpPr>
          <p:spPr bwMode="black">
            <a:xfrm>
              <a:off x="1200" y="2269"/>
              <a:ext cx="1559" cy="1113"/>
            </a:xfrm>
            <a:custGeom>
              <a:avLst/>
              <a:gdLst>
                <a:gd name="T0" fmla="*/ 0 w 659"/>
                <a:gd name="T1" fmla="*/ 0 h 469"/>
                <a:gd name="T2" fmla="*/ 0 w 659"/>
                <a:gd name="T3" fmla="*/ 469 h 469"/>
                <a:gd name="T4" fmla="*/ 85 w 659"/>
                <a:gd name="T5" fmla="*/ 469 h 469"/>
                <a:gd name="T6" fmla="*/ 85 w 659"/>
                <a:gd name="T7" fmla="*/ 72 h 469"/>
                <a:gd name="T8" fmla="*/ 282 w 659"/>
                <a:gd name="T9" fmla="*/ 72 h 469"/>
                <a:gd name="T10" fmla="*/ 282 w 659"/>
                <a:gd name="T11" fmla="*/ 469 h 469"/>
                <a:gd name="T12" fmla="*/ 367 w 659"/>
                <a:gd name="T13" fmla="*/ 469 h 469"/>
                <a:gd name="T14" fmla="*/ 367 w 659"/>
                <a:gd name="T15" fmla="*/ 72 h 469"/>
                <a:gd name="T16" fmla="*/ 498 w 659"/>
                <a:gd name="T17" fmla="*/ 72 h 469"/>
                <a:gd name="T18" fmla="*/ 573 w 659"/>
                <a:gd name="T19" fmla="*/ 155 h 469"/>
                <a:gd name="T20" fmla="*/ 573 w 659"/>
                <a:gd name="T21" fmla="*/ 469 h 469"/>
                <a:gd name="T22" fmla="*/ 659 w 659"/>
                <a:gd name="T23" fmla="*/ 469 h 469"/>
                <a:gd name="T24" fmla="*/ 659 w 659"/>
                <a:gd name="T25" fmla="*/ 132 h 469"/>
                <a:gd name="T26" fmla="*/ 541 w 659"/>
                <a:gd name="T27" fmla="*/ 0 h 469"/>
                <a:gd name="T28" fmla="*/ 0 w 659"/>
                <a:gd name="T29"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9" h="469">
                  <a:moveTo>
                    <a:pt x="0" y="0"/>
                  </a:moveTo>
                  <a:cubicBezTo>
                    <a:pt x="0" y="469"/>
                    <a:pt x="0" y="469"/>
                    <a:pt x="0" y="469"/>
                  </a:cubicBezTo>
                  <a:cubicBezTo>
                    <a:pt x="85" y="469"/>
                    <a:pt x="85" y="469"/>
                    <a:pt x="85" y="469"/>
                  </a:cubicBezTo>
                  <a:cubicBezTo>
                    <a:pt x="85" y="72"/>
                    <a:pt x="85" y="72"/>
                    <a:pt x="85" y="72"/>
                  </a:cubicBezTo>
                  <a:cubicBezTo>
                    <a:pt x="85" y="72"/>
                    <a:pt x="218" y="72"/>
                    <a:pt x="282" y="72"/>
                  </a:cubicBezTo>
                  <a:cubicBezTo>
                    <a:pt x="282" y="469"/>
                    <a:pt x="282" y="469"/>
                    <a:pt x="282" y="469"/>
                  </a:cubicBezTo>
                  <a:cubicBezTo>
                    <a:pt x="367" y="469"/>
                    <a:pt x="367" y="469"/>
                    <a:pt x="367" y="469"/>
                  </a:cubicBezTo>
                  <a:cubicBezTo>
                    <a:pt x="367" y="72"/>
                    <a:pt x="367" y="72"/>
                    <a:pt x="367" y="72"/>
                  </a:cubicBezTo>
                  <a:cubicBezTo>
                    <a:pt x="424" y="72"/>
                    <a:pt x="472" y="72"/>
                    <a:pt x="498" y="72"/>
                  </a:cubicBezTo>
                  <a:cubicBezTo>
                    <a:pt x="542" y="72"/>
                    <a:pt x="573" y="98"/>
                    <a:pt x="573" y="155"/>
                  </a:cubicBezTo>
                  <a:cubicBezTo>
                    <a:pt x="573" y="469"/>
                    <a:pt x="573" y="469"/>
                    <a:pt x="573" y="469"/>
                  </a:cubicBezTo>
                  <a:cubicBezTo>
                    <a:pt x="659" y="469"/>
                    <a:pt x="659" y="469"/>
                    <a:pt x="659" y="469"/>
                  </a:cubicBezTo>
                  <a:cubicBezTo>
                    <a:pt x="659" y="346"/>
                    <a:pt x="659" y="239"/>
                    <a:pt x="659" y="132"/>
                  </a:cubicBezTo>
                  <a:cubicBezTo>
                    <a:pt x="659" y="68"/>
                    <a:pt x="626" y="0"/>
                    <a:pt x="541" y="0"/>
                  </a:cubicBezTo>
                  <a:cubicBezTo>
                    <a:pt x="0" y="0"/>
                    <a:pt x="0" y="0"/>
                    <a:pt x="0" y="0"/>
                  </a:cubicBezTo>
                  <a:close/>
                </a:path>
              </a:pathLst>
            </a:custGeom>
            <a:solidFill>
              <a:srgbClr val="6F6F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38" name="Freeform 701">
              <a:extLst>
                <a:ext uri="{FF2B5EF4-FFF2-40B4-BE49-F238E27FC236}">
                  <a16:creationId xmlns:a16="http://schemas.microsoft.com/office/drawing/2014/main" id="{7FFDA405-A704-4489-AFE4-062080C52A63}"/>
                </a:ext>
              </a:extLst>
            </p:cNvPr>
            <p:cNvSpPr>
              <a:spLocks/>
            </p:cNvSpPr>
            <p:nvPr/>
          </p:nvSpPr>
          <p:spPr bwMode="black">
            <a:xfrm>
              <a:off x="2877" y="2269"/>
              <a:ext cx="1107" cy="1113"/>
            </a:xfrm>
            <a:custGeom>
              <a:avLst/>
              <a:gdLst>
                <a:gd name="T0" fmla="*/ 121 w 468"/>
                <a:gd name="T1" fmla="*/ 0 h 469"/>
                <a:gd name="T2" fmla="*/ 0 w 468"/>
                <a:gd name="T3" fmla="*/ 130 h 469"/>
                <a:gd name="T4" fmla="*/ 115 w 468"/>
                <a:gd name="T5" fmla="*/ 266 h 469"/>
                <a:gd name="T6" fmla="*/ 319 w 468"/>
                <a:gd name="T7" fmla="*/ 266 h 469"/>
                <a:gd name="T8" fmla="*/ 381 w 468"/>
                <a:gd name="T9" fmla="*/ 335 h 469"/>
                <a:gd name="T10" fmla="*/ 320 w 468"/>
                <a:gd name="T11" fmla="*/ 398 h 469"/>
                <a:gd name="T12" fmla="*/ 8 w 468"/>
                <a:gd name="T13" fmla="*/ 398 h 469"/>
                <a:gd name="T14" fmla="*/ 8 w 468"/>
                <a:gd name="T15" fmla="*/ 469 h 469"/>
                <a:gd name="T16" fmla="*/ 356 w 468"/>
                <a:gd name="T17" fmla="*/ 469 h 469"/>
                <a:gd name="T18" fmla="*/ 468 w 468"/>
                <a:gd name="T19" fmla="*/ 336 h 469"/>
                <a:gd name="T20" fmla="*/ 362 w 468"/>
                <a:gd name="T21" fmla="*/ 194 h 469"/>
                <a:gd name="T22" fmla="*/ 142 w 468"/>
                <a:gd name="T23" fmla="*/ 194 h 469"/>
                <a:gd name="T24" fmla="*/ 86 w 468"/>
                <a:gd name="T25" fmla="*/ 132 h 469"/>
                <a:gd name="T26" fmla="*/ 151 w 468"/>
                <a:gd name="T27" fmla="*/ 72 h 469"/>
                <a:gd name="T28" fmla="*/ 452 w 468"/>
                <a:gd name="T29" fmla="*/ 72 h 469"/>
                <a:gd name="T30" fmla="*/ 452 w 468"/>
                <a:gd name="T31" fmla="*/ 0 h 469"/>
                <a:gd name="T32" fmla="*/ 121 w 468"/>
                <a:gd name="T33"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8" h="469">
                  <a:moveTo>
                    <a:pt x="121" y="0"/>
                  </a:moveTo>
                  <a:cubicBezTo>
                    <a:pt x="28" y="0"/>
                    <a:pt x="0" y="62"/>
                    <a:pt x="0" y="130"/>
                  </a:cubicBezTo>
                  <a:cubicBezTo>
                    <a:pt x="0" y="204"/>
                    <a:pt x="31" y="266"/>
                    <a:pt x="115" y="266"/>
                  </a:cubicBezTo>
                  <a:cubicBezTo>
                    <a:pt x="191" y="266"/>
                    <a:pt x="262" y="266"/>
                    <a:pt x="319" y="266"/>
                  </a:cubicBezTo>
                  <a:cubicBezTo>
                    <a:pt x="381" y="266"/>
                    <a:pt x="381" y="314"/>
                    <a:pt x="381" y="335"/>
                  </a:cubicBezTo>
                  <a:cubicBezTo>
                    <a:pt x="381" y="356"/>
                    <a:pt x="381" y="398"/>
                    <a:pt x="320" y="398"/>
                  </a:cubicBezTo>
                  <a:cubicBezTo>
                    <a:pt x="272" y="398"/>
                    <a:pt x="8" y="398"/>
                    <a:pt x="8" y="398"/>
                  </a:cubicBezTo>
                  <a:cubicBezTo>
                    <a:pt x="8" y="398"/>
                    <a:pt x="8" y="449"/>
                    <a:pt x="8" y="469"/>
                  </a:cubicBezTo>
                  <a:cubicBezTo>
                    <a:pt x="356" y="469"/>
                    <a:pt x="356" y="469"/>
                    <a:pt x="356" y="469"/>
                  </a:cubicBezTo>
                  <a:cubicBezTo>
                    <a:pt x="443" y="469"/>
                    <a:pt x="468" y="418"/>
                    <a:pt x="468" y="336"/>
                  </a:cubicBezTo>
                  <a:cubicBezTo>
                    <a:pt x="468" y="238"/>
                    <a:pt x="436" y="194"/>
                    <a:pt x="362" y="194"/>
                  </a:cubicBezTo>
                  <a:cubicBezTo>
                    <a:pt x="274" y="194"/>
                    <a:pt x="213" y="194"/>
                    <a:pt x="142" y="194"/>
                  </a:cubicBezTo>
                  <a:cubicBezTo>
                    <a:pt x="86" y="194"/>
                    <a:pt x="86" y="157"/>
                    <a:pt x="86" y="132"/>
                  </a:cubicBezTo>
                  <a:cubicBezTo>
                    <a:pt x="86" y="112"/>
                    <a:pt x="92" y="72"/>
                    <a:pt x="151" y="72"/>
                  </a:cubicBezTo>
                  <a:cubicBezTo>
                    <a:pt x="214" y="72"/>
                    <a:pt x="452" y="72"/>
                    <a:pt x="452" y="72"/>
                  </a:cubicBezTo>
                  <a:cubicBezTo>
                    <a:pt x="452" y="43"/>
                    <a:pt x="452" y="27"/>
                    <a:pt x="452" y="0"/>
                  </a:cubicBezTo>
                  <a:cubicBezTo>
                    <a:pt x="121" y="0"/>
                    <a:pt x="121" y="0"/>
                    <a:pt x="121" y="0"/>
                  </a:cubicBezTo>
                  <a:close/>
                </a:path>
              </a:pathLst>
            </a:custGeom>
            <a:solidFill>
              <a:srgbClr val="6F6F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39" name="Freeform 702">
              <a:extLst>
                <a:ext uri="{FF2B5EF4-FFF2-40B4-BE49-F238E27FC236}">
                  <a16:creationId xmlns:a16="http://schemas.microsoft.com/office/drawing/2014/main" id="{CC5E5A37-5113-4A2B-A2E0-831ABEDC5156}"/>
                </a:ext>
              </a:extLst>
            </p:cNvPr>
            <p:cNvSpPr>
              <a:spLocks noEditPoints="1"/>
            </p:cNvSpPr>
            <p:nvPr/>
          </p:nvSpPr>
          <p:spPr bwMode="black">
            <a:xfrm>
              <a:off x="4107" y="2269"/>
              <a:ext cx="1090" cy="1455"/>
            </a:xfrm>
            <a:custGeom>
              <a:avLst/>
              <a:gdLst>
                <a:gd name="T0" fmla="*/ 170 w 461"/>
                <a:gd name="T1" fmla="*/ 0 h 613"/>
                <a:gd name="T2" fmla="*/ 44 w 461"/>
                <a:gd name="T3" fmla="*/ 29 h 613"/>
                <a:gd name="T4" fmla="*/ 0 w 461"/>
                <a:gd name="T5" fmla="*/ 149 h 613"/>
                <a:gd name="T6" fmla="*/ 0 w 461"/>
                <a:gd name="T7" fmla="*/ 233 h 613"/>
                <a:gd name="T8" fmla="*/ 0 w 461"/>
                <a:gd name="T9" fmla="*/ 318 h 613"/>
                <a:gd name="T10" fmla="*/ 47 w 461"/>
                <a:gd name="T11" fmla="*/ 445 h 613"/>
                <a:gd name="T12" fmla="*/ 170 w 461"/>
                <a:gd name="T13" fmla="*/ 469 h 613"/>
                <a:gd name="T14" fmla="*/ 376 w 461"/>
                <a:gd name="T15" fmla="*/ 469 h 613"/>
                <a:gd name="T16" fmla="*/ 376 w 461"/>
                <a:gd name="T17" fmla="*/ 487 h 613"/>
                <a:gd name="T18" fmla="*/ 328 w 461"/>
                <a:gd name="T19" fmla="*/ 538 h 613"/>
                <a:gd name="T20" fmla="*/ 61 w 461"/>
                <a:gd name="T21" fmla="*/ 538 h 613"/>
                <a:gd name="T22" fmla="*/ 61 w 461"/>
                <a:gd name="T23" fmla="*/ 613 h 613"/>
                <a:gd name="T24" fmla="*/ 356 w 461"/>
                <a:gd name="T25" fmla="*/ 613 h 613"/>
                <a:gd name="T26" fmla="*/ 461 w 461"/>
                <a:gd name="T27" fmla="*/ 511 h 613"/>
                <a:gd name="T28" fmla="*/ 461 w 461"/>
                <a:gd name="T29" fmla="*/ 0 h 613"/>
                <a:gd name="T30" fmla="*/ 170 w 461"/>
                <a:gd name="T31" fmla="*/ 0 h 613"/>
                <a:gd name="T32" fmla="*/ 376 w 461"/>
                <a:gd name="T33" fmla="*/ 398 h 613"/>
                <a:gd name="T34" fmla="*/ 196 w 461"/>
                <a:gd name="T35" fmla="*/ 398 h 613"/>
                <a:gd name="T36" fmla="*/ 88 w 461"/>
                <a:gd name="T37" fmla="*/ 333 h 613"/>
                <a:gd name="T38" fmla="*/ 88 w 461"/>
                <a:gd name="T39" fmla="*/ 231 h 613"/>
                <a:gd name="T40" fmla="*/ 88 w 461"/>
                <a:gd name="T41" fmla="*/ 148 h 613"/>
                <a:gd name="T42" fmla="*/ 200 w 461"/>
                <a:gd name="T43" fmla="*/ 72 h 613"/>
                <a:gd name="T44" fmla="*/ 376 w 461"/>
                <a:gd name="T45" fmla="*/ 72 h 613"/>
                <a:gd name="T46" fmla="*/ 376 w 461"/>
                <a:gd name="T47" fmla="*/ 398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1" h="613">
                  <a:moveTo>
                    <a:pt x="170" y="0"/>
                  </a:moveTo>
                  <a:cubicBezTo>
                    <a:pt x="94" y="0"/>
                    <a:pt x="65" y="12"/>
                    <a:pt x="44" y="29"/>
                  </a:cubicBezTo>
                  <a:cubicBezTo>
                    <a:pt x="22" y="47"/>
                    <a:pt x="1" y="70"/>
                    <a:pt x="0" y="149"/>
                  </a:cubicBezTo>
                  <a:cubicBezTo>
                    <a:pt x="0" y="233"/>
                    <a:pt x="0" y="233"/>
                    <a:pt x="0" y="233"/>
                  </a:cubicBezTo>
                  <a:cubicBezTo>
                    <a:pt x="0" y="318"/>
                    <a:pt x="0" y="318"/>
                    <a:pt x="0" y="318"/>
                  </a:cubicBezTo>
                  <a:cubicBezTo>
                    <a:pt x="0" y="402"/>
                    <a:pt x="23" y="425"/>
                    <a:pt x="47" y="445"/>
                  </a:cubicBezTo>
                  <a:cubicBezTo>
                    <a:pt x="63" y="456"/>
                    <a:pt x="89" y="469"/>
                    <a:pt x="170" y="469"/>
                  </a:cubicBezTo>
                  <a:cubicBezTo>
                    <a:pt x="376" y="469"/>
                    <a:pt x="376" y="469"/>
                    <a:pt x="376" y="469"/>
                  </a:cubicBezTo>
                  <a:cubicBezTo>
                    <a:pt x="376" y="469"/>
                    <a:pt x="376" y="484"/>
                    <a:pt x="376" y="487"/>
                  </a:cubicBezTo>
                  <a:cubicBezTo>
                    <a:pt x="376" y="523"/>
                    <a:pt x="369" y="538"/>
                    <a:pt x="328" y="538"/>
                  </a:cubicBezTo>
                  <a:cubicBezTo>
                    <a:pt x="61" y="538"/>
                    <a:pt x="61" y="538"/>
                    <a:pt x="61" y="538"/>
                  </a:cubicBezTo>
                  <a:cubicBezTo>
                    <a:pt x="61" y="613"/>
                    <a:pt x="61" y="613"/>
                    <a:pt x="61" y="613"/>
                  </a:cubicBezTo>
                  <a:cubicBezTo>
                    <a:pt x="356" y="613"/>
                    <a:pt x="356" y="613"/>
                    <a:pt x="356" y="613"/>
                  </a:cubicBezTo>
                  <a:cubicBezTo>
                    <a:pt x="435" y="613"/>
                    <a:pt x="461" y="578"/>
                    <a:pt x="461" y="511"/>
                  </a:cubicBezTo>
                  <a:cubicBezTo>
                    <a:pt x="461" y="0"/>
                    <a:pt x="461" y="0"/>
                    <a:pt x="461" y="0"/>
                  </a:cubicBezTo>
                  <a:lnTo>
                    <a:pt x="170" y="0"/>
                  </a:lnTo>
                  <a:close/>
                  <a:moveTo>
                    <a:pt x="376" y="398"/>
                  </a:moveTo>
                  <a:cubicBezTo>
                    <a:pt x="196" y="398"/>
                    <a:pt x="196" y="398"/>
                    <a:pt x="196" y="398"/>
                  </a:cubicBezTo>
                  <a:cubicBezTo>
                    <a:pt x="143" y="398"/>
                    <a:pt x="89" y="402"/>
                    <a:pt x="88" y="333"/>
                  </a:cubicBezTo>
                  <a:cubicBezTo>
                    <a:pt x="88" y="330"/>
                    <a:pt x="88" y="305"/>
                    <a:pt x="88" y="231"/>
                  </a:cubicBezTo>
                  <a:cubicBezTo>
                    <a:pt x="88" y="169"/>
                    <a:pt x="87" y="154"/>
                    <a:pt x="88" y="148"/>
                  </a:cubicBezTo>
                  <a:cubicBezTo>
                    <a:pt x="91" y="90"/>
                    <a:pt x="112" y="70"/>
                    <a:pt x="200" y="72"/>
                  </a:cubicBezTo>
                  <a:cubicBezTo>
                    <a:pt x="205" y="72"/>
                    <a:pt x="376" y="72"/>
                    <a:pt x="376" y="72"/>
                  </a:cubicBezTo>
                  <a:lnTo>
                    <a:pt x="376" y="398"/>
                  </a:lnTo>
                  <a:close/>
                </a:path>
              </a:pathLst>
            </a:custGeom>
            <a:solidFill>
              <a:srgbClr val="6F6F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grpSp>
      <p:sp>
        <p:nvSpPr>
          <p:cNvPr id="3" name="Fußzeilenplatzhalter 2">
            <a:extLst>
              <a:ext uri="{FF2B5EF4-FFF2-40B4-BE49-F238E27FC236}">
                <a16:creationId xmlns:a16="http://schemas.microsoft.com/office/drawing/2014/main" id="{092E8CB9-AD02-4F65-944D-412CDC6F1EA2}"/>
              </a:ext>
            </a:extLst>
          </p:cNvPr>
          <p:cNvSpPr>
            <a:spLocks noGrp="1"/>
          </p:cNvSpPr>
          <p:nvPr>
            <p:ph type="ftr" sz="quarter" idx="17"/>
          </p:nvPr>
        </p:nvSpPr>
        <p:spPr/>
        <p:txBody>
          <a:bodyPr/>
          <a:lstStyle/>
          <a:p>
            <a:r>
              <a:rPr lang="de-DE"/>
              <a:t>© msg systems ag | 2021 | Präsentationstitel</a:t>
            </a:r>
            <a:endParaRPr lang="de-DE" dirty="0"/>
          </a:p>
        </p:txBody>
      </p:sp>
      <p:sp>
        <p:nvSpPr>
          <p:cNvPr id="7" name="Foliennummernplatzhalter 6">
            <a:extLst>
              <a:ext uri="{FF2B5EF4-FFF2-40B4-BE49-F238E27FC236}">
                <a16:creationId xmlns:a16="http://schemas.microsoft.com/office/drawing/2014/main" id="{CFCC535D-F2B2-4D55-A4E2-FC44281F4D79}"/>
              </a:ext>
            </a:extLst>
          </p:cNvPr>
          <p:cNvSpPr>
            <a:spLocks noGrp="1"/>
          </p:cNvSpPr>
          <p:nvPr>
            <p:ph type="sldNum" sz="quarter" idx="18"/>
          </p:nvPr>
        </p:nvSpPr>
        <p:spPr/>
        <p:txBody>
          <a:bodyPr/>
          <a:lstStyle/>
          <a:p>
            <a:fld id="{B27B0579-4238-4E44-9A9E-134B676F827C}" type="slidenum">
              <a:rPr lang="de-DE" smtClean="0"/>
              <a:pPr/>
              <a:t>‹Nr.›</a:t>
            </a:fld>
            <a:endParaRPr lang="de-DE" dirty="0"/>
          </a:p>
        </p:txBody>
      </p:sp>
      <p:sp>
        <p:nvSpPr>
          <p:cNvPr id="2" name="Titel 1">
            <a:extLst>
              <a:ext uri="{FF2B5EF4-FFF2-40B4-BE49-F238E27FC236}">
                <a16:creationId xmlns:a16="http://schemas.microsoft.com/office/drawing/2014/main" id="{4C7758DA-BEFC-4EE2-942B-311B735F8F84}"/>
              </a:ext>
            </a:extLst>
          </p:cNvPr>
          <p:cNvSpPr>
            <a:spLocks noGrp="1"/>
          </p:cNvSpPr>
          <p:nvPr>
            <p:ph type="title"/>
          </p:nvPr>
        </p:nvSpPr>
        <p:spPr>
          <a:xfrm>
            <a:off x="6455569" y="1269999"/>
            <a:ext cx="4896643" cy="1173722"/>
          </a:xfrm>
        </p:spPr>
        <p:txBody>
          <a:bodyPr anchor="b" anchorCtr="0"/>
          <a:lstStyle>
            <a:lvl1pPr>
              <a:defRPr sz="2800">
                <a:solidFill>
                  <a:schemeClr val="accent1"/>
                </a:solidFill>
              </a:defRPr>
            </a:lvl1pPr>
          </a:lstStyle>
          <a:p>
            <a:r>
              <a:rPr lang="de-DE"/>
              <a:t>Mastertitelformat bearbeiten</a:t>
            </a:r>
            <a:endParaRPr lang="de-DE" dirty="0"/>
          </a:p>
        </p:txBody>
      </p:sp>
      <p:sp>
        <p:nvSpPr>
          <p:cNvPr id="19" name="Inhaltsplatzhalter 4">
            <a:extLst>
              <a:ext uri="{FF2B5EF4-FFF2-40B4-BE49-F238E27FC236}">
                <a16:creationId xmlns:a16="http://schemas.microsoft.com/office/drawing/2014/main" id="{4126814C-437B-4759-8985-4F5F7B32FED0}"/>
              </a:ext>
            </a:extLst>
          </p:cNvPr>
          <p:cNvSpPr>
            <a:spLocks noGrp="1"/>
          </p:cNvSpPr>
          <p:nvPr>
            <p:ph sz="quarter" idx="19"/>
          </p:nvPr>
        </p:nvSpPr>
        <p:spPr>
          <a:xfrm>
            <a:off x="6455570" y="2852738"/>
            <a:ext cx="4896643" cy="3455987"/>
          </a:xfrm>
        </p:spPr>
        <p:txBody>
          <a:bodyPr/>
          <a:lstStyle/>
          <a:p>
            <a:pPr lvl="0"/>
            <a:r>
              <a:rPr lang="de-DE"/>
              <a:t>Mastertextformat bearbeiten</a:t>
            </a:r>
          </a:p>
          <a:p>
            <a:pPr lvl="1"/>
            <a:r>
              <a:rPr lang="de-DE"/>
              <a:t>Zweite Ebene</a:t>
            </a:r>
          </a:p>
          <a:p>
            <a:pPr lvl="2"/>
            <a:r>
              <a:rPr lang="de-DE"/>
              <a:t>Dritte Ebene</a:t>
            </a:r>
          </a:p>
        </p:txBody>
      </p:sp>
    </p:spTree>
    <p:extLst>
      <p:ext uri="{BB962C8B-B14F-4D97-AF65-F5344CB8AC3E}">
        <p14:creationId xmlns:p14="http://schemas.microsoft.com/office/powerpoint/2010/main" val="16692185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Bild ganze Seite">
    <p:spTree>
      <p:nvGrpSpPr>
        <p:cNvPr id="1" name=""/>
        <p:cNvGrpSpPr/>
        <p:nvPr/>
      </p:nvGrpSpPr>
      <p:grpSpPr>
        <a:xfrm>
          <a:off x="0" y="0"/>
          <a:ext cx="0" cy="0"/>
          <a:chOff x="0" y="0"/>
          <a:chExt cx="0" cy="0"/>
        </a:xfrm>
      </p:grpSpPr>
      <p:sp>
        <p:nvSpPr>
          <p:cNvPr id="7" name="Bildplatzhalter 6">
            <a:extLst>
              <a:ext uri="{FF2B5EF4-FFF2-40B4-BE49-F238E27FC236}">
                <a16:creationId xmlns:a16="http://schemas.microsoft.com/office/drawing/2014/main" id="{797CA622-0C64-4CC4-A4A4-9E7845E34502}"/>
              </a:ext>
            </a:extLst>
          </p:cNvPr>
          <p:cNvSpPr>
            <a:spLocks noGrp="1"/>
          </p:cNvSpPr>
          <p:nvPr>
            <p:ph type="pic" sz="quarter" idx="13" hasCustomPrompt="1"/>
          </p:nvPr>
        </p:nvSpPr>
        <p:spPr>
          <a:xfrm>
            <a:off x="0" y="0"/>
            <a:ext cx="12192000" cy="6858000"/>
          </a:xfrm>
        </p:spPr>
        <p:txBody>
          <a:bodyPr anchor="ctr" anchorCtr="0"/>
          <a:lstStyle>
            <a:lvl1pPr marL="0" indent="0" algn="ctr">
              <a:buFontTx/>
              <a:buNone/>
              <a:defRPr sz="1200"/>
            </a:lvl1pPr>
          </a:lstStyle>
          <a:p>
            <a:r>
              <a:rPr lang="de-DE" dirty="0"/>
              <a:t>Bild einfügen</a:t>
            </a:r>
          </a:p>
        </p:txBody>
      </p:sp>
      <p:sp>
        <p:nvSpPr>
          <p:cNvPr id="11" name="Onlinebild-Platzhalter 9">
            <a:extLst>
              <a:ext uri="{FF2B5EF4-FFF2-40B4-BE49-F238E27FC236}">
                <a16:creationId xmlns:a16="http://schemas.microsoft.com/office/drawing/2014/main" id="{DC2ED322-E56A-48D6-AFE1-BC6119747F38}"/>
              </a:ext>
            </a:extLst>
          </p:cNvPr>
          <p:cNvSpPr>
            <a:spLocks noGrp="1" noChangeAspect="1"/>
          </p:cNvSpPr>
          <p:nvPr>
            <p:ph type="clipArt" sz="quarter" idx="14" hasCustomPrompt="1"/>
          </p:nvPr>
        </p:nvSpPr>
        <p:spPr>
          <a:xfrm>
            <a:off x="10468800" y="406800"/>
            <a:ext cx="1386000" cy="435600"/>
          </a:xfrm>
          <a:blipFill>
            <a:blip r:embed="rId2"/>
            <a:stretch>
              <a:fillRect/>
            </a:stretch>
          </a:blipFill>
        </p:spPr>
        <p:txBody>
          <a:bodyPr anchor="b"/>
          <a:lstStyle>
            <a:lvl1pPr algn="r">
              <a:defRPr>
                <a:solidFill>
                  <a:schemeClr val="bg1">
                    <a:alpha val="0"/>
                  </a:schemeClr>
                </a:solidFill>
              </a:defRPr>
            </a:lvl1pPr>
          </a:lstStyle>
          <a:p>
            <a:r>
              <a:rPr lang="de-DE" dirty="0"/>
              <a:t>.</a:t>
            </a:r>
          </a:p>
        </p:txBody>
      </p:sp>
    </p:spTree>
    <p:extLst>
      <p:ext uri="{BB962C8B-B14F-4D97-AF65-F5344CB8AC3E}">
        <p14:creationId xmlns:p14="http://schemas.microsoft.com/office/powerpoint/2010/main" val="42235434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Kontakt">
    <p:bg bwMode="invGray">
      <p:bgPr>
        <a:solidFill>
          <a:schemeClr val="accent1"/>
        </a:solidFill>
        <a:effectLst/>
      </p:bgPr>
    </p:bg>
    <p:spTree>
      <p:nvGrpSpPr>
        <p:cNvPr id="1" name=""/>
        <p:cNvGrpSpPr/>
        <p:nvPr/>
      </p:nvGrpSpPr>
      <p:grpSpPr>
        <a:xfrm>
          <a:off x="0" y="0"/>
          <a:ext cx="0" cy="0"/>
          <a:chOff x="0" y="0"/>
          <a:chExt cx="0" cy="0"/>
        </a:xfrm>
      </p:grpSpPr>
      <p:sp>
        <p:nvSpPr>
          <p:cNvPr id="13" name="Oval 6">
            <a:extLst>
              <a:ext uri="{FF2B5EF4-FFF2-40B4-BE49-F238E27FC236}">
                <a16:creationId xmlns:a16="http://schemas.microsoft.com/office/drawing/2014/main" id="{C694F8C5-0F8D-42AE-8992-4299470102C9}"/>
              </a:ext>
            </a:extLst>
          </p:cNvPr>
          <p:cNvSpPr/>
          <p:nvPr/>
        </p:nvSpPr>
        <p:spPr bwMode="white">
          <a:xfrm>
            <a:off x="4799855" y="367738"/>
            <a:ext cx="2592288" cy="2592288"/>
          </a:xfrm>
          <a:prstGeom prst="ellipse">
            <a:avLst/>
          </a:prstGeom>
          <a:solidFill>
            <a:srgbClr val="631441">
              <a:alpha val="3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sp>
        <p:nvSpPr>
          <p:cNvPr id="14" name="Freihandform 16">
            <a:extLst>
              <a:ext uri="{FF2B5EF4-FFF2-40B4-BE49-F238E27FC236}">
                <a16:creationId xmlns:a16="http://schemas.microsoft.com/office/drawing/2014/main" id="{8D3B2DE7-8B68-40CD-B7BE-A00356A57B45}"/>
              </a:ext>
            </a:extLst>
          </p:cNvPr>
          <p:cNvSpPr/>
          <p:nvPr/>
        </p:nvSpPr>
        <p:spPr bwMode="white">
          <a:xfrm flipH="1">
            <a:off x="6630919" y="0"/>
            <a:ext cx="5562328" cy="6147385"/>
          </a:xfrm>
          <a:custGeom>
            <a:avLst/>
            <a:gdLst>
              <a:gd name="connsiteX0" fmla="*/ 0 w 5562328"/>
              <a:gd name="connsiteY0" fmla="*/ 0 h 6147385"/>
              <a:gd name="connsiteX1" fmla="*/ 4578774 w 5562328"/>
              <a:gd name="connsiteY1" fmla="*/ 0 h 6147385"/>
              <a:gd name="connsiteX2" fmla="*/ 4727110 w 5562328"/>
              <a:gd name="connsiteY2" fmla="*/ 163212 h 6147385"/>
              <a:gd name="connsiteX3" fmla="*/ 5562328 w 5562328"/>
              <a:gd name="connsiteY3" fmla="*/ 2489785 h 6147385"/>
              <a:gd name="connsiteX4" fmla="*/ 1904728 w 5562328"/>
              <a:gd name="connsiteY4" fmla="*/ 6147385 h 6147385"/>
              <a:gd name="connsiteX5" fmla="*/ 161299 w 5562328"/>
              <a:gd name="connsiteY5" fmla="*/ 5705932 h 6147385"/>
              <a:gd name="connsiteX6" fmla="*/ 0 w 5562328"/>
              <a:gd name="connsiteY6" fmla="*/ 5607941 h 6147385"/>
              <a:gd name="connsiteX7" fmla="*/ 0 w 5562328"/>
              <a:gd name="connsiteY7" fmla="*/ 0 h 614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62328" h="6147385">
                <a:moveTo>
                  <a:pt x="0" y="0"/>
                </a:moveTo>
                <a:lnTo>
                  <a:pt x="4578774" y="0"/>
                </a:lnTo>
                <a:lnTo>
                  <a:pt x="4727110" y="163212"/>
                </a:lnTo>
                <a:cubicBezTo>
                  <a:pt x="5248888" y="795461"/>
                  <a:pt x="5562328" y="1606019"/>
                  <a:pt x="5562328" y="2489785"/>
                </a:cubicBezTo>
                <a:cubicBezTo>
                  <a:pt x="5562328" y="4509822"/>
                  <a:pt x="3924765" y="6147385"/>
                  <a:pt x="1904728" y="6147385"/>
                </a:cubicBezTo>
                <a:cubicBezTo>
                  <a:pt x="1273467" y="6147385"/>
                  <a:pt x="679556" y="5987467"/>
                  <a:pt x="161299" y="5705932"/>
                </a:cubicBezTo>
                <a:lnTo>
                  <a:pt x="0" y="5607941"/>
                </a:lnTo>
                <a:lnTo>
                  <a:pt x="0" y="0"/>
                </a:lnTo>
                <a:close/>
              </a:path>
            </a:pathLst>
          </a:custGeom>
          <a:solidFill>
            <a:srgbClr val="631441">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sp>
        <p:nvSpPr>
          <p:cNvPr id="15" name="Oval 7">
            <a:extLst>
              <a:ext uri="{FF2B5EF4-FFF2-40B4-BE49-F238E27FC236}">
                <a16:creationId xmlns:a16="http://schemas.microsoft.com/office/drawing/2014/main" id="{AA82F422-AC76-4639-9112-4897641301B4}"/>
              </a:ext>
            </a:extLst>
          </p:cNvPr>
          <p:cNvSpPr/>
          <p:nvPr/>
        </p:nvSpPr>
        <p:spPr bwMode="white">
          <a:xfrm>
            <a:off x="178409" y="5230812"/>
            <a:ext cx="522955" cy="522955"/>
          </a:xfrm>
          <a:prstGeom prst="ellipse">
            <a:avLst/>
          </a:prstGeom>
          <a:solidFill>
            <a:srgbClr val="631441">
              <a:alpha val="3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sp>
        <p:nvSpPr>
          <p:cNvPr id="18" name="Oval 8">
            <a:extLst>
              <a:ext uri="{FF2B5EF4-FFF2-40B4-BE49-F238E27FC236}">
                <a16:creationId xmlns:a16="http://schemas.microsoft.com/office/drawing/2014/main" id="{89939EEA-B110-440C-85AD-5374DCDA39C9}"/>
              </a:ext>
            </a:extLst>
          </p:cNvPr>
          <p:cNvSpPr/>
          <p:nvPr/>
        </p:nvSpPr>
        <p:spPr bwMode="white">
          <a:xfrm>
            <a:off x="5295340" y="3756744"/>
            <a:ext cx="531483" cy="531483"/>
          </a:xfrm>
          <a:prstGeom prst="ellipse">
            <a:avLst/>
          </a:prstGeom>
          <a:solidFill>
            <a:srgbClr val="631441">
              <a:alpha val="3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sp>
        <p:nvSpPr>
          <p:cNvPr id="2" name="Titel 1" hidden="1">
            <a:extLst>
              <a:ext uri="{FF2B5EF4-FFF2-40B4-BE49-F238E27FC236}">
                <a16:creationId xmlns:a16="http://schemas.microsoft.com/office/drawing/2014/main" id="{DECC9B4C-3A10-4D94-8FD7-5387D32314F4}"/>
              </a:ext>
            </a:extLst>
          </p:cNvPr>
          <p:cNvSpPr>
            <a:spLocks noGrp="1"/>
          </p:cNvSpPr>
          <p:nvPr>
            <p:ph type="title" hasCustomPrompt="1"/>
          </p:nvPr>
        </p:nvSpPr>
        <p:spPr>
          <a:xfrm>
            <a:off x="12193200" y="6782400"/>
            <a:ext cx="36000" cy="36000"/>
          </a:xfrm>
        </p:spPr>
        <p:txBody>
          <a:bodyPr wrap="square">
            <a:noAutofit/>
          </a:bodyPr>
          <a:lstStyle>
            <a:lvl1pPr>
              <a:defRPr sz="1000">
                <a:solidFill>
                  <a:schemeClr val="bg1">
                    <a:alpha val="0"/>
                  </a:schemeClr>
                </a:solidFill>
              </a:defRPr>
            </a:lvl1pPr>
          </a:lstStyle>
          <a:p>
            <a:r>
              <a:rPr lang="de-DE" noProof="1"/>
              <a:t>.</a:t>
            </a:r>
          </a:p>
        </p:txBody>
      </p:sp>
      <p:sp>
        <p:nvSpPr>
          <p:cNvPr id="22" name="Bildplatzhalter 39">
            <a:extLst>
              <a:ext uri="{FF2B5EF4-FFF2-40B4-BE49-F238E27FC236}">
                <a16:creationId xmlns:a16="http://schemas.microsoft.com/office/drawing/2014/main" id="{39BC9ADD-F4B8-40F8-A374-4A907F75CCC6}"/>
              </a:ext>
            </a:extLst>
          </p:cNvPr>
          <p:cNvSpPr>
            <a:spLocks noGrp="1"/>
          </p:cNvSpPr>
          <p:nvPr>
            <p:ph type="pic" sz="quarter" idx="16" hasCustomPrompt="1"/>
          </p:nvPr>
        </p:nvSpPr>
        <p:spPr>
          <a:xfrm>
            <a:off x="844849" y="1847675"/>
            <a:ext cx="1002039" cy="1002039"/>
          </a:xfrm>
          <a:custGeom>
            <a:avLst/>
            <a:gdLst>
              <a:gd name="connsiteX0" fmla="*/ 625710 w 1251420"/>
              <a:gd name="connsiteY0" fmla="*/ 0 h 1251420"/>
              <a:gd name="connsiteX1" fmla="*/ 1251420 w 1251420"/>
              <a:gd name="connsiteY1" fmla="*/ 625710 h 1251420"/>
              <a:gd name="connsiteX2" fmla="*/ 625710 w 1251420"/>
              <a:gd name="connsiteY2" fmla="*/ 1251420 h 1251420"/>
              <a:gd name="connsiteX3" fmla="*/ 0 w 1251420"/>
              <a:gd name="connsiteY3" fmla="*/ 625710 h 1251420"/>
              <a:gd name="connsiteX4" fmla="*/ 625710 w 1251420"/>
              <a:gd name="connsiteY4" fmla="*/ 0 h 1251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1420" h="1251420">
                <a:moveTo>
                  <a:pt x="625710" y="0"/>
                </a:moveTo>
                <a:cubicBezTo>
                  <a:pt x="971280" y="0"/>
                  <a:pt x="1251420" y="280140"/>
                  <a:pt x="1251420" y="625710"/>
                </a:cubicBezTo>
                <a:cubicBezTo>
                  <a:pt x="1251420" y="971280"/>
                  <a:pt x="971280" y="1251420"/>
                  <a:pt x="625710" y="1251420"/>
                </a:cubicBezTo>
                <a:cubicBezTo>
                  <a:pt x="280140" y="1251420"/>
                  <a:pt x="0" y="971280"/>
                  <a:pt x="0" y="625710"/>
                </a:cubicBezTo>
                <a:cubicBezTo>
                  <a:pt x="0" y="280140"/>
                  <a:pt x="280140" y="0"/>
                  <a:pt x="625710" y="0"/>
                </a:cubicBezTo>
                <a:close/>
              </a:path>
            </a:pathLst>
          </a:custGeom>
          <a:solidFill>
            <a:schemeClr val="bg1">
              <a:lumMod val="85000"/>
            </a:schemeClr>
          </a:solidFill>
        </p:spPr>
        <p:txBody>
          <a:bodyPr wrap="square" anchor="ctr">
            <a:noAutofit/>
          </a:bodyPr>
          <a:lstStyle>
            <a:lvl1pPr marL="7938" indent="0" algn="ctr">
              <a:buNone/>
              <a:defRPr sz="1200" b="0" i="0">
                <a:latin typeface="+mn-lt"/>
              </a:defRPr>
            </a:lvl1pPr>
          </a:lstStyle>
          <a:p>
            <a:r>
              <a:rPr lang="de-DE" dirty="0"/>
              <a:t>Bild einfügen und Folie zurücksetzen</a:t>
            </a:r>
          </a:p>
        </p:txBody>
      </p:sp>
      <p:sp>
        <p:nvSpPr>
          <p:cNvPr id="23" name="Bildplatzhalter 40">
            <a:extLst>
              <a:ext uri="{FF2B5EF4-FFF2-40B4-BE49-F238E27FC236}">
                <a16:creationId xmlns:a16="http://schemas.microsoft.com/office/drawing/2014/main" id="{F87C7A95-FA4B-4535-82B0-A81336C2846A}"/>
              </a:ext>
            </a:extLst>
          </p:cNvPr>
          <p:cNvSpPr>
            <a:spLocks noGrp="1"/>
          </p:cNvSpPr>
          <p:nvPr>
            <p:ph type="pic" sz="quarter" idx="17" hasCustomPrompt="1"/>
          </p:nvPr>
        </p:nvSpPr>
        <p:spPr>
          <a:xfrm>
            <a:off x="844849" y="3038224"/>
            <a:ext cx="1002039" cy="1002039"/>
          </a:xfrm>
          <a:custGeom>
            <a:avLst/>
            <a:gdLst>
              <a:gd name="connsiteX0" fmla="*/ 625710 w 1251420"/>
              <a:gd name="connsiteY0" fmla="*/ 0 h 1251420"/>
              <a:gd name="connsiteX1" fmla="*/ 1251420 w 1251420"/>
              <a:gd name="connsiteY1" fmla="*/ 625710 h 1251420"/>
              <a:gd name="connsiteX2" fmla="*/ 625710 w 1251420"/>
              <a:gd name="connsiteY2" fmla="*/ 1251420 h 1251420"/>
              <a:gd name="connsiteX3" fmla="*/ 0 w 1251420"/>
              <a:gd name="connsiteY3" fmla="*/ 625710 h 1251420"/>
              <a:gd name="connsiteX4" fmla="*/ 625710 w 1251420"/>
              <a:gd name="connsiteY4" fmla="*/ 0 h 1251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1420" h="1251420">
                <a:moveTo>
                  <a:pt x="625710" y="0"/>
                </a:moveTo>
                <a:cubicBezTo>
                  <a:pt x="971280" y="0"/>
                  <a:pt x="1251420" y="280140"/>
                  <a:pt x="1251420" y="625710"/>
                </a:cubicBezTo>
                <a:cubicBezTo>
                  <a:pt x="1251420" y="971280"/>
                  <a:pt x="971280" y="1251420"/>
                  <a:pt x="625710" y="1251420"/>
                </a:cubicBezTo>
                <a:cubicBezTo>
                  <a:pt x="280140" y="1251420"/>
                  <a:pt x="0" y="971280"/>
                  <a:pt x="0" y="625710"/>
                </a:cubicBezTo>
                <a:cubicBezTo>
                  <a:pt x="0" y="280140"/>
                  <a:pt x="280140" y="0"/>
                  <a:pt x="625710" y="0"/>
                </a:cubicBezTo>
                <a:close/>
              </a:path>
            </a:pathLst>
          </a:custGeom>
          <a:solidFill>
            <a:schemeClr val="bg1">
              <a:lumMod val="85000"/>
            </a:schemeClr>
          </a:solidFill>
        </p:spPr>
        <p:txBody>
          <a:bodyPr wrap="square" anchor="ctr">
            <a:noAutofit/>
          </a:bodyPr>
          <a:lstStyle>
            <a:lvl1pPr marL="7938" indent="0" algn="ctr">
              <a:buNone/>
              <a:defRPr sz="1200" b="0" i="0">
                <a:latin typeface="+mn-lt"/>
              </a:defRPr>
            </a:lvl1pPr>
          </a:lstStyle>
          <a:p>
            <a:r>
              <a:rPr lang="de-DE" dirty="0"/>
              <a:t>Bild einfügen und Folie zurücksetzen</a:t>
            </a:r>
          </a:p>
        </p:txBody>
      </p:sp>
      <p:sp>
        <p:nvSpPr>
          <p:cNvPr id="24" name="Bildplatzhalter 41">
            <a:extLst>
              <a:ext uri="{FF2B5EF4-FFF2-40B4-BE49-F238E27FC236}">
                <a16:creationId xmlns:a16="http://schemas.microsoft.com/office/drawing/2014/main" id="{8D8EB787-9111-4B5F-A8BF-8B4C56D95D7F}"/>
              </a:ext>
            </a:extLst>
          </p:cNvPr>
          <p:cNvSpPr>
            <a:spLocks noGrp="1"/>
          </p:cNvSpPr>
          <p:nvPr>
            <p:ph type="pic" sz="quarter" idx="18" hasCustomPrompt="1"/>
          </p:nvPr>
        </p:nvSpPr>
        <p:spPr>
          <a:xfrm>
            <a:off x="844849" y="4228774"/>
            <a:ext cx="1002039" cy="1002039"/>
          </a:xfrm>
          <a:custGeom>
            <a:avLst/>
            <a:gdLst>
              <a:gd name="connsiteX0" fmla="*/ 625710 w 1251420"/>
              <a:gd name="connsiteY0" fmla="*/ 0 h 1251420"/>
              <a:gd name="connsiteX1" fmla="*/ 1251420 w 1251420"/>
              <a:gd name="connsiteY1" fmla="*/ 625710 h 1251420"/>
              <a:gd name="connsiteX2" fmla="*/ 625710 w 1251420"/>
              <a:gd name="connsiteY2" fmla="*/ 1251420 h 1251420"/>
              <a:gd name="connsiteX3" fmla="*/ 0 w 1251420"/>
              <a:gd name="connsiteY3" fmla="*/ 625710 h 1251420"/>
              <a:gd name="connsiteX4" fmla="*/ 625710 w 1251420"/>
              <a:gd name="connsiteY4" fmla="*/ 0 h 1251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1420" h="1251420">
                <a:moveTo>
                  <a:pt x="625710" y="0"/>
                </a:moveTo>
                <a:cubicBezTo>
                  <a:pt x="971280" y="0"/>
                  <a:pt x="1251420" y="280140"/>
                  <a:pt x="1251420" y="625710"/>
                </a:cubicBezTo>
                <a:cubicBezTo>
                  <a:pt x="1251420" y="971280"/>
                  <a:pt x="971280" y="1251420"/>
                  <a:pt x="625710" y="1251420"/>
                </a:cubicBezTo>
                <a:cubicBezTo>
                  <a:pt x="280140" y="1251420"/>
                  <a:pt x="0" y="971280"/>
                  <a:pt x="0" y="625710"/>
                </a:cubicBezTo>
                <a:cubicBezTo>
                  <a:pt x="0" y="280140"/>
                  <a:pt x="280140" y="0"/>
                  <a:pt x="625710" y="0"/>
                </a:cubicBezTo>
                <a:close/>
              </a:path>
            </a:pathLst>
          </a:custGeom>
          <a:solidFill>
            <a:schemeClr val="bg1">
              <a:lumMod val="85000"/>
            </a:schemeClr>
          </a:solidFill>
        </p:spPr>
        <p:txBody>
          <a:bodyPr wrap="square" anchor="ctr">
            <a:noAutofit/>
          </a:bodyPr>
          <a:lstStyle>
            <a:lvl1pPr marL="7938" indent="0" algn="ctr">
              <a:buNone/>
              <a:defRPr sz="1200" b="0" i="0">
                <a:latin typeface="+mn-lt"/>
              </a:defRPr>
            </a:lvl1pPr>
          </a:lstStyle>
          <a:p>
            <a:r>
              <a:rPr lang="de-DE" dirty="0"/>
              <a:t>Bild einfügen und Folie zurücksetzen</a:t>
            </a:r>
          </a:p>
        </p:txBody>
      </p:sp>
      <p:sp>
        <p:nvSpPr>
          <p:cNvPr id="34" name="Textplatzhalter 33">
            <a:extLst>
              <a:ext uri="{FF2B5EF4-FFF2-40B4-BE49-F238E27FC236}">
                <a16:creationId xmlns:a16="http://schemas.microsoft.com/office/drawing/2014/main" id="{9EA4F3F5-509B-4A6F-A8F3-BC0EBAF4735F}"/>
              </a:ext>
            </a:extLst>
          </p:cNvPr>
          <p:cNvSpPr>
            <a:spLocks noGrp="1"/>
          </p:cNvSpPr>
          <p:nvPr>
            <p:ph type="body" sz="quarter" idx="22" hasCustomPrompt="1"/>
          </p:nvPr>
        </p:nvSpPr>
        <p:spPr>
          <a:xfrm>
            <a:off x="2094833" y="1847675"/>
            <a:ext cx="4001167" cy="1002039"/>
          </a:xfrm>
        </p:spPr>
        <p:txBody>
          <a:bodyPr/>
          <a:lstStyle>
            <a:lvl1pPr marL="0" indent="0">
              <a:buFontTx/>
              <a:buNone/>
              <a:defRPr sz="1400">
                <a:solidFill>
                  <a:schemeClr val="bg1"/>
                </a:solidFill>
              </a:defRPr>
            </a:lvl1pPr>
          </a:lstStyle>
          <a:p>
            <a:pPr lvl="0"/>
            <a:r>
              <a:rPr lang="de-DE" dirty="0"/>
              <a:t>Ansprechpartner 1</a:t>
            </a:r>
          </a:p>
        </p:txBody>
      </p:sp>
      <p:sp>
        <p:nvSpPr>
          <p:cNvPr id="35" name="Textplatzhalter 33">
            <a:extLst>
              <a:ext uri="{FF2B5EF4-FFF2-40B4-BE49-F238E27FC236}">
                <a16:creationId xmlns:a16="http://schemas.microsoft.com/office/drawing/2014/main" id="{1867A3C3-4DCF-49DE-ACDB-4504BF85A1C1}"/>
              </a:ext>
            </a:extLst>
          </p:cNvPr>
          <p:cNvSpPr>
            <a:spLocks noGrp="1"/>
          </p:cNvSpPr>
          <p:nvPr>
            <p:ph type="body" sz="quarter" idx="23" hasCustomPrompt="1"/>
          </p:nvPr>
        </p:nvSpPr>
        <p:spPr>
          <a:xfrm>
            <a:off x="2094835" y="3038224"/>
            <a:ext cx="4001165" cy="1002039"/>
          </a:xfrm>
        </p:spPr>
        <p:txBody>
          <a:bodyPr/>
          <a:lstStyle>
            <a:lvl1pPr marL="0" indent="0">
              <a:buFontTx/>
              <a:buNone/>
              <a:defRPr sz="1400">
                <a:solidFill>
                  <a:schemeClr val="bg1"/>
                </a:solidFill>
              </a:defRPr>
            </a:lvl1pPr>
          </a:lstStyle>
          <a:p>
            <a:pPr lvl="0"/>
            <a:r>
              <a:rPr lang="de-DE" dirty="0"/>
              <a:t>Ansprechpartner 2</a:t>
            </a:r>
          </a:p>
        </p:txBody>
      </p:sp>
      <p:sp>
        <p:nvSpPr>
          <p:cNvPr id="38" name="Textplatzhalter 33">
            <a:extLst>
              <a:ext uri="{FF2B5EF4-FFF2-40B4-BE49-F238E27FC236}">
                <a16:creationId xmlns:a16="http://schemas.microsoft.com/office/drawing/2014/main" id="{F2E83AE1-F6C8-454E-A602-39A2E0B0D2BA}"/>
              </a:ext>
            </a:extLst>
          </p:cNvPr>
          <p:cNvSpPr>
            <a:spLocks noGrp="1"/>
          </p:cNvSpPr>
          <p:nvPr>
            <p:ph type="body" sz="quarter" idx="25" hasCustomPrompt="1"/>
          </p:nvPr>
        </p:nvSpPr>
        <p:spPr>
          <a:xfrm>
            <a:off x="2094835" y="4228774"/>
            <a:ext cx="4001165" cy="1002039"/>
          </a:xfrm>
        </p:spPr>
        <p:txBody>
          <a:bodyPr/>
          <a:lstStyle>
            <a:lvl1pPr marL="0" indent="0">
              <a:buFontTx/>
              <a:buNone/>
              <a:defRPr sz="1400">
                <a:solidFill>
                  <a:schemeClr val="bg1"/>
                </a:solidFill>
              </a:defRPr>
            </a:lvl1pPr>
          </a:lstStyle>
          <a:p>
            <a:pPr lvl="0"/>
            <a:r>
              <a:rPr lang="de-DE" dirty="0"/>
              <a:t>Ansprechpartner 3</a:t>
            </a:r>
          </a:p>
        </p:txBody>
      </p:sp>
      <p:sp>
        <p:nvSpPr>
          <p:cNvPr id="4" name="Fußzeilenplatzhalter 3">
            <a:extLst>
              <a:ext uri="{FF2B5EF4-FFF2-40B4-BE49-F238E27FC236}">
                <a16:creationId xmlns:a16="http://schemas.microsoft.com/office/drawing/2014/main" id="{C4198170-9D9C-458A-8DC6-A9ACB9EBE2F9}"/>
              </a:ext>
            </a:extLst>
          </p:cNvPr>
          <p:cNvSpPr>
            <a:spLocks noGrp="1"/>
          </p:cNvSpPr>
          <p:nvPr>
            <p:ph type="ftr" sz="quarter" idx="11"/>
          </p:nvPr>
        </p:nvSpPr>
        <p:spPr/>
        <p:txBody>
          <a:bodyPr/>
          <a:lstStyle>
            <a:lvl1pPr>
              <a:defRPr>
                <a:solidFill>
                  <a:schemeClr val="bg1"/>
                </a:solidFill>
              </a:defRPr>
            </a:lvl1pPr>
          </a:lstStyle>
          <a:p>
            <a:r>
              <a:rPr lang="de-DE" dirty="0"/>
              <a:t>© </a:t>
            </a:r>
            <a:r>
              <a:rPr lang="de-DE" dirty="0" err="1"/>
              <a:t>msg</a:t>
            </a:r>
            <a:r>
              <a:rPr lang="de-DE" dirty="0"/>
              <a:t> </a:t>
            </a:r>
            <a:r>
              <a:rPr lang="de-DE" dirty="0" err="1"/>
              <a:t>systems</a:t>
            </a:r>
            <a:r>
              <a:rPr lang="de-DE" dirty="0"/>
              <a:t> </a:t>
            </a:r>
            <a:r>
              <a:rPr lang="de-DE" dirty="0" err="1"/>
              <a:t>ag</a:t>
            </a:r>
            <a:r>
              <a:rPr lang="de-DE" dirty="0"/>
              <a:t> | 2021 | Präsentationstitel</a:t>
            </a:r>
          </a:p>
        </p:txBody>
      </p:sp>
      <p:sp>
        <p:nvSpPr>
          <p:cNvPr id="5" name="Foliennummernplatzhalter 4">
            <a:extLst>
              <a:ext uri="{FF2B5EF4-FFF2-40B4-BE49-F238E27FC236}">
                <a16:creationId xmlns:a16="http://schemas.microsoft.com/office/drawing/2014/main" id="{5DD4A773-9F89-475D-B783-EEE81AED3D61}"/>
              </a:ext>
            </a:extLst>
          </p:cNvPr>
          <p:cNvSpPr>
            <a:spLocks noGrp="1"/>
          </p:cNvSpPr>
          <p:nvPr>
            <p:ph type="sldNum" sz="quarter" idx="12"/>
          </p:nvPr>
        </p:nvSpPr>
        <p:spPr/>
        <p:txBody>
          <a:bodyPr/>
          <a:lstStyle>
            <a:lvl1pPr>
              <a:defRPr>
                <a:solidFill>
                  <a:schemeClr val="bg1"/>
                </a:solidFill>
              </a:defRPr>
            </a:lvl1pPr>
          </a:lstStyle>
          <a:p>
            <a:fld id="{B27B0579-4238-4E44-9A9E-134B676F827C}" type="slidenum">
              <a:rPr lang="de-DE" smtClean="0"/>
              <a:pPr/>
              <a:t>‹Nr.›</a:t>
            </a:fld>
            <a:endParaRPr lang="de-DE" dirty="0"/>
          </a:p>
        </p:txBody>
      </p:sp>
      <p:cxnSp>
        <p:nvCxnSpPr>
          <p:cNvPr id="26" name="Gerade Verbindung 11">
            <a:extLst>
              <a:ext uri="{FF2B5EF4-FFF2-40B4-BE49-F238E27FC236}">
                <a16:creationId xmlns:a16="http://schemas.microsoft.com/office/drawing/2014/main" id="{8C39866D-8907-4AE0-A62B-42F62EAF5AA7}"/>
              </a:ext>
            </a:extLst>
          </p:cNvPr>
          <p:cNvCxnSpPr>
            <a:cxnSpLocks/>
          </p:cNvCxnSpPr>
          <p:nvPr/>
        </p:nvCxnSpPr>
        <p:spPr bwMode="black">
          <a:xfrm>
            <a:off x="6888088" y="1853268"/>
            <a:ext cx="0" cy="33775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Textfeld 27">
            <a:extLst>
              <a:ext uri="{FF2B5EF4-FFF2-40B4-BE49-F238E27FC236}">
                <a16:creationId xmlns:a16="http://schemas.microsoft.com/office/drawing/2014/main" id="{F118E151-6A48-43A2-ABDF-636B5992867C}"/>
              </a:ext>
            </a:extLst>
          </p:cNvPr>
          <p:cNvSpPr txBox="1"/>
          <p:nvPr/>
        </p:nvSpPr>
        <p:spPr bwMode="black">
          <a:xfrm>
            <a:off x="7476811" y="1854427"/>
            <a:ext cx="3870339" cy="2637902"/>
          </a:xfrm>
          <a:prstGeom prst="rect">
            <a:avLst/>
          </a:prstGeom>
          <a:noFill/>
        </p:spPr>
        <p:txBody>
          <a:bodyPr wrap="square" rtlCol="0">
            <a:spAutoFit/>
          </a:bodyPr>
          <a:lstStyle>
            <a:defPPr>
              <a:defRPr lang="de-DE"/>
            </a:defPPr>
            <a:lvl1pPr>
              <a:lnSpc>
                <a:spcPts val="2460"/>
              </a:lnSpc>
              <a:defRPr b="0" i="0">
                <a:solidFill>
                  <a:schemeClr val="bg1"/>
                </a:solidFill>
                <a:latin typeface="Calibri" panose="020F0502020204030204" pitchFamily="34" charset="0"/>
              </a:defRPr>
            </a:lvl1pPr>
            <a:lvl2pPr marL="457200"/>
            <a:lvl3pPr marL="914400">
              <a:defRPr sz="1800"/>
            </a:lvl3pPr>
            <a:lvl4pPr marL="1371600">
              <a:defRPr sz="1800"/>
            </a:lvl4pPr>
            <a:lvl5pPr marL="1828800">
              <a:defRPr sz="1800"/>
            </a:lvl5pPr>
            <a:lvl6pPr marL="2286000">
              <a:defRPr sz="1800"/>
            </a:lvl6pPr>
            <a:lvl7pPr marL="2743200">
              <a:defRPr sz="1800"/>
            </a:lvl7pPr>
            <a:lvl8pPr marL="3200400">
              <a:defRPr sz="1800"/>
            </a:lvl8pPr>
            <a:lvl9pPr marL="3657600">
              <a:defRPr sz="1800"/>
            </a:lvl9pPr>
          </a:lstStyle>
          <a:p>
            <a:pPr marL="0" lvl="0" algn="l" defTabSz="914400" rtl="0" eaLnBrk="1" latinLnBrk="0" hangingPunct="1">
              <a:lnSpc>
                <a:spcPts val="2460"/>
              </a:lnSpc>
              <a:spcBef>
                <a:spcPts val="0"/>
              </a:spcBef>
            </a:pPr>
            <a:r>
              <a:rPr lang="de-DE" sz="1800" b="0" i="0" kern="1200" noProof="1">
                <a:solidFill>
                  <a:schemeClr val="bg1"/>
                </a:solidFill>
                <a:latin typeface="Calibri" panose="020F0502020204030204" pitchFamily="34" charset="0"/>
                <a:ea typeface="+mn-ea"/>
                <a:cs typeface="+mn-cs"/>
              </a:rPr>
              <a:t>msg systems ag</a:t>
            </a:r>
          </a:p>
          <a:p>
            <a:pPr marL="0" lvl="0" algn="l" defTabSz="914400" rtl="0" eaLnBrk="1" latinLnBrk="0" hangingPunct="1">
              <a:lnSpc>
                <a:spcPts val="2460"/>
              </a:lnSpc>
              <a:spcBef>
                <a:spcPts val="0"/>
              </a:spcBef>
            </a:pPr>
            <a:r>
              <a:rPr lang="de-DE" sz="1800" b="0" i="0" kern="1200" noProof="1">
                <a:solidFill>
                  <a:schemeClr val="bg1"/>
                </a:solidFill>
                <a:latin typeface="Calibri" panose="020F0502020204030204" pitchFamily="34" charset="0"/>
                <a:ea typeface="+mn-ea"/>
                <a:cs typeface="+mn-cs"/>
              </a:rPr>
              <a:t>Robert-​Bürkle-Straße 1</a:t>
            </a:r>
          </a:p>
          <a:p>
            <a:pPr marL="0" lvl="0" algn="l" defTabSz="914400" rtl="0" eaLnBrk="1" latinLnBrk="0" hangingPunct="1">
              <a:lnSpc>
                <a:spcPts val="2460"/>
              </a:lnSpc>
              <a:spcBef>
                <a:spcPts val="0"/>
              </a:spcBef>
            </a:pPr>
            <a:r>
              <a:rPr lang="de-DE" sz="1800" b="0" i="0" kern="1200" noProof="1">
                <a:solidFill>
                  <a:schemeClr val="bg1"/>
                </a:solidFill>
                <a:latin typeface="Calibri" panose="020F0502020204030204" pitchFamily="34" charset="0"/>
                <a:ea typeface="+mn-ea"/>
                <a:cs typeface="+mn-cs"/>
              </a:rPr>
              <a:t>85737 Ismaning</a:t>
            </a:r>
          </a:p>
          <a:p>
            <a:pPr marL="0" lvl="0" algn="l" defTabSz="914400" rtl="0" eaLnBrk="1" latinLnBrk="0" hangingPunct="1">
              <a:lnSpc>
                <a:spcPts val="2460"/>
              </a:lnSpc>
              <a:spcBef>
                <a:spcPts val="0"/>
              </a:spcBef>
            </a:pPr>
            <a:endParaRPr lang="de-DE" sz="1800" b="0" i="0" kern="1200" noProof="1">
              <a:solidFill>
                <a:schemeClr val="bg1"/>
              </a:solidFill>
              <a:latin typeface="Calibri" panose="020F0502020204030204" pitchFamily="34" charset="0"/>
              <a:ea typeface="+mn-ea"/>
              <a:cs typeface="+mn-cs"/>
            </a:endParaRPr>
          </a:p>
          <a:p>
            <a:pPr marL="0" lvl="0" algn="l" defTabSz="914400" rtl="0" eaLnBrk="1" latinLnBrk="0" hangingPunct="1">
              <a:lnSpc>
                <a:spcPts val="2460"/>
              </a:lnSpc>
              <a:spcBef>
                <a:spcPts val="0"/>
              </a:spcBef>
            </a:pPr>
            <a:r>
              <a:rPr lang="de-DE" sz="1800" b="0" i="0" kern="1200" noProof="1">
                <a:solidFill>
                  <a:schemeClr val="bg1"/>
                </a:solidFill>
                <a:latin typeface="Calibri" panose="020F0502020204030204" pitchFamily="34" charset="0"/>
                <a:ea typeface="+mn-ea"/>
                <a:cs typeface="+mn-cs"/>
              </a:rPr>
              <a:t>+49 89 96101-0</a:t>
            </a:r>
          </a:p>
          <a:p>
            <a:pPr marL="0" lvl="0" algn="l" defTabSz="914400" rtl="0" eaLnBrk="1" latinLnBrk="0" hangingPunct="1">
              <a:lnSpc>
                <a:spcPts val="2460"/>
              </a:lnSpc>
              <a:spcBef>
                <a:spcPts val="0"/>
              </a:spcBef>
            </a:pPr>
            <a:r>
              <a:rPr lang="de-DE" sz="1800" b="0" i="0" kern="1200" noProof="1">
                <a:solidFill>
                  <a:schemeClr val="bg1"/>
                </a:solidFill>
                <a:latin typeface="Calibri" panose="020F0502020204030204" pitchFamily="34" charset="0"/>
                <a:ea typeface="+mn-ea"/>
                <a:cs typeface="+mn-cs"/>
              </a:rPr>
              <a:t>+49 89 96101-​1113</a:t>
            </a:r>
          </a:p>
          <a:p>
            <a:pPr marL="0" lvl="0" algn="l" defTabSz="914400" rtl="0" eaLnBrk="1" latinLnBrk="0" hangingPunct="1">
              <a:lnSpc>
                <a:spcPts val="2460"/>
              </a:lnSpc>
              <a:spcBef>
                <a:spcPts val="0"/>
              </a:spcBef>
            </a:pPr>
            <a:endParaRPr lang="de-DE" sz="1800" b="0" i="0" kern="1200" noProof="1">
              <a:solidFill>
                <a:schemeClr val="bg1"/>
              </a:solidFill>
              <a:latin typeface="Calibri" panose="020F0502020204030204" pitchFamily="34" charset="0"/>
              <a:ea typeface="+mn-ea"/>
              <a:cs typeface="+mn-cs"/>
            </a:endParaRPr>
          </a:p>
          <a:p>
            <a:pPr marL="0" lvl="0" algn="l" defTabSz="914400" rtl="0" eaLnBrk="1" latinLnBrk="0" hangingPunct="1">
              <a:lnSpc>
                <a:spcPts val="2460"/>
              </a:lnSpc>
              <a:spcBef>
                <a:spcPts val="0"/>
              </a:spcBef>
            </a:pPr>
            <a:r>
              <a:rPr lang="de-DE" sz="1800" b="0" i="0" kern="1200" noProof="1">
                <a:solidFill>
                  <a:schemeClr val="bg1"/>
                </a:solidFill>
                <a:latin typeface="Calibri" panose="020F0502020204030204" pitchFamily="34" charset="0"/>
                <a:ea typeface="+mn-ea"/>
                <a:cs typeface="+mn-cs"/>
              </a:rPr>
              <a:t>info@msg.group</a:t>
            </a:r>
          </a:p>
        </p:txBody>
      </p:sp>
      <p:sp>
        <p:nvSpPr>
          <p:cNvPr id="30" name="Textfeld 29">
            <a:extLst>
              <a:ext uri="{FF2B5EF4-FFF2-40B4-BE49-F238E27FC236}">
                <a16:creationId xmlns:a16="http://schemas.microsoft.com/office/drawing/2014/main" id="{2E1862B7-4EF6-4953-90E1-F97B1C860279}"/>
              </a:ext>
            </a:extLst>
          </p:cNvPr>
          <p:cNvSpPr txBox="1"/>
          <p:nvPr/>
        </p:nvSpPr>
        <p:spPr>
          <a:xfrm>
            <a:off x="841375" y="5999336"/>
            <a:ext cx="4115872" cy="215444"/>
          </a:xfrm>
          <a:prstGeom prst="rect">
            <a:avLst/>
          </a:prstGeom>
          <a:noFill/>
        </p:spPr>
        <p:txBody>
          <a:bodyPr wrap="square" lIns="0" tIns="0" rIns="0" bIns="0" rtlCol="0">
            <a:spAutoFit/>
          </a:bodyPr>
          <a:lstStyle/>
          <a:p>
            <a:pPr>
              <a:lnSpc>
                <a:spcPct val="100000"/>
              </a:lnSpc>
              <a:spcBef>
                <a:spcPts val="0"/>
              </a:spcBef>
            </a:pPr>
            <a:r>
              <a:rPr lang="en-US" sz="1400" b="0" i="0" spc="50" baseline="0" noProof="0" dirty="0">
                <a:solidFill>
                  <a:schemeClr val="bg1"/>
                </a:solidFill>
                <a:latin typeface="Calibri" panose="020F0502020204030204" pitchFamily="34" charset="0"/>
              </a:rPr>
              <a:t>value – inspired by people</a:t>
            </a:r>
          </a:p>
        </p:txBody>
      </p:sp>
      <p:grpSp>
        <p:nvGrpSpPr>
          <p:cNvPr id="32" name="Group 698">
            <a:extLst>
              <a:ext uri="{FF2B5EF4-FFF2-40B4-BE49-F238E27FC236}">
                <a16:creationId xmlns:a16="http://schemas.microsoft.com/office/drawing/2014/main" id="{EDF58693-2C82-4BE9-AF15-1F248C8AFEB5}"/>
              </a:ext>
            </a:extLst>
          </p:cNvPr>
          <p:cNvGrpSpPr>
            <a:grpSpLocks noChangeAspect="1"/>
          </p:cNvGrpSpPr>
          <p:nvPr/>
        </p:nvGrpSpPr>
        <p:grpSpPr bwMode="white">
          <a:xfrm>
            <a:off x="10468800" y="406800"/>
            <a:ext cx="1386000" cy="435600"/>
            <a:chOff x="561" y="2269"/>
            <a:chExt cx="4636" cy="1455"/>
          </a:xfrm>
        </p:grpSpPr>
        <p:sp>
          <p:nvSpPr>
            <p:cNvPr id="36" name="AutoShape 697">
              <a:extLst>
                <a:ext uri="{FF2B5EF4-FFF2-40B4-BE49-F238E27FC236}">
                  <a16:creationId xmlns:a16="http://schemas.microsoft.com/office/drawing/2014/main" id="{853EF702-2D4A-46ED-AADF-07918920C3CF}"/>
                </a:ext>
              </a:extLst>
            </p:cNvPr>
            <p:cNvSpPr>
              <a:spLocks noChangeAspect="1" noChangeArrowheads="1" noTextEdit="1"/>
            </p:cNvSpPr>
            <p:nvPr/>
          </p:nvSpPr>
          <p:spPr bwMode="white">
            <a:xfrm>
              <a:off x="561" y="2271"/>
              <a:ext cx="4634" cy="1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37" name="Oval 699">
              <a:extLst>
                <a:ext uri="{FF2B5EF4-FFF2-40B4-BE49-F238E27FC236}">
                  <a16:creationId xmlns:a16="http://schemas.microsoft.com/office/drawing/2014/main" id="{35D24E82-25CF-4CB0-BBAC-85820EFD3672}"/>
                </a:ext>
              </a:extLst>
            </p:cNvPr>
            <p:cNvSpPr>
              <a:spLocks noChangeArrowheads="1"/>
            </p:cNvSpPr>
            <p:nvPr/>
          </p:nvSpPr>
          <p:spPr bwMode="white">
            <a:xfrm>
              <a:off x="561" y="2905"/>
              <a:ext cx="483" cy="484"/>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39" name="Freeform 700">
              <a:extLst>
                <a:ext uri="{FF2B5EF4-FFF2-40B4-BE49-F238E27FC236}">
                  <a16:creationId xmlns:a16="http://schemas.microsoft.com/office/drawing/2014/main" id="{02BABFEE-54D1-4A22-96C1-D3BD9B068DB3}"/>
                </a:ext>
              </a:extLst>
            </p:cNvPr>
            <p:cNvSpPr>
              <a:spLocks/>
            </p:cNvSpPr>
            <p:nvPr/>
          </p:nvSpPr>
          <p:spPr bwMode="white">
            <a:xfrm>
              <a:off x="1200" y="2269"/>
              <a:ext cx="1559" cy="1113"/>
            </a:xfrm>
            <a:custGeom>
              <a:avLst/>
              <a:gdLst>
                <a:gd name="T0" fmla="*/ 0 w 659"/>
                <a:gd name="T1" fmla="*/ 0 h 469"/>
                <a:gd name="T2" fmla="*/ 0 w 659"/>
                <a:gd name="T3" fmla="*/ 469 h 469"/>
                <a:gd name="T4" fmla="*/ 85 w 659"/>
                <a:gd name="T5" fmla="*/ 469 h 469"/>
                <a:gd name="T6" fmla="*/ 85 w 659"/>
                <a:gd name="T7" fmla="*/ 72 h 469"/>
                <a:gd name="T8" fmla="*/ 282 w 659"/>
                <a:gd name="T9" fmla="*/ 72 h 469"/>
                <a:gd name="T10" fmla="*/ 282 w 659"/>
                <a:gd name="T11" fmla="*/ 469 h 469"/>
                <a:gd name="T12" fmla="*/ 367 w 659"/>
                <a:gd name="T13" fmla="*/ 469 h 469"/>
                <a:gd name="T14" fmla="*/ 367 w 659"/>
                <a:gd name="T15" fmla="*/ 72 h 469"/>
                <a:gd name="T16" fmla="*/ 498 w 659"/>
                <a:gd name="T17" fmla="*/ 72 h 469"/>
                <a:gd name="T18" fmla="*/ 573 w 659"/>
                <a:gd name="T19" fmla="*/ 155 h 469"/>
                <a:gd name="T20" fmla="*/ 573 w 659"/>
                <a:gd name="T21" fmla="*/ 469 h 469"/>
                <a:gd name="T22" fmla="*/ 659 w 659"/>
                <a:gd name="T23" fmla="*/ 469 h 469"/>
                <a:gd name="T24" fmla="*/ 659 w 659"/>
                <a:gd name="T25" fmla="*/ 132 h 469"/>
                <a:gd name="T26" fmla="*/ 541 w 659"/>
                <a:gd name="T27" fmla="*/ 0 h 469"/>
                <a:gd name="T28" fmla="*/ 0 w 659"/>
                <a:gd name="T29"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9" h="469">
                  <a:moveTo>
                    <a:pt x="0" y="0"/>
                  </a:moveTo>
                  <a:cubicBezTo>
                    <a:pt x="0" y="469"/>
                    <a:pt x="0" y="469"/>
                    <a:pt x="0" y="469"/>
                  </a:cubicBezTo>
                  <a:cubicBezTo>
                    <a:pt x="85" y="469"/>
                    <a:pt x="85" y="469"/>
                    <a:pt x="85" y="469"/>
                  </a:cubicBezTo>
                  <a:cubicBezTo>
                    <a:pt x="85" y="72"/>
                    <a:pt x="85" y="72"/>
                    <a:pt x="85" y="72"/>
                  </a:cubicBezTo>
                  <a:cubicBezTo>
                    <a:pt x="85" y="72"/>
                    <a:pt x="218" y="72"/>
                    <a:pt x="282" y="72"/>
                  </a:cubicBezTo>
                  <a:cubicBezTo>
                    <a:pt x="282" y="469"/>
                    <a:pt x="282" y="469"/>
                    <a:pt x="282" y="469"/>
                  </a:cubicBezTo>
                  <a:cubicBezTo>
                    <a:pt x="367" y="469"/>
                    <a:pt x="367" y="469"/>
                    <a:pt x="367" y="469"/>
                  </a:cubicBezTo>
                  <a:cubicBezTo>
                    <a:pt x="367" y="72"/>
                    <a:pt x="367" y="72"/>
                    <a:pt x="367" y="72"/>
                  </a:cubicBezTo>
                  <a:cubicBezTo>
                    <a:pt x="424" y="72"/>
                    <a:pt x="472" y="72"/>
                    <a:pt x="498" y="72"/>
                  </a:cubicBezTo>
                  <a:cubicBezTo>
                    <a:pt x="542" y="72"/>
                    <a:pt x="573" y="98"/>
                    <a:pt x="573" y="155"/>
                  </a:cubicBezTo>
                  <a:cubicBezTo>
                    <a:pt x="573" y="469"/>
                    <a:pt x="573" y="469"/>
                    <a:pt x="573" y="469"/>
                  </a:cubicBezTo>
                  <a:cubicBezTo>
                    <a:pt x="659" y="469"/>
                    <a:pt x="659" y="469"/>
                    <a:pt x="659" y="469"/>
                  </a:cubicBezTo>
                  <a:cubicBezTo>
                    <a:pt x="659" y="346"/>
                    <a:pt x="659" y="239"/>
                    <a:pt x="659" y="132"/>
                  </a:cubicBezTo>
                  <a:cubicBezTo>
                    <a:pt x="659" y="68"/>
                    <a:pt x="626" y="0"/>
                    <a:pt x="541" y="0"/>
                  </a:cubicBezTo>
                  <a:cubicBezTo>
                    <a:pt x="0" y="0"/>
                    <a:pt x="0" y="0"/>
                    <a:pt x="0"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41" name="Freeform 701">
              <a:extLst>
                <a:ext uri="{FF2B5EF4-FFF2-40B4-BE49-F238E27FC236}">
                  <a16:creationId xmlns:a16="http://schemas.microsoft.com/office/drawing/2014/main" id="{624CB114-9C79-435D-B281-251E603ACF03}"/>
                </a:ext>
              </a:extLst>
            </p:cNvPr>
            <p:cNvSpPr>
              <a:spLocks/>
            </p:cNvSpPr>
            <p:nvPr/>
          </p:nvSpPr>
          <p:spPr bwMode="white">
            <a:xfrm>
              <a:off x="2877" y="2269"/>
              <a:ext cx="1107" cy="1113"/>
            </a:xfrm>
            <a:custGeom>
              <a:avLst/>
              <a:gdLst>
                <a:gd name="T0" fmla="*/ 121 w 468"/>
                <a:gd name="T1" fmla="*/ 0 h 469"/>
                <a:gd name="T2" fmla="*/ 0 w 468"/>
                <a:gd name="T3" fmla="*/ 130 h 469"/>
                <a:gd name="T4" fmla="*/ 115 w 468"/>
                <a:gd name="T5" fmla="*/ 266 h 469"/>
                <a:gd name="T6" fmla="*/ 319 w 468"/>
                <a:gd name="T7" fmla="*/ 266 h 469"/>
                <a:gd name="T8" fmla="*/ 381 w 468"/>
                <a:gd name="T9" fmla="*/ 335 h 469"/>
                <a:gd name="T10" fmla="*/ 320 w 468"/>
                <a:gd name="T11" fmla="*/ 398 h 469"/>
                <a:gd name="T12" fmla="*/ 8 w 468"/>
                <a:gd name="T13" fmla="*/ 398 h 469"/>
                <a:gd name="T14" fmla="*/ 8 w 468"/>
                <a:gd name="T15" fmla="*/ 469 h 469"/>
                <a:gd name="T16" fmla="*/ 356 w 468"/>
                <a:gd name="T17" fmla="*/ 469 h 469"/>
                <a:gd name="T18" fmla="*/ 468 w 468"/>
                <a:gd name="T19" fmla="*/ 336 h 469"/>
                <a:gd name="T20" fmla="*/ 362 w 468"/>
                <a:gd name="T21" fmla="*/ 194 h 469"/>
                <a:gd name="T22" fmla="*/ 142 w 468"/>
                <a:gd name="T23" fmla="*/ 194 h 469"/>
                <a:gd name="T24" fmla="*/ 86 w 468"/>
                <a:gd name="T25" fmla="*/ 132 h 469"/>
                <a:gd name="T26" fmla="*/ 151 w 468"/>
                <a:gd name="T27" fmla="*/ 72 h 469"/>
                <a:gd name="T28" fmla="*/ 452 w 468"/>
                <a:gd name="T29" fmla="*/ 72 h 469"/>
                <a:gd name="T30" fmla="*/ 452 w 468"/>
                <a:gd name="T31" fmla="*/ 0 h 469"/>
                <a:gd name="T32" fmla="*/ 121 w 468"/>
                <a:gd name="T33"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8" h="469">
                  <a:moveTo>
                    <a:pt x="121" y="0"/>
                  </a:moveTo>
                  <a:cubicBezTo>
                    <a:pt x="28" y="0"/>
                    <a:pt x="0" y="62"/>
                    <a:pt x="0" y="130"/>
                  </a:cubicBezTo>
                  <a:cubicBezTo>
                    <a:pt x="0" y="204"/>
                    <a:pt x="31" y="266"/>
                    <a:pt x="115" y="266"/>
                  </a:cubicBezTo>
                  <a:cubicBezTo>
                    <a:pt x="191" y="266"/>
                    <a:pt x="262" y="266"/>
                    <a:pt x="319" y="266"/>
                  </a:cubicBezTo>
                  <a:cubicBezTo>
                    <a:pt x="381" y="266"/>
                    <a:pt x="381" y="314"/>
                    <a:pt x="381" y="335"/>
                  </a:cubicBezTo>
                  <a:cubicBezTo>
                    <a:pt x="381" y="356"/>
                    <a:pt x="381" y="398"/>
                    <a:pt x="320" y="398"/>
                  </a:cubicBezTo>
                  <a:cubicBezTo>
                    <a:pt x="272" y="398"/>
                    <a:pt x="8" y="398"/>
                    <a:pt x="8" y="398"/>
                  </a:cubicBezTo>
                  <a:cubicBezTo>
                    <a:pt x="8" y="398"/>
                    <a:pt x="8" y="449"/>
                    <a:pt x="8" y="469"/>
                  </a:cubicBezTo>
                  <a:cubicBezTo>
                    <a:pt x="356" y="469"/>
                    <a:pt x="356" y="469"/>
                    <a:pt x="356" y="469"/>
                  </a:cubicBezTo>
                  <a:cubicBezTo>
                    <a:pt x="443" y="469"/>
                    <a:pt x="468" y="418"/>
                    <a:pt x="468" y="336"/>
                  </a:cubicBezTo>
                  <a:cubicBezTo>
                    <a:pt x="468" y="238"/>
                    <a:pt x="436" y="194"/>
                    <a:pt x="362" y="194"/>
                  </a:cubicBezTo>
                  <a:cubicBezTo>
                    <a:pt x="274" y="194"/>
                    <a:pt x="213" y="194"/>
                    <a:pt x="142" y="194"/>
                  </a:cubicBezTo>
                  <a:cubicBezTo>
                    <a:pt x="86" y="194"/>
                    <a:pt x="86" y="157"/>
                    <a:pt x="86" y="132"/>
                  </a:cubicBezTo>
                  <a:cubicBezTo>
                    <a:pt x="86" y="112"/>
                    <a:pt x="92" y="72"/>
                    <a:pt x="151" y="72"/>
                  </a:cubicBezTo>
                  <a:cubicBezTo>
                    <a:pt x="214" y="72"/>
                    <a:pt x="452" y="72"/>
                    <a:pt x="452" y="72"/>
                  </a:cubicBezTo>
                  <a:cubicBezTo>
                    <a:pt x="452" y="43"/>
                    <a:pt x="452" y="27"/>
                    <a:pt x="452" y="0"/>
                  </a:cubicBezTo>
                  <a:cubicBezTo>
                    <a:pt x="121" y="0"/>
                    <a:pt x="121" y="0"/>
                    <a:pt x="121"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42" name="Freeform 702">
              <a:extLst>
                <a:ext uri="{FF2B5EF4-FFF2-40B4-BE49-F238E27FC236}">
                  <a16:creationId xmlns:a16="http://schemas.microsoft.com/office/drawing/2014/main" id="{926A9805-83D5-4EE6-BE41-1543B84C637D}"/>
                </a:ext>
              </a:extLst>
            </p:cNvPr>
            <p:cNvSpPr>
              <a:spLocks noEditPoints="1"/>
            </p:cNvSpPr>
            <p:nvPr/>
          </p:nvSpPr>
          <p:spPr bwMode="white">
            <a:xfrm>
              <a:off x="4107" y="2269"/>
              <a:ext cx="1090" cy="1455"/>
            </a:xfrm>
            <a:custGeom>
              <a:avLst/>
              <a:gdLst>
                <a:gd name="T0" fmla="*/ 170 w 461"/>
                <a:gd name="T1" fmla="*/ 0 h 613"/>
                <a:gd name="T2" fmla="*/ 44 w 461"/>
                <a:gd name="T3" fmla="*/ 29 h 613"/>
                <a:gd name="T4" fmla="*/ 0 w 461"/>
                <a:gd name="T5" fmla="*/ 149 h 613"/>
                <a:gd name="T6" fmla="*/ 0 w 461"/>
                <a:gd name="T7" fmla="*/ 233 h 613"/>
                <a:gd name="T8" fmla="*/ 0 w 461"/>
                <a:gd name="T9" fmla="*/ 318 h 613"/>
                <a:gd name="T10" fmla="*/ 47 w 461"/>
                <a:gd name="T11" fmla="*/ 445 h 613"/>
                <a:gd name="T12" fmla="*/ 170 w 461"/>
                <a:gd name="T13" fmla="*/ 469 h 613"/>
                <a:gd name="T14" fmla="*/ 376 w 461"/>
                <a:gd name="T15" fmla="*/ 469 h 613"/>
                <a:gd name="T16" fmla="*/ 376 w 461"/>
                <a:gd name="T17" fmla="*/ 487 h 613"/>
                <a:gd name="T18" fmla="*/ 328 w 461"/>
                <a:gd name="T19" fmla="*/ 538 h 613"/>
                <a:gd name="T20" fmla="*/ 61 w 461"/>
                <a:gd name="T21" fmla="*/ 538 h 613"/>
                <a:gd name="T22" fmla="*/ 61 w 461"/>
                <a:gd name="T23" fmla="*/ 613 h 613"/>
                <a:gd name="T24" fmla="*/ 356 w 461"/>
                <a:gd name="T25" fmla="*/ 613 h 613"/>
                <a:gd name="T26" fmla="*/ 461 w 461"/>
                <a:gd name="T27" fmla="*/ 511 h 613"/>
                <a:gd name="T28" fmla="*/ 461 w 461"/>
                <a:gd name="T29" fmla="*/ 0 h 613"/>
                <a:gd name="T30" fmla="*/ 170 w 461"/>
                <a:gd name="T31" fmla="*/ 0 h 613"/>
                <a:gd name="T32" fmla="*/ 376 w 461"/>
                <a:gd name="T33" fmla="*/ 398 h 613"/>
                <a:gd name="T34" fmla="*/ 196 w 461"/>
                <a:gd name="T35" fmla="*/ 398 h 613"/>
                <a:gd name="T36" fmla="*/ 88 w 461"/>
                <a:gd name="T37" fmla="*/ 333 h 613"/>
                <a:gd name="T38" fmla="*/ 88 w 461"/>
                <a:gd name="T39" fmla="*/ 231 h 613"/>
                <a:gd name="T40" fmla="*/ 88 w 461"/>
                <a:gd name="T41" fmla="*/ 148 h 613"/>
                <a:gd name="T42" fmla="*/ 200 w 461"/>
                <a:gd name="T43" fmla="*/ 72 h 613"/>
                <a:gd name="T44" fmla="*/ 376 w 461"/>
                <a:gd name="T45" fmla="*/ 72 h 613"/>
                <a:gd name="T46" fmla="*/ 376 w 461"/>
                <a:gd name="T47" fmla="*/ 398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1" h="613">
                  <a:moveTo>
                    <a:pt x="170" y="0"/>
                  </a:moveTo>
                  <a:cubicBezTo>
                    <a:pt x="94" y="0"/>
                    <a:pt x="65" y="12"/>
                    <a:pt x="44" y="29"/>
                  </a:cubicBezTo>
                  <a:cubicBezTo>
                    <a:pt x="22" y="47"/>
                    <a:pt x="1" y="70"/>
                    <a:pt x="0" y="149"/>
                  </a:cubicBezTo>
                  <a:cubicBezTo>
                    <a:pt x="0" y="233"/>
                    <a:pt x="0" y="233"/>
                    <a:pt x="0" y="233"/>
                  </a:cubicBezTo>
                  <a:cubicBezTo>
                    <a:pt x="0" y="318"/>
                    <a:pt x="0" y="318"/>
                    <a:pt x="0" y="318"/>
                  </a:cubicBezTo>
                  <a:cubicBezTo>
                    <a:pt x="0" y="402"/>
                    <a:pt x="23" y="425"/>
                    <a:pt x="47" y="445"/>
                  </a:cubicBezTo>
                  <a:cubicBezTo>
                    <a:pt x="63" y="456"/>
                    <a:pt x="89" y="469"/>
                    <a:pt x="170" y="469"/>
                  </a:cubicBezTo>
                  <a:cubicBezTo>
                    <a:pt x="376" y="469"/>
                    <a:pt x="376" y="469"/>
                    <a:pt x="376" y="469"/>
                  </a:cubicBezTo>
                  <a:cubicBezTo>
                    <a:pt x="376" y="469"/>
                    <a:pt x="376" y="484"/>
                    <a:pt x="376" y="487"/>
                  </a:cubicBezTo>
                  <a:cubicBezTo>
                    <a:pt x="376" y="523"/>
                    <a:pt x="369" y="538"/>
                    <a:pt x="328" y="538"/>
                  </a:cubicBezTo>
                  <a:cubicBezTo>
                    <a:pt x="61" y="538"/>
                    <a:pt x="61" y="538"/>
                    <a:pt x="61" y="538"/>
                  </a:cubicBezTo>
                  <a:cubicBezTo>
                    <a:pt x="61" y="613"/>
                    <a:pt x="61" y="613"/>
                    <a:pt x="61" y="613"/>
                  </a:cubicBezTo>
                  <a:cubicBezTo>
                    <a:pt x="356" y="613"/>
                    <a:pt x="356" y="613"/>
                    <a:pt x="356" y="613"/>
                  </a:cubicBezTo>
                  <a:cubicBezTo>
                    <a:pt x="435" y="613"/>
                    <a:pt x="461" y="578"/>
                    <a:pt x="461" y="511"/>
                  </a:cubicBezTo>
                  <a:cubicBezTo>
                    <a:pt x="461" y="0"/>
                    <a:pt x="461" y="0"/>
                    <a:pt x="461" y="0"/>
                  </a:cubicBezTo>
                  <a:lnTo>
                    <a:pt x="170" y="0"/>
                  </a:lnTo>
                  <a:close/>
                  <a:moveTo>
                    <a:pt x="376" y="398"/>
                  </a:moveTo>
                  <a:cubicBezTo>
                    <a:pt x="196" y="398"/>
                    <a:pt x="196" y="398"/>
                    <a:pt x="196" y="398"/>
                  </a:cubicBezTo>
                  <a:cubicBezTo>
                    <a:pt x="143" y="398"/>
                    <a:pt x="89" y="402"/>
                    <a:pt x="88" y="333"/>
                  </a:cubicBezTo>
                  <a:cubicBezTo>
                    <a:pt x="88" y="330"/>
                    <a:pt x="88" y="305"/>
                    <a:pt x="88" y="231"/>
                  </a:cubicBezTo>
                  <a:cubicBezTo>
                    <a:pt x="88" y="169"/>
                    <a:pt x="87" y="154"/>
                    <a:pt x="88" y="148"/>
                  </a:cubicBezTo>
                  <a:cubicBezTo>
                    <a:pt x="91" y="90"/>
                    <a:pt x="112" y="70"/>
                    <a:pt x="200" y="72"/>
                  </a:cubicBezTo>
                  <a:cubicBezTo>
                    <a:pt x="205" y="72"/>
                    <a:pt x="376" y="72"/>
                    <a:pt x="376" y="72"/>
                  </a:cubicBezTo>
                  <a:lnTo>
                    <a:pt x="376" y="39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grpSp>
      <p:sp>
        <p:nvSpPr>
          <p:cNvPr id="27" name="Textfeld 26">
            <a:extLst>
              <a:ext uri="{FF2B5EF4-FFF2-40B4-BE49-F238E27FC236}">
                <a16:creationId xmlns:a16="http://schemas.microsoft.com/office/drawing/2014/main" id="{140F1F6F-876F-47F9-A72C-F77E1CCDF59A}"/>
              </a:ext>
            </a:extLst>
          </p:cNvPr>
          <p:cNvSpPr txBox="1"/>
          <p:nvPr/>
        </p:nvSpPr>
        <p:spPr>
          <a:xfrm>
            <a:off x="841200" y="343488"/>
            <a:ext cx="2408801" cy="964880"/>
          </a:xfrm>
          <a:prstGeom prst="rect">
            <a:avLst/>
          </a:prstGeom>
        </p:spPr>
        <p:txBody>
          <a:bodyPr vert="horz" wrap="none" lIns="0" tIns="0" rIns="0" bIns="0" rtlCol="0">
            <a:spAutoFit/>
          </a:bodyPr>
          <a:lstStyle/>
          <a:p>
            <a:pPr algn="l"/>
            <a:r>
              <a:rPr lang="de-DE" sz="6000" dirty="0">
                <a:solidFill>
                  <a:schemeClr val="bg1"/>
                </a:solidFill>
              </a:rPr>
              <a:t>Kontakt</a:t>
            </a:r>
          </a:p>
        </p:txBody>
      </p:sp>
    </p:spTree>
    <p:extLst>
      <p:ext uri="{BB962C8B-B14F-4D97-AF65-F5344CB8AC3E}">
        <p14:creationId xmlns:p14="http://schemas.microsoft.com/office/powerpoint/2010/main" val="75721520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Lets Connect">
    <p:bg>
      <p:bgPr>
        <a:solidFill>
          <a:schemeClr val="bg1">
            <a:lumMod val="85000"/>
          </a:schemeClr>
        </a:solidFill>
        <a:effectLst/>
      </p:bgPr>
    </p:bg>
    <p:spTree>
      <p:nvGrpSpPr>
        <p:cNvPr id="1" name=""/>
        <p:cNvGrpSpPr/>
        <p:nvPr/>
      </p:nvGrpSpPr>
      <p:grpSpPr>
        <a:xfrm>
          <a:off x="0" y="0"/>
          <a:ext cx="0" cy="0"/>
          <a:chOff x="0" y="0"/>
          <a:chExt cx="0" cy="0"/>
        </a:xfrm>
      </p:grpSpPr>
      <p:sp>
        <p:nvSpPr>
          <p:cNvPr id="30" name="Oval 6">
            <a:extLst>
              <a:ext uri="{FF2B5EF4-FFF2-40B4-BE49-F238E27FC236}">
                <a16:creationId xmlns:a16="http://schemas.microsoft.com/office/drawing/2014/main" id="{1F78A238-A0B5-43A9-A20C-CAC768550BAF}"/>
              </a:ext>
            </a:extLst>
          </p:cNvPr>
          <p:cNvSpPr/>
          <p:nvPr/>
        </p:nvSpPr>
        <p:spPr bwMode="white">
          <a:xfrm>
            <a:off x="4520191" y="278359"/>
            <a:ext cx="2592288" cy="2592288"/>
          </a:xfrm>
          <a:prstGeom prst="ellipse">
            <a:avLst/>
          </a:prstGeom>
          <a:solidFill>
            <a:schemeClr val="bg1">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sp>
        <p:nvSpPr>
          <p:cNvPr id="33" name="Oval 7">
            <a:extLst>
              <a:ext uri="{FF2B5EF4-FFF2-40B4-BE49-F238E27FC236}">
                <a16:creationId xmlns:a16="http://schemas.microsoft.com/office/drawing/2014/main" id="{008A2B6A-474B-4F28-9343-B91A9E6BB62D}"/>
              </a:ext>
            </a:extLst>
          </p:cNvPr>
          <p:cNvSpPr/>
          <p:nvPr/>
        </p:nvSpPr>
        <p:spPr bwMode="white">
          <a:xfrm>
            <a:off x="10310179" y="4776607"/>
            <a:ext cx="1251419" cy="1251419"/>
          </a:xfrm>
          <a:prstGeom prst="ellipse">
            <a:avLst/>
          </a:prstGeom>
          <a:solidFill>
            <a:schemeClr val="bg1">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sp>
        <p:nvSpPr>
          <p:cNvPr id="34" name="Oval 8">
            <a:extLst>
              <a:ext uri="{FF2B5EF4-FFF2-40B4-BE49-F238E27FC236}">
                <a16:creationId xmlns:a16="http://schemas.microsoft.com/office/drawing/2014/main" id="{5FF1597C-F75F-41C3-8DE1-B7ADDBFDD819}"/>
              </a:ext>
            </a:extLst>
          </p:cNvPr>
          <p:cNvSpPr/>
          <p:nvPr/>
        </p:nvSpPr>
        <p:spPr bwMode="white">
          <a:xfrm>
            <a:off x="5830258" y="3149006"/>
            <a:ext cx="531483" cy="531483"/>
          </a:xfrm>
          <a:prstGeom prst="ellipse">
            <a:avLst/>
          </a:prstGeom>
          <a:solidFill>
            <a:schemeClr val="bg1">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dirty="0">
              <a:latin typeface="Calibri" panose="020F0502020204030204" pitchFamily="34" charset="0"/>
            </a:endParaRPr>
          </a:p>
        </p:txBody>
      </p:sp>
      <p:sp>
        <p:nvSpPr>
          <p:cNvPr id="46" name="Freihandform: Form 45">
            <a:extLst>
              <a:ext uri="{FF2B5EF4-FFF2-40B4-BE49-F238E27FC236}">
                <a16:creationId xmlns:a16="http://schemas.microsoft.com/office/drawing/2014/main" id="{1BE85D82-7DB6-4385-8A58-59F0D93CEEB0}"/>
              </a:ext>
            </a:extLst>
          </p:cNvPr>
          <p:cNvSpPr/>
          <p:nvPr/>
        </p:nvSpPr>
        <p:spPr bwMode="white">
          <a:xfrm>
            <a:off x="0" y="0"/>
            <a:ext cx="5562328" cy="6147385"/>
          </a:xfrm>
          <a:custGeom>
            <a:avLst/>
            <a:gdLst>
              <a:gd name="connsiteX0" fmla="*/ 0 w 5562328"/>
              <a:gd name="connsiteY0" fmla="*/ 0 h 6147385"/>
              <a:gd name="connsiteX1" fmla="*/ 4578774 w 5562328"/>
              <a:gd name="connsiteY1" fmla="*/ 0 h 6147385"/>
              <a:gd name="connsiteX2" fmla="*/ 4727111 w 5562328"/>
              <a:gd name="connsiteY2" fmla="*/ 163212 h 6147385"/>
              <a:gd name="connsiteX3" fmla="*/ 5562328 w 5562328"/>
              <a:gd name="connsiteY3" fmla="*/ 2489785 h 6147385"/>
              <a:gd name="connsiteX4" fmla="*/ 1904728 w 5562328"/>
              <a:gd name="connsiteY4" fmla="*/ 6147385 h 6147385"/>
              <a:gd name="connsiteX5" fmla="*/ 161299 w 5562328"/>
              <a:gd name="connsiteY5" fmla="*/ 5705932 h 6147385"/>
              <a:gd name="connsiteX6" fmla="*/ 0 w 5562328"/>
              <a:gd name="connsiteY6" fmla="*/ 5607941 h 614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62328" h="6147385">
                <a:moveTo>
                  <a:pt x="0" y="0"/>
                </a:moveTo>
                <a:lnTo>
                  <a:pt x="4578774" y="0"/>
                </a:lnTo>
                <a:lnTo>
                  <a:pt x="4727111" y="163212"/>
                </a:lnTo>
                <a:cubicBezTo>
                  <a:pt x="5248888" y="795461"/>
                  <a:pt x="5562328" y="1606019"/>
                  <a:pt x="5562328" y="2489785"/>
                </a:cubicBezTo>
                <a:cubicBezTo>
                  <a:pt x="5562328" y="4509822"/>
                  <a:pt x="3924766" y="6147385"/>
                  <a:pt x="1904728" y="6147385"/>
                </a:cubicBezTo>
                <a:cubicBezTo>
                  <a:pt x="1273467" y="6147385"/>
                  <a:pt x="679556" y="5987467"/>
                  <a:pt x="161299" y="5705932"/>
                </a:cubicBezTo>
                <a:lnTo>
                  <a:pt x="0" y="5607941"/>
                </a:lnTo>
                <a:close/>
              </a:path>
            </a:pathLst>
          </a:custGeom>
          <a:solidFill>
            <a:schemeClr val="bg1">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b="1" i="0" dirty="0">
              <a:latin typeface="Calibri" panose="020F0502020204030204" pitchFamily="34" charset="0"/>
            </a:endParaRPr>
          </a:p>
        </p:txBody>
      </p:sp>
      <p:sp>
        <p:nvSpPr>
          <p:cNvPr id="4" name="Fußzeilenplatzhalter 3">
            <a:extLst>
              <a:ext uri="{FF2B5EF4-FFF2-40B4-BE49-F238E27FC236}">
                <a16:creationId xmlns:a16="http://schemas.microsoft.com/office/drawing/2014/main" id="{6706BDD9-5DD8-44C1-BE2B-ED43BBA3A027}"/>
              </a:ext>
            </a:extLst>
          </p:cNvPr>
          <p:cNvSpPr>
            <a:spLocks noGrp="1"/>
          </p:cNvSpPr>
          <p:nvPr>
            <p:ph type="ftr" sz="quarter" idx="11"/>
          </p:nvPr>
        </p:nvSpPr>
        <p:spPr bwMode="white"/>
        <p:txBody>
          <a:bodyPr/>
          <a:lstStyle>
            <a:lvl1pPr>
              <a:defRPr>
                <a:solidFill>
                  <a:srgbClr val="6F6F6F"/>
                </a:solidFill>
              </a:defRPr>
            </a:lvl1pPr>
          </a:lstStyle>
          <a:p>
            <a:r>
              <a:rPr lang="de-DE" dirty="0"/>
              <a:t>© </a:t>
            </a:r>
            <a:r>
              <a:rPr lang="de-DE" dirty="0" err="1"/>
              <a:t>msg</a:t>
            </a:r>
            <a:r>
              <a:rPr lang="de-DE" dirty="0"/>
              <a:t> </a:t>
            </a:r>
            <a:r>
              <a:rPr lang="de-DE" dirty="0" err="1"/>
              <a:t>systems</a:t>
            </a:r>
            <a:r>
              <a:rPr lang="de-DE" dirty="0"/>
              <a:t> </a:t>
            </a:r>
            <a:r>
              <a:rPr lang="de-DE" dirty="0" err="1"/>
              <a:t>ag</a:t>
            </a:r>
            <a:r>
              <a:rPr lang="de-DE" dirty="0"/>
              <a:t> | 2021 | Präsentationstitel</a:t>
            </a:r>
          </a:p>
        </p:txBody>
      </p:sp>
      <p:sp>
        <p:nvSpPr>
          <p:cNvPr id="5" name="Foliennummernplatzhalter 4">
            <a:extLst>
              <a:ext uri="{FF2B5EF4-FFF2-40B4-BE49-F238E27FC236}">
                <a16:creationId xmlns:a16="http://schemas.microsoft.com/office/drawing/2014/main" id="{48E3F102-8093-4308-B553-1B79A2B7F03A}"/>
              </a:ext>
            </a:extLst>
          </p:cNvPr>
          <p:cNvSpPr>
            <a:spLocks noGrp="1"/>
          </p:cNvSpPr>
          <p:nvPr>
            <p:ph type="sldNum" sz="quarter" idx="12"/>
          </p:nvPr>
        </p:nvSpPr>
        <p:spPr bwMode="white"/>
        <p:txBody>
          <a:bodyPr/>
          <a:lstStyle>
            <a:lvl1pPr>
              <a:defRPr>
                <a:solidFill>
                  <a:srgbClr val="6F6F6F"/>
                </a:solidFill>
              </a:defRPr>
            </a:lvl1pPr>
          </a:lstStyle>
          <a:p>
            <a:fld id="{B27B0579-4238-4E44-9A9E-134B676F827C}" type="slidenum">
              <a:rPr lang="de-DE" smtClean="0"/>
              <a:pPr/>
              <a:t>‹Nr.›</a:t>
            </a:fld>
            <a:endParaRPr lang="de-DE" dirty="0"/>
          </a:p>
        </p:txBody>
      </p:sp>
      <p:sp>
        <p:nvSpPr>
          <p:cNvPr id="23" name="Shape 2859">
            <a:extLst>
              <a:ext uri="{FF2B5EF4-FFF2-40B4-BE49-F238E27FC236}">
                <a16:creationId xmlns:a16="http://schemas.microsoft.com/office/drawing/2014/main" id="{B38AD863-AA78-4F59-83C3-390ACAA7B935}"/>
              </a:ext>
            </a:extLst>
          </p:cNvPr>
          <p:cNvSpPr/>
          <p:nvPr/>
        </p:nvSpPr>
        <p:spPr>
          <a:xfrm>
            <a:off x="3443489" y="4112317"/>
            <a:ext cx="900859" cy="900859"/>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moveTo>
                  <a:pt x="15929" y="7018"/>
                </a:moveTo>
                <a:cubicBezTo>
                  <a:pt x="15539" y="7246"/>
                  <a:pt x="15108" y="7411"/>
                  <a:pt x="14650" y="7500"/>
                </a:cubicBezTo>
                <a:cubicBezTo>
                  <a:pt x="14282" y="7114"/>
                  <a:pt x="13759" y="6874"/>
                  <a:pt x="13179" y="6874"/>
                </a:cubicBezTo>
                <a:cubicBezTo>
                  <a:pt x="12067" y="6874"/>
                  <a:pt x="11165" y="7762"/>
                  <a:pt x="11165" y="8856"/>
                </a:cubicBezTo>
                <a:cubicBezTo>
                  <a:pt x="11165" y="9011"/>
                  <a:pt x="11183" y="9162"/>
                  <a:pt x="11217" y="9308"/>
                </a:cubicBezTo>
                <a:cubicBezTo>
                  <a:pt x="9543" y="9225"/>
                  <a:pt x="8059" y="8436"/>
                  <a:pt x="7065" y="7236"/>
                </a:cubicBezTo>
                <a:cubicBezTo>
                  <a:pt x="6892" y="7530"/>
                  <a:pt x="6793" y="7869"/>
                  <a:pt x="6793" y="8233"/>
                </a:cubicBezTo>
                <a:cubicBezTo>
                  <a:pt x="6793" y="8921"/>
                  <a:pt x="7148" y="9528"/>
                  <a:pt x="7689" y="9883"/>
                </a:cubicBezTo>
                <a:cubicBezTo>
                  <a:pt x="7359" y="9873"/>
                  <a:pt x="7048" y="9784"/>
                  <a:pt x="6776" y="9635"/>
                </a:cubicBezTo>
                <a:cubicBezTo>
                  <a:pt x="6776" y="9644"/>
                  <a:pt x="6776" y="9651"/>
                  <a:pt x="6776" y="9660"/>
                </a:cubicBezTo>
                <a:cubicBezTo>
                  <a:pt x="6776" y="10621"/>
                  <a:pt x="7471" y="11422"/>
                  <a:pt x="8392" y="11604"/>
                </a:cubicBezTo>
                <a:cubicBezTo>
                  <a:pt x="8223" y="11650"/>
                  <a:pt x="8045" y="11673"/>
                  <a:pt x="7861" y="11673"/>
                </a:cubicBezTo>
                <a:cubicBezTo>
                  <a:pt x="7732" y="11673"/>
                  <a:pt x="7605" y="11661"/>
                  <a:pt x="7483" y="11638"/>
                </a:cubicBezTo>
                <a:cubicBezTo>
                  <a:pt x="7739" y="12426"/>
                  <a:pt x="8483" y="12999"/>
                  <a:pt x="9364" y="13015"/>
                </a:cubicBezTo>
                <a:cubicBezTo>
                  <a:pt x="8674" y="13547"/>
                  <a:pt x="7806" y="13863"/>
                  <a:pt x="6862" y="13863"/>
                </a:cubicBezTo>
                <a:cubicBezTo>
                  <a:pt x="6699" y="13863"/>
                  <a:pt x="6540" y="13855"/>
                  <a:pt x="6382" y="13837"/>
                </a:cubicBezTo>
                <a:cubicBezTo>
                  <a:pt x="7274" y="14398"/>
                  <a:pt x="8332" y="14727"/>
                  <a:pt x="9470" y="14727"/>
                </a:cubicBezTo>
                <a:cubicBezTo>
                  <a:pt x="13175" y="14727"/>
                  <a:pt x="15201" y="11706"/>
                  <a:pt x="15201" y="9086"/>
                </a:cubicBezTo>
                <a:cubicBezTo>
                  <a:pt x="15201" y="9000"/>
                  <a:pt x="15199" y="8915"/>
                  <a:pt x="15195" y="8830"/>
                </a:cubicBezTo>
                <a:cubicBezTo>
                  <a:pt x="15588" y="8550"/>
                  <a:pt x="15930" y="8201"/>
                  <a:pt x="16200" y="7804"/>
                </a:cubicBezTo>
                <a:cubicBezTo>
                  <a:pt x="15839" y="7961"/>
                  <a:pt x="15451" y="8067"/>
                  <a:pt x="15043" y="8115"/>
                </a:cubicBezTo>
                <a:cubicBezTo>
                  <a:pt x="15459" y="7870"/>
                  <a:pt x="15778" y="7482"/>
                  <a:pt x="15929" y="7018"/>
                </a:cubicBezTo>
              </a:path>
            </a:pathLst>
          </a:custGeom>
          <a:solidFill>
            <a:schemeClr val="accent2"/>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lang="de-DE" sz="1500" b="1" i="0" dirty="0">
              <a:latin typeface="Calibri" panose="020F0502020204030204" pitchFamily="34" charset="0"/>
            </a:endParaRPr>
          </a:p>
        </p:txBody>
      </p:sp>
      <p:sp>
        <p:nvSpPr>
          <p:cNvPr id="24" name="Shape 2861">
            <a:extLst>
              <a:ext uri="{FF2B5EF4-FFF2-40B4-BE49-F238E27FC236}">
                <a16:creationId xmlns:a16="http://schemas.microsoft.com/office/drawing/2014/main" id="{136B579E-C4DA-4351-9B3F-87278DBEDB4A}"/>
              </a:ext>
            </a:extLst>
          </p:cNvPr>
          <p:cNvSpPr/>
          <p:nvPr/>
        </p:nvSpPr>
        <p:spPr>
          <a:xfrm>
            <a:off x="5662937" y="4112317"/>
            <a:ext cx="900859" cy="900859"/>
          </a:xfrm>
          <a:custGeom>
            <a:avLst/>
            <a:gdLst/>
            <a:ahLst/>
            <a:cxnLst>
              <a:cxn ang="0">
                <a:pos x="wd2" y="hd2"/>
              </a:cxn>
              <a:cxn ang="5400000">
                <a:pos x="wd2" y="hd2"/>
              </a:cxn>
              <a:cxn ang="10800000">
                <a:pos x="wd2" y="hd2"/>
              </a:cxn>
              <a:cxn ang="16200000">
                <a:pos x="wd2" y="hd2"/>
              </a:cxn>
            </a:cxnLst>
            <a:rect l="0" t="0" r="r" b="b"/>
            <a:pathLst>
              <a:path w="21600" h="21600" extrusionOk="0">
                <a:moveTo>
                  <a:pt x="14324" y="12090"/>
                </a:moveTo>
                <a:cubicBezTo>
                  <a:pt x="14019" y="12090"/>
                  <a:pt x="14019" y="12428"/>
                  <a:pt x="14019" y="12428"/>
                </a:cubicBezTo>
                <a:lnTo>
                  <a:pt x="14019" y="12863"/>
                </a:lnTo>
                <a:lnTo>
                  <a:pt x="14628" y="12863"/>
                </a:lnTo>
                <a:lnTo>
                  <a:pt x="14628" y="12428"/>
                </a:lnTo>
                <a:cubicBezTo>
                  <a:pt x="14628" y="12428"/>
                  <a:pt x="14628" y="12090"/>
                  <a:pt x="14324" y="12090"/>
                </a:cubicBezTo>
                <a:moveTo>
                  <a:pt x="15287" y="12380"/>
                </a:moveTo>
                <a:lnTo>
                  <a:pt x="15287" y="13348"/>
                </a:lnTo>
                <a:lnTo>
                  <a:pt x="14019" y="13348"/>
                </a:lnTo>
                <a:lnTo>
                  <a:pt x="14019" y="14072"/>
                </a:lnTo>
                <a:cubicBezTo>
                  <a:pt x="14019" y="14072"/>
                  <a:pt x="14019" y="14411"/>
                  <a:pt x="14324" y="14411"/>
                </a:cubicBezTo>
                <a:cubicBezTo>
                  <a:pt x="14628" y="14411"/>
                  <a:pt x="14628" y="14072"/>
                  <a:pt x="14628" y="14072"/>
                </a:cubicBezTo>
                <a:lnTo>
                  <a:pt x="14628" y="13734"/>
                </a:lnTo>
                <a:lnTo>
                  <a:pt x="15287" y="13734"/>
                </a:lnTo>
                <a:lnTo>
                  <a:pt x="15287" y="14266"/>
                </a:lnTo>
                <a:cubicBezTo>
                  <a:pt x="15287" y="14266"/>
                  <a:pt x="15186" y="14943"/>
                  <a:pt x="14375" y="14943"/>
                </a:cubicBezTo>
                <a:cubicBezTo>
                  <a:pt x="13564" y="14943"/>
                  <a:pt x="13411" y="14266"/>
                  <a:pt x="13411" y="14266"/>
                </a:cubicBezTo>
                <a:lnTo>
                  <a:pt x="13411" y="12380"/>
                </a:lnTo>
                <a:cubicBezTo>
                  <a:pt x="13411" y="12380"/>
                  <a:pt x="13411" y="11558"/>
                  <a:pt x="14375" y="11558"/>
                </a:cubicBezTo>
                <a:cubicBezTo>
                  <a:pt x="15338" y="11558"/>
                  <a:pt x="15287" y="12380"/>
                  <a:pt x="15287" y="12380"/>
                </a:cubicBezTo>
                <a:moveTo>
                  <a:pt x="12904" y="14169"/>
                </a:moveTo>
                <a:cubicBezTo>
                  <a:pt x="12904" y="14169"/>
                  <a:pt x="12904" y="14943"/>
                  <a:pt x="12347" y="14943"/>
                </a:cubicBezTo>
                <a:cubicBezTo>
                  <a:pt x="12005" y="14943"/>
                  <a:pt x="11798" y="14762"/>
                  <a:pt x="11687" y="14621"/>
                </a:cubicBezTo>
                <a:lnTo>
                  <a:pt x="11687" y="14895"/>
                </a:lnTo>
                <a:lnTo>
                  <a:pt x="11028" y="14895"/>
                </a:lnTo>
                <a:lnTo>
                  <a:pt x="11028" y="10446"/>
                </a:lnTo>
                <a:lnTo>
                  <a:pt x="11687" y="10446"/>
                </a:lnTo>
                <a:lnTo>
                  <a:pt x="11687" y="11888"/>
                </a:lnTo>
                <a:cubicBezTo>
                  <a:pt x="11788" y="11782"/>
                  <a:pt x="12036" y="11558"/>
                  <a:pt x="12347" y="11558"/>
                </a:cubicBezTo>
                <a:cubicBezTo>
                  <a:pt x="12752" y="11558"/>
                  <a:pt x="12904" y="11896"/>
                  <a:pt x="12904" y="12332"/>
                </a:cubicBezTo>
                <a:cubicBezTo>
                  <a:pt x="12904" y="12332"/>
                  <a:pt x="12904" y="14169"/>
                  <a:pt x="12904" y="14169"/>
                </a:cubicBezTo>
                <a:close/>
                <a:moveTo>
                  <a:pt x="10521" y="14895"/>
                </a:moveTo>
                <a:lnTo>
                  <a:pt x="9913" y="14895"/>
                </a:lnTo>
                <a:lnTo>
                  <a:pt x="9913" y="14605"/>
                </a:lnTo>
                <a:cubicBezTo>
                  <a:pt x="9913" y="14605"/>
                  <a:pt x="9558" y="14943"/>
                  <a:pt x="9152" y="14943"/>
                </a:cubicBezTo>
                <a:cubicBezTo>
                  <a:pt x="8747" y="14943"/>
                  <a:pt x="8696" y="14556"/>
                  <a:pt x="8696" y="14556"/>
                </a:cubicBezTo>
                <a:lnTo>
                  <a:pt x="8696" y="11558"/>
                </a:lnTo>
                <a:lnTo>
                  <a:pt x="9304" y="11558"/>
                </a:lnTo>
                <a:lnTo>
                  <a:pt x="9304" y="14362"/>
                </a:lnTo>
                <a:cubicBezTo>
                  <a:pt x="9304" y="14362"/>
                  <a:pt x="9304" y="14508"/>
                  <a:pt x="9507" y="14508"/>
                </a:cubicBezTo>
                <a:cubicBezTo>
                  <a:pt x="9710" y="14508"/>
                  <a:pt x="9913" y="14266"/>
                  <a:pt x="9913" y="14266"/>
                </a:cubicBezTo>
                <a:lnTo>
                  <a:pt x="9913" y="11558"/>
                </a:lnTo>
                <a:lnTo>
                  <a:pt x="10521" y="11558"/>
                </a:lnTo>
                <a:cubicBezTo>
                  <a:pt x="10521" y="11558"/>
                  <a:pt x="10521" y="14895"/>
                  <a:pt x="10521" y="14895"/>
                </a:cubicBezTo>
                <a:close/>
                <a:moveTo>
                  <a:pt x="8595" y="11074"/>
                </a:moveTo>
                <a:lnTo>
                  <a:pt x="7834" y="11074"/>
                </a:lnTo>
                <a:lnTo>
                  <a:pt x="7834" y="14895"/>
                </a:lnTo>
                <a:lnTo>
                  <a:pt x="7124" y="14895"/>
                </a:lnTo>
                <a:lnTo>
                  <a:pt x="7124" y="11074"/>
                </a:lnTo>
                <a:lnTo>
                  <a:pt x="6363" y="11074"/>
                </a:lnTo>
                <a:lnTo>
                  <a:pt x="6363" y="10446"/>
                </a:lnTo>
                <a:lnTo>
                  <a:pt x="8595" y="10446"/>
                </a:lnTo>
                <a:cubicBezTo>
                  <a:pt x="8595" y="10446"/>
                  <a:pt x="8595" y="11074"/>
                  <a:pt x="8595" y="11074"/>
                </a:cubicBezTo>
                <a:close/>
                <a:moveTo>
                  <a:pt x="14527" y="9430"/>
                </a:moveTo>
                <a:cubicBezTo>
                  <a:pt x="14527" y="9430"/>
                  <a:pt x="12667" y="9334"/>
                  <a:pt x="10800" y="9334"/>
                </a:cubicBezTo>
                <a:cubicBezTo>
                  <a:pt x="8940" y="9334"/>
                  <a:pt x="7074" y="9430"/>
                  <a:pt x="7074" y="9430"/>
                </a:cubicBezTo>
                <a:cubicBezTo>
                  <a:pt x="6233" y="9430"/>
                  <a:pt x="5552" y="10080"/>
                  <a:pt x="5552" y="10881"/>
                </a:cubicBezTo>
                <a:cubicBezTo>
                  <a:pt x="5552" y="10881"/>
                  <a:pt x="5400" y="11822"/>
                  <a:pt x="5400" y="12767"/>
                </a:cubicBezTo>
                <a:cubicBezTo>
                  <a:pt x="5400" y="13708"/>
                  <a:pt x="5552" y="14652"/>
                  <a:pt x="5552" y="14652"/>
                </a:cubicBezTo>
                <a:cubicBezTo>
                  <a:pt x="5552" y="15454"/>
                  <a:pt x="6233" y="16103"/>
                  <a:pt x="7074" y="16103"/>
                </a:cubicBezTo>
                <a:cubicBezTo>
                  <a:pt x="7074" y="16103"/>
                  <a:pt x="8905" y="16200"/>
                  <a:pt x="10800" y="16200"/>
                </a:cubicBezTo>
                <a:cubicBezTo>
                  <a:pt x="12630" y="16200"/>
                  <a:pt x="14527" y="16103"/>
                  <a:pt x="14527" y="16103"/>
                </a:cubicBezTo>
                <a:cubicBezTo>
                  <a:pt x="15367" y="16103"/>
                  <a:pt x="16048" y="15454"/>
                  <a:pt x="16048" y="14652"/>
                </a:cubicBezTo>
                <a:cubicBezTo>
                  <a:pt x="16048" y="14652"/>
                  <a:pt x="16200" y="13700"/>
                  <a:pt x="16200" y="12767"/>
                </a:cubicBezTo>
                <a:cubicBezTo>
                  <a:pt x="16200" y="11814"/>
                  <a:pt x="16048" y="10881"/>
                  <a:pt x="16048" y="10881"/>
                </a:cubicBezTo>
                <a:cubicBezTo>
                  <a:pt x="16048" y="10080"/>
                  <a:pt x="15367" y="9430"/>
                  <a:pt x="14527" y="9430"/>
                </a:cubicBezTo>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moveTo>
                  <a:pt x="11992" y="12090"/>
                </a:moveTo>
                <a:cubicBezTo>
                  <a:pt x="11860" y="12090"/>
                  <a:pt x="11757" y="12168"/>
                  <a:pt x="11687" y="12243"/>
                </a:cubicBezTo>
                <a:lnTo>
                  <a:pt x="11687" y="14276"/>
                </a:lnTo>
                <a:cubicBezTo>
                  <a:pt x="11751" y="14345"/>
                  <a:pt x="11847" y="14411"/>
                  <a:pt x="11992" y="14411"/>
                </a:cubicBezTo>
                <a:cubicBezTo>
                  <a:pt x="12296" y="14411"/>
                  <a:pt x="12296" y="14072"/>
                  <a:pt x="12296" y="14072"/>
                </a:cubicBezTo>
                <a:lnTo>
                  <a:pt x="12296" y="12428"/>
                </a:lnTo>
                <a:cubicBezTo>
                  <a:pt x="12296" y="12428"/>
                  <a:pt x="12245" y="12090"/>
                  <a:pt x="11992" y="12090"/>
                </a:cubicBezTo>
                <a:moveTo>
                  <a:pt x="7986" y="8751"/>
                </a:moveTo>
                <a:lnTo>
                  <a:pt x="8696" y="8751"/>
                </a:lnTo>
                <a:lnTo>
                  <a:pt x="8696" y="7188"/>
                </a:lnTo>
                <a:lnTo>
                  <a:pt x="9507" y="4970"/>
                </a:lnTo>
                <a:lnTo>
                  <a:pt x="8848" y="4970"/>
                </a:lnTo>
                <a:lnTo>
                  <a:pt x="8341" y="6433"/>
                </a:lnTo>
                <a:lnTo>
                  <a:pt x="7834" y="4970"/>
                </a:lnTo>
                <a:lnTo>
                  <a:pt x="7124" y="4970"/>
                </a:lnTo>
                <a:lnTo>
                  <a:pt x="7986" y="7188"/>
                </a:lnTo>
                <a:cubicBezTo>
                  <a:pt x="7986" y="7188"/>
                  <a:pt x="7986" y="8751"/>
                  <a:pt x="7986" y="8751"/>
                </a:cubicBezTo>
                <a:close/>
                <a:moveTo>
                  <a:pt x="12397" y="8801"/>
                </a:moveTo>
                <a:cubicBezTo>
                  <a:pt x="12802" y="8801"/>
                  <a:pt x="13158" y="8449"/>
                  <a:pt x="13158" y="8449"/>
                </a:cubicBezTo>
                <a:lnTo>
                  <a:pt x="13158" y="8751"/>
                </a:lnTo>
                <a:lnTo>
                  <a:pt x="13766" y="8751"/>
                </a:lnTo>
                <a:lnTo>
                  <a:pt x="13766" y="5878"/>
                </a:lnTo>
                <a:lnTo>
                  <a:pt x="13158" y="5878"/>
                </a:lnTo>
                <a:lnTo>
                  <a:pt x="13158" y="8096"/>
                </a:lnTo>
                <a:cubicBezTo>
                  <a:pt x="13158" y="8096"/>
                  <a:pt x="12955" y="8348"/>
                  <a:pt x="12752" y="8348"/>
                </a:cubicBezTo>
                <a:cubicBezTo>
                  <a:pt x="12549" y="8348"/>
                  <a:pt x="12549" y="8196"/>
                  <a:pt x="12549" y="8196"/>
                </a:cubicBezTo>
                <a:lnTo>
                  <a:pt x="12549" y="5878"/>
                </a:lnTo>
                <a:lnTo>
                  <a:pt x="11941" y="5878"/>
                </a:lnTo>
                <a:lnTo>
                  <a:pt x="11941" y="8398"/>
                </a:lnTo>
                <a:cubicBezTo>
                  <a:pt x="11941" y="8398"/>
                  <a:pt x="11992" y="8801"/>
                  <a:pt x="12397" y="8801"/>
                </a:cubicBezTo>
                <a:moveTo>
                  <a:pt x="10166" y="6634"/>
                </a:moveTo>
                <a:cubicBezTo>
                  <a:pt x="10166" y="6467"/>
                  <a:pt x="10302" y="6332"/>
                  <a:pt x="10470" y="6332"/>
                </a:cubicBezTo>
                <a:cubicBezTo>
                  <a:pt x="10639" y="6332"/>
                  <a:pt x="10775" y="6467"/>
                  <a:pt x="10775" y="6634"/>
                </a:cubicBezTo>
                <a:lnTo>
                  <a:pt x="10775" y="8045"/>
                </a:lnTo>
                <a:cubicBezTo>
                  <a:pt x="10775" y="8212"/>
                  <a:pt x="10639" y="8348"/>
                  <a:pt x="10470" y="8348"/>
                </a:cubicBezTo>
                <a:cubicBezTo>
                  <a:pt x="10302" y="8348"/>
                  <a:pt x="10166" y="8212"/>
                  <a:pt x="10166" y="8045"/>
                </a:cubicBezTo>
                <a:cubicBezTo>
                  <a:pt x="10166" y="8045"/>
                  <a:pt x="10166" y="6634"/>
                  <a:pt x="10166" y="6634"/>
                </a:cubicBezTo>
                <a:close/>
                <a:moveTo>
                  <a:pt x="10369" y="8801"/>
                </a:moveTo>
                <a:lnTo>
                  <a:pt x="10572" y="8801"/>
                </a:lnTo>
                <a:cubicBezTo>
                  <a:pt x="11020" y="8801"/>
                  <a:pt x="11383" y="8440"/>
                  <a:pt x="11383" y="7995"/>
                </a:cubicBezTo>
                <a:lnTo>
                  <a:pt x="11383" y="6684"/>
                </a:lnTo>
                <a:cubicBezTo>
                  <a:pt x="11383" y="6239"/>
                  <a:pt x="11020" y="5878"/>
                  <a:pt x="10572" y="5878"/>
                </a:cubicBezTo>
                <a:lnTo>
                  <a:pt x="10369" y="5878"/>
                </a:lnTo>
                <a:cubicBezTo>
                  <a:pt x="9921" y="5878"/>
                  <a:pt x="9558" y="6239"/>
                  <a:pt x="9558" y="6684"/>
                </a:cubicBezTo>
                <a:lnTo>
                  <a:pt x="9558" y="7995"/>
                </a:lnTo>
                <a:cubicBezTo>
                  <a:pt x="9558" y="8440"/>
                  <a:pt x="9921" y="8801"/>
                  <a:pt x="10369" y="8801"/>
                </a:cubicBezTo>
              </a:path>
            </a:pathLst>
          </a:custGeom>
          <a:solidFill>
            <a:schemeClr val="accent2"/>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lang="de-DE" sz="1500" b="1" i="0" dirty="0">
              <a:latin typeface="Calibri" panose="020F0502020204030204" pitchFamily="34" charset="0"/>
            </a:endParaRPr>
          </a:p>
        </p:txBody>
      </p:sp>
      <p:sp>
        <p:nvSpPr>
          <p:cNvPr id="25" name="Shape 2865">
            <a:extLst>
              <a:ext uri="{FF2B5EF4-FFF2-40B4-BE49-F238E27FC236}">
                <a16:creationId xmlns:a16="http://schemas.microsoft.com/office/drawing/2014/main" id="{8E32ABC4-87E8-47B1-9175-BC6F9A08C1B4}"/>
              </a:ext>
            </a:extLst>
          </p:cNvPr>
          <p:cNvSpPr/>
          <p:nvPr/>
        </p:nvSpPr>
        <p:spPr>
          <a:xfrm>
            <a:off x="7882385" y="4112317"/>
            <a:ext cx="900859" cy="900859"/>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13430" y="9320"/>
                </a:moveTo>
                <a:cubicBezTo>
                  <a:pt x="11975" y="9320"/>
                  <a:pt x="11780" y="10196"/>
                  <a:pt x="11780" y="10196"/>
                </a:cubicBezTo>
                <a:lnTo>
                  <a:pt x="11782" y="9327"/>
                </a:lnTo>
                <a:lnTo>
                  <a:pt x="9818" y="9327"/>
                </a:lnTo>
                <a:lnTo>
                  <a:pt x="9818" y="14727"/>
                </a:lnTo>
                <a:lnTo>
                  <a:pt x="11782" y="14727"/>
                </a:lnTo>
                <a:lnTo>
                  <a:pt x="11782" y="11782"/>
                </a:lnTo>
                <a:cubicBezTo>
                  <a:pt x="11782" y="11782"/>
                  <a:pt x="11782" y="10793"/>
                  <a:pt x="12616" y="10793"/>
                </a:cubicBezTo>
                <a:cubicBezTo>
                  <a:pt x="13086" y="10793"/>
                  <a:pt x="13255" y="11232"/>
                  <a:pt x="13255" y="11782"/>
                </a:cubicBezTo>
                <a:lnTo>
                  <a:pt x="13255" y="14727"/>
                </a:lnTo>
                <a:lnTo>
                  <a:pt x="15218" y="14727"/>
                </a:lnTo>
                <a:lnTo>
                  <a:pt x="15218" y="11782"/>
                </a:lnTo>
                <a:cubicBezTo>
                  <a:pt x="15218" y="10245"/>
                  <a:pt x="14550" y="9320"/>
                  <a:pt x="13430" y="9320"/>
                </a:cubicBezTo>
                <a:moveTo>
                  <a:pt x="6873" y="14727"/>
                </a:moveTo>
                <a:lnTo>
                  <a:pt x="8829" y="14727"/>
                </a:lnTo>
                <a:lnTo>
                  <a:pt x="8829" y="9320"/>
                </a:lnTo>
                <a:lnTo>
                  <a:pt x="6873" y="9320"/>
                </a:lnTo>
                <a:cubicBezTo>
                  <a:pt x="6873" y="9320"/>
                  <a:pt x="6873" y="14727"/>
                  <a:pt x="6873" y="14727"/>
                </a:cubicBezTo>
                <a:close/>
                <a:moveTo>
                  <a:pt x="7851" y="6873"/>
                </a:moveTo>
                <a:cubicBezTo>
                  <a:pt x="7311" y="6873"/>
                  <a:pt x="6873" y="7313"/>
                  <a:pt x="6873" y="7856"/>
                </a:cubicBezTo>
                <a:cubicBezTo>
                  <a:pt x="6873" y="8399"/>
                  <a:pt x="7311" y="8839"/>
                  <a:pt x="7851" y="8839"/>
                </a:cubicBezTo>
                <a:cubicBezTo>
                  <a:pt x="8391" y="8839"/>
                  <a:pt x="8829" y="8399"/>
                  <a:pt x="8829" y="7856"/>
                </a:cubicBezTo>
                <a:cubicBezTo>
                  <a:pt x="8829" y="7313"/>
                  <a:pt x="8391" y="6873"/>
                  <a:pt x="7851" y="6873"/>
                </a:cubicBezTo>
              </a:path>
            </a:pathLst>
          </a:custGeom>
          <a:solidFill>
            <a:schemeClr val="accent2"/>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lang="de-DE" sz="1500" b="1" i="0" dirty="0">
              <a:latin typeface="Calibri" panose="020F0502020204030204" pitchFamily="34" charset="0"/>
            </a:endParaRPr>
          </a:p>
        </p:txBody>
      </p:sp>
      <p:sp>
        <p:nvSpPr>
          <p:cNvPr id="26" name="Shape 2860">
            <a:extLst>
              <a:ext uri="{FF2B5EF4-FFF2-40B4-BE49-F238E27FC236}">
                <a16:creationId xmlns:a16="http://schemas.microsoft.com/office/drawing/2014/main" id="{54A063A3-C4DE-4826-B3F0-2145E35D0CBA}"/>
              </a:ext>
            </a:extLst>
          </p:cNvPr>
          <p:cNvSpPr/>
          <p:nvPr/>
        </p:nvSpPr>
        <p:spPr>
          <a:xfrm>
            <a:off x="4553213" y="4112317"/>
            <a:ext cx="900859" cy="900859"/>
          </a:xfrm>
          <a:custGeom>
            <a:avLst/>
            <a:gdLst/>
            <a:ahLst/>
            <a:cxnLst>
              <a:cxn ang="0">
                <a:pos x="wd2" y="hd2"/>
              </a:cxn>
              <a:cxn ang="5400000">
                <a:pos x="wd2" y="hd2"/>
              </a:cxn>
              <a:cxn ang="10800000">
                <a:pos x="wd2" y="hd2"/>
              </a:cxn>
              <a:cxn ang="16200000">
                <a:pos x="wd2" y="hd2"/>
              </a:cxn>
            </a:cxnLst>
            <a:rect l="0" t="0" r="r" b="b"/>
            <a:pathLst>
              <a:path w="21600" h="21600" extrusionOk="0">
                <a:moveTo>
                  <a:pt x="11776" y="8468"/>
                </a:moveTo>
                <a:cubicBezTo>
                  <a:pt x="11776" y="8071"/>
                  <a:pt x="11817" y="7858"/>
                  <a:pt x="12428" y="7858"/>
                </a:cubicBezTo>
                <a:lnTo>
                  <a:pt x="13244" y="7858"/>
                </a:lnTo>
                <a:lnTo>
                  <a:pt x="13244" y="6381"/>
                </a:lnTo>
                <a:lnTo>
                  <a:pt x="11938" y="6381"/>
                </a:lnTo>
                <a:cubicBezTo>
                  <a:pt x="10369" y="6381"/>
                  <a:pt x="9816" y="7120"/>
                  <a:pt x="9816" y="8363"/>
                </a:cubicBezTo>
                <a:lnTo>
                  <a:pt x="9816" y="9322"/>
                </a:lnTo>
                <a:lnTo>
                  <a:pt x="8837" y="9322"/>
                </a:lnTo>
                <a:lnTo>
                  <a:pt x="8837" y="10800"/>
                </a:lnTo>
                <a:lnTo>
                  <a:pt x="9816" y="10800"/>
                </a:lnTo>
                <a:lnTo>
                  <a:pt x="9816" y="15219"/>
                </a:lnTo>
                <a:lnTo>
                  <a:pt x="11774" y="15219"/>
                </a:lnTo>
                <a:lnTo>
                  <a:pt x="11774" y="10800"/>
                </a:lnTo>
                <a:lnTo>
                  <a:pt x="13081" y="10800"/>
                </a:lnTo>
                <a:lnTo>
                  <a:pt x="13254" y="9322"/>
                </a:lnTo>
                <a:lnTo>
                  <a:pt x="11774" y="9322"/>
                </a:lnTo>
                <a:cubicBezTo>
                  <a:pt x="11774" y="9322"/>
                  <a:pt x="11776" y="8468"/>
                  <a:pt x="11776" y="8468"/>
                </a:cubicBezTo>
                <a:close/>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path>
            </a:pathLst>
          </a:custGeom>
          <a:solidFill>
            <a:schemeClr val="accent2"/>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lang="de-DE" sz="1500" b="1" i="0" dirty="0">
              <a:latin typeface="Calibri" panose="020F0502020204030204" pitchFamily="34" charset="0"/>
            </a:endParaRPr>
          </a:p>
        </p:txBody>
      </p:sp>
      <p:pic>
        <p:nvPicPr>
          <p:cNvPr id="27" name="Grafik 26">
            <a:extLst>
              <a:ext uri="{FF2B5EF4-FFF2-40B4-BE49-F238E27FC236}">
                <a16:creationId xmlns:a16="http://schemas.microsoft.com/office/drawing/2014/main" id="{98255B84-09ED-4909-8047-42814949D8E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772661" y="4112317"/>
            <a:ext cx="900859" cy="900859"/>
          </a:xfrm>
          <a:prstGeom prst="rect">
            <a:avLst/>
          </a:prstGeom>
        </p:spPr>
      </p:pic>
      <p:sp>
        <p:nvSpPr>
          <p:cNvPr id="35" name="Textplatzhalter 34" hidden="1">
            <a:extLst>
              <a:ext uri="{FF2B5EF4-FFF2-40B4-BE49-F238E27FC236}">
                <a16:creationId xmlns:a16="http://schemas.microsoft.com/office/drawing/2014/main" id="{6B972B13-50F0-4658-ACCD-D9DEE6EBC087}"/>
              </a:ext>
            </a:extLst>
          </p:cNvPr>
          <p:cNvSpPr>
            <a:spLocks noGrp="1"/>
          </p:cNvSpPr>
          <p:nvPr>
            <p:ph type="body" sz="quarter" idx="14" hasCustomPrompt="1"/>
          </p:nvPr>
        </p:nvSpPr>
        <p:spPr bwMode="white">
          <a:xfrm>
            <a:off x="12193200" y="6782400"/>
            <a:ext cx="35266" cy="36000"/>
          </a:xfrm>
        </p:spPr>
        <p:txBody>
          <a:bodyPr wrap="square" anchor="t">
            <a:noAutofit/>
          </a:bodyPr>
          <a:lstStyle>
            <a:lvl1pPr marL="0" indent="0" algn="ctr">
              <a:lnSpc>
                <a:spcPct val="100000"/>
              </a:lnSpc>
              <a:spcBef>
                <a:spcPts val="0"/>
              </a:spcBef>
              <a:buFontTx/>
              <a:buNone/>
              <a:defRPr sz="1100" cap="all" baseline="0">
                <a:solidFill>
                  <a:schemeClr val="bg1">
                    <a:alpha val="0"/>
                  </a:schemeClr>
                </a:solidFill>
              </a:defRPr>
            </a:lvl1pPr>
          </a:lstStyle>
          <a:p>
            <a:pPr lvl="0"/>
            <a:r>
              <a:rPr lang="de-DE" dirty="0"/>
              <a:t>.</a:t>
            </a:r>
          </a:p>
        </p:txBody>
      </p:sp>
      <p:sp>
        <p:nvSpPr>
          <p:cNvPr id="38" name="Textplatzhalter 37">
            <a:extLst>
              <a:ext uri="{FF2B5EF4-FFF2-40B4-BE49-F238E27FC236}">
                <a16:creationId xmlns:a16="http://schemas.microsoft.com/office/drawing/2014/main" id="{571E5615-1817-4151-8ABC-3D4029DA7A78}"/>
              </a:ext>
            </a:extLst>
          </p:cNvPr>
          <p:cNvSpPr>
            <a:spLocks noGrp="1"/>
          </p:cNvSpPr>
          <p:nvPr>
            <p:ph type="body" sz="quarter" idx="15" hasCustomPrompt="1"/>
          </p:nvPr>
        </p:nvSpPr>
        <p:spPr bwMode="white">
          <a:xfrm>
            <a:off x="3443288" y="5229200"/>
            <a:ext cx="901700" cy="576262"/>
          </a:xfrm>
        </p:spPr>
        <p:txBody>
          <a:bodyPr/>
          <a:lstStyle>
            <a:lvl1pPr marL="0" indent="0" algn="ctr">
              <a:buFontTx/>
              <a:buNone/>
              <a:defRPr sz="1100" cap="all" baseline="0">
                <a:solidFill>
                  <a:schemeClr val="tx1"/>
                </a:solidFill>
              </a:defRPr>
            </a:lvl1pPr>
          </a:lstStyle>
          <a:p>
            <a:pPr lvl="0"/>
            <a:r>
              <a:rPr lang="de-DE" dirty="0"/>
              <a:t>Text hier</a:t>
            </a:r>
          </a:p>
        </p:txBody>
      </p:sp>
      <p:sp>
        <p:nvSpPr>
          <p:cNvPr id="39" name="Textplatzhalter 37">
            <a:extLst>
              <a:ext uri="{FF2B5EF4-FFF2-40B4-BE49-F238E27FC236}">
                <a16:creationId xmlns:a16="http://schemas.microsoft.com/office/drawing/2014/main" id="{41388F69-7CF0-43AE-A5F6-86148750BCE8}"/>
              </a:ext>
            </a:extLst>
          </p:cNvPr>
          <p:cNvSpPr>
            <a:spLocks noGrp="1"/>
          </p:cNvSpPr>
          <p:nvPr>
            <p:ph type="body" sz="quarter" idx="16" hasCustomPrompt="1"/>
          </p:nvPr>
        </p:nvSpPr>
        <p:spPr bwMode="white">
          <a:xfrm>
            <a:off x="4553213" y="5229200"/>
            <a:ext cx="901700" cy="576262"/>
          </a:xfrm>
        </p:spPr>
        <p:txBody>
          <a:bodyPr/>
          <a:lstStyle>
            <a:lvl1pPr marL="0" indent="0" algn="ctr">
              <a:buFontTx/>
              <a:buNone/>
              <a:defRPr sz="1100" cap="all" baseline="0">
                <a:solidFill>
                  <a:schemeClr val="tx1"/>
                </a:solidFill>
              </a:defRPr>
            </a:lvl1pPr>
          </a:lstStyle>
          <a:p>
            <a:pPr lvl="0"/>
            <a:r>
              <a:rPr lang="de-DE" dirty="0"/>
              <a:t>Text hier</a:t>
            </a:r>
          </a:p>
        </p:txBody>
      </p:sp>
      <p:sp>
        <p:nvSpPr>
          <p:cNvPr id="40" name="Textplatzhalter 37">
            <a:extLst>
              <a:ext uri="{FF2B5EF4-FFF2-40B4-BE49-F238E27FC236}">
                <a16:creationId xmlns:a16="http://schemas.microsoft.com/office/drawing/2014/main" id="{7C3D7B73-29AA-4A30-AAB1-14646A2133A2}"/>
              </a:ext>
            </a:extLst>
          </p:cNvPr>
          <p:cNvSpPr>
            <a:spLocks noGrp="1"/>
          </p:cNvSpPr>
          <p:nvPr>
            <p:ph type="body" sz="quarter" idx="17" hasCustomPrompt="1"/>
          </p:nvPr>
        </p:nvSpPr>
        <p:spPr bwMode="white">
          <a:xfrm>
            <a:off x="5645149" y="5229200"/>
            <a:ext cx="901700" cy="576262"/>
          </a:xfrm>
        </p:spPr>
        <p:txBody>
          <a:bodyPr/>
          <a:lstStyle>
            <a:lvl1pPr marL="0" indent="0" algn="ctr">
              <a:buFontTx/>
              <a:buNone/>
              <a:defRPr sz="1100" cap="all" baseline="0">
                <a:solidFill>
                  <a:schemeClr val="tx1"/>
                </a:solidFill>
              </a:defRPr>
            </a:lvl1pPr>
          </a:lstStyle>
          <a:p>
            <a:pPr lvl="0"/>
            <a:r>
              <a:rPr lang="de-DE" dirty="0"/>
              <a:t>Text hier</a:t>
            </a:r>
          </a:p>
        </p:txBody>
      </p:sp>
      <p:sp>
        <p:nvSpPr>
          <p:cNvPr id="41" name="Textplatzhalter 37">
            <a:extLst>
              <a:ext uri="{FF2B5EF4-FFF2-40B4-BE49-F238E27FC236}">
                <a16:creationId xmlns:a16="http://schemas.microsoft.com/office/drawing/2014/main" id="{FBEE3B82-1ECE-422E-9013-76270BA17D88}"/>
              </a:ext>
            </a:extLst>
          </p:cNvPr>
          <p:cNvSpPr>
            <a:spLocks noGrp="1"/>
          </p:cNvSpPr>
          <p:nvPr>
            <p:ph type="body" sz="quarter" idx="18" hasCustomPrompt="1"/>
          </p:nvPr>
        </p:nvSpPr>
        <p:spPr bwMode="white">
          <a:xfrm>
            <a:off x="6739289" y="5229200"/>
            <a:ext cx="901700" cy="576262"/>
          </a:xfrm>
        </p:spPr>
        <p:txBody>
          <a:bodyPr/>
          <a:lstStyle>
            <a:lvl1pPr marL="0" indent="0" algn="ctr">
              <a:buFontTx/>
              <a:buNone/>
              <a:defRPr sz="1100" cap="all" baseline="0">
                <a:solidFill>
                  <a:schemeClr val="tx1"/>
                </a:solidFill>
              </a:defRPr>
            </a:lvl1pPr>
          </a:lstStyle>
          <a:p>
            <a:pPr lvl="0"/>
            <a:r>
              <a:rPr lang="de-DE" dirty="0"/>
              <a:t>Text hier</a:t>
            </a:r>
          </a:p>
        </p:txBody>
      </p:sp>
      <p:sp>
        <p:nvSpPr>
          <p:cNvPr id="42" name="Textplatzhalter 37">
            <a:extLst>
              <a:ext uri="{FF2B5EF4-FFF2-40B4-BE49-F238E27FC236}">
                <a16:creationId xmlns:a16="http://schemas.microsoft.com/office/drawing/2014/main" id="{ED97CB27-482B-4133-8490-277D30AA8D9F}"/>
              </a:ext>
            </a:extLst>
          </p:cNvPr>
          <p:cNvSpPr>
            <a:spLocks noGrp="1"/>
          </p:cNvSpPr>
          <p:nvPr>
            <p:ph type="body" sz="quarter" idx="19" hasCustomPrompt="1"/>
          </p:nvPr>
        </p:nvSpPr>
        <p:spPr bwMode="white">
          <a:xfrm>
            <a:off x="7882385" y="5223211"/>
            <a:ext cx="901700" cy="576262"/>
          </a:xfrm>
        </p:spPr>
        <p:txBody>
          <a:bodyPr/>
          <a:lstStyle>
            <a:lvl1pPr marL="0" indent="0" algn="ctr">
              <a:buFontTx/>
              <a:buNone/>
              <a:defRPr sz="1100" cap="all" baseline="0">
                <a:solidFill>
                  <a:schemeClr val="tx1"/>
                </a:solidFill>
              </a:defRPr>
            </a:lvl1pPr>
          </a:lstStyle>
          <a:p>
            <a:pPr lvl="0"/>
            <a:r>
              <a:rPr lang="de-DE" dirty="0"/>
              <a:t>Text hier</a:t>
            </a:r>
          </a:p>
        </p:txBody>
      </p:sp>
      <p:grpSp>
        <p:nvGrpSpPr>
          <p:cNvPr id="29" name="Group 698">
            <a:extLst>
              <a:ext uri="{FF2B5EF4-FFF2-40B4-BE49-F238E27FC236}">
                <a16:creationId xmlns:a16="http://schemas.microsoft.com/office/drawing/2014/main" id="{E6F2EDF1-F2D0-4BF4-ADCA-B9AB5F22C499}"/>
              </a:ext>
            </a:extLst>
          </p:cNvPr>
          <p:cNvGrpSpPr>
            <a:grpSpLocks/>
          </p:cNvGrpSpPr>
          <p:nvPr/>
        </p:nvGrpSpPr>
        <p:grpSpPr bwMode="white">
          <a:xfrm>
            <a:off x="10468800" y="406800"/>
            <a:ext cx="1386000" cy="435600"/>
            <a:chOff x="561" y="2269"/>
            <a:chExt cx="4636" cy="1455"/>
          </a:xfrm>
          <a:blipFill>
            <a:blip r:embed="rId4">
              <a:extLst>
                <a:ext uri="{96DAC541-7B7A-43D3-8B79-37D633B846F1}">
                  <asvg:svgBlip xmlns:asvg="http://schemas.microsoft.com/office/drawing/2016/SVG/main" r:embed="rId5"/>
                </a:ext>
              </a:extLst>
            </a:blip>
            <a:stretch>
              <a:fillRect/>
            </a:stretch>
          </a:blipFill>
        </p:grpSpPr>
        <p:sp>
          <p:nvSpPr>
            <p:cNvPr id="31" name="AutoShape 697">
              <a:extLst>
                <a:ext uri="{FF2B5EF4-FFF2-40B4-BE49-F238E27FC236}">
                  <a16:creationId xmlns:a16="http://schemas.microsoft.com/office/drawing/2014/main" id="{D6D95EDE-E48D-4E7B-96E3-0C0658047061}"/>
                </a:ext>
              </a:extLst>
            </p:cNvPr>
            <p:cNvSpPr>
              <a:spLocks noChangeAspect="1" noChangeArrowheads="1" noTextEdit="1"/>
            </p:cNvSpPr>
            <p:nvPr/>
          </p:nvSpPr>
          <p:spPr bwMode="white">
            <a:xfrm>
              <a:off x="561" y="2271"/>
              <a:ext cx="4634" cy="145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32" name="Oval 699">
              <a:extLst>
                <a:ext uri="{FF2B5EF4-FFF2-40B4-BE49-F238E27FC236}">
                  <a16:creationId xmlns:a16="http://schemas.microsoft.com/office/drawing/2014/main" id="{343DFF8D-AD48-4D24-BFF4-D38DD0697976}"/>
                </a:ext>
              </a:extLst>
            </p:cNvPr>
            <p:cNvSpPr>
              <a:spLocks noChangeArrowheads="1"/>
            </p:cNvSpPr>
            <p:nvPr/>
          </p:nvSpPr>
          <p:spPr bwMode="white">
            <a:xfrm>
              <a:off x="561" y="2905"/>
              <a:ext cx="483" cy="48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37" name="Freeform 700">
              <a:extLst>
                <a:ext uri="{FF2B5EF4-FFF2-40B4-BE49-F238E27FC236}">
                  <a16:creationId xmlns:a16="http://schemas.microsoft.com/office/drawing/2014/main" id="{B6A64862-3E01-42B0-96A8-100633E4B608}"/>
                </a:ext>
              </a:extLst>
            </p:cNvPr>
            <p:cNvSpPr>
              <a:spLocks/>
            </p:cNvSpPr>
            <p:nvPr/>
          </p:nvSpPr>
          <p:spPr bwMode="white">
            <a:xfrm>
              <a:off x="1200" y="2269"/>
              <a:ext cx="1559" cy="1113"/>
            </a:xfrm>
            <a:custGeom>
              <a:avLst/>
              <a:gdLst>
                <a:gd name="T0" fmla="*/ 0 w 659"/>
                <a:gd name="T1" fmla="*/ 0 h 469"/>
                <a:gd name="T2" fmla="*/ 0 w 659"/>
                <a:gd name="T3" fmla="*/ 469 h 469"/>
                <a:gd name="T4" fmla="*/ 85 w 659"/>
                <a:gd name="T5" fmla="*/ 469 h 469"/>
                <a:gd name="T6" fmla="*/ 85 w 659"/>
                <a:gd name="T7" fmla="*/ 72 h 469"/>
                <a:gd name="T8" fmla="*/ 282 w 659"/>
                <a:gd name="T9" fmla="*/ 72 h 469"/>
                <a:gd name="T10" fmla="*/ 282 w 659"/>
                <a:gd name="T11" fmla="*/ 469 h 469"/>
                <a:gd name="T12" fmla="*/ 367 w 659"/>
                <a:gd name="T13" fmla="*/ 469 h 469"/>
                <a:gd name="T14" fmla="*/ 367 w 659"/>
                <a:gd name="T15" fmla="*/ 72 h 469"/>
                <a:gd name="T16" fmla="*/ 498 w 659"/>
                <a:gd name="T17" fmla="*/ 72 h 469"/>
                <a:gd name="T18" fmla="*/ 573 w 659"/>
                <a:gd name="T19" fmla="*/ 155 h 469"/>
                <a:gd name="T20" fmla="*/ 573 w 659"/>
                <a:gd name="T21" fmla="*/ 469 h 469"/>
                <a:gd name="T22" fmla="*/ 659 w 659"/>
                <a:gd name="T23" fmla="*/ 469 h 469"/>
                <a:gd name="T24" fmla="*/ 659 w 659"/>
                <a:gd name="T25" fmla="*/ 132 h 469"/>
                <a:gd name="T26" fmla="*/ 541 w 659"/>
                <a:gd name="T27" fmla="*/ 0 h 469"/>
                <a:gd name="T28" fmla="*/ 0 w 659"/>
                <a:gd name="T29"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9" h="469">
                  <a:moveTo>
                    <a:pt x="0" y="0"/>
                  </a:moveTo>
                  <a:cubicBezTo>
                    <a:pt x="0" y="469"/>
                    <a:pt x="0" y="469"/>
                    <a:pt x="0" y="469"/>
                  </a:cubicBezTo>
                  <a:cubicBezTo>
                    <a:pt x="85" y="469"/>
                    <a:pt x="85" y="469"/>
                    <a:pt x="85" y="469"/>
                  </a:cubicBezTo>
                  <a:cubicBezTo>
                    <a:pt x="85" y="72"/>
                    <a:pt x="85" y="72"/>
                    <a:pt x="85" y="72"/>
                  </a:cubicBezTo>
                  <a:cubicBezTo>
                    <a:pt x="85" y="72"/>
                    <a:pt x="218" y="72"/>
                    <a:pt x="282" y="72"/>
                  </a:cubicBezTo>
                  <a:cubicBezTo>
                    <a:pt x="282" y="469"/>
                    <a:pt x="282" y="469"/>
                    <a:pt x="282" y="469"/>
                  </a:cubicBezTo>
                  <a:cubicBezTo>
                    <a:pt x="367" y="469"/>
                    <a:pt x="367" y="469"/>
                    <a:pt x="367" y="469"/>
                  </a:cubicBezTo>
                  <a:cubicBezTo>
                    <a:pt x="367" y="72"/>
                    <a:pt x="367" y="72"/>
                    <a:pt x="367" y="72"/>
                  </a:cubicBezTo>
                  <a:cubicBezTo>
                    <a:pt x="424" y="72"/>
                    <a:pt x="472" y="72"/>
                    <a:pt x="498" y="72"/>
                  </a:cubicBezTo>
                  <a:cubicBezTo>
                    <a:pt x="542" y="72"/>
                    <a:pt x="573" y="98"/>
                    <a:pt x="573" y="155"/>
                  </a:cubicBezTo>
                  <a:cubicBezTo>
                    <a:pt x="573" y="469"/>
                    <a:pt x="573" y="469"/>
                    <a:pt x="573" y="469"/>
                  </a:cubicBezTo>
                  <a:cubicBezTo>
                    <a:pt x="659" y="469"/>
                    <a:pt x="659" y="469"/>
                    <a:pt x="659" y="469"/>
                  </a:cubicBezTo>
                  <a:cubicBezTo>
                    <a:pt x="659" y="346"/>
                    <a:pt x="659" y="239"/>
                    <a:pt x="659" y="132"/>
                  </a:cubicBezTo>
                  <a:cubicBezTo>
                    <a:pt x="659" y="68"/>
                    <a:pt x="626" y="0"/>
                    <a:pt x="541"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43" name="Freeform 701">
              <a:extLst>
                <a:ext uri="{FF2B5EF4-FFF2-40B4-BE49-F238E27FC236}">
                  <a16:creationId xmlns:a16="http://schemas.microsoft.com/office/drawing/2014/main" id="{273F9866-A99D-4F8E-B073-4104F35D1F1A}"/>
                </a:ext>
              </a:extLst>
            </p:cNvPr>
            <p:cNvSpPr>
              <a:spLocks/>
            </p:cNvSpPr>
            <p:nvPr/>
          </p:nvSpPr>
          <p:spPr bwMode="white">
            <a:xfrm>
              <a:off x="2877" y="2269"/>
              <a:ext cx="1107" cy="1113"/>
            </a:xfrm>
            <a:custGeom>
              <a:avLst/>
              <a:gdLst>
                <a:gd name="T0" fmla="*/ 121 w 468"/>
                <a:gd name="T1" fmla="*/ 0 h 469"/>
                <a:gd name="T2" fmla="*/ 0 w 468"/>
                <a:gd name="T3" fmla="*/ 130 h 469"/>
                <a:gd name="T4" fmla="*/ 115 w 468"/>
                <a:gd name="T5" fmla="*/ 266 h 469"/>
                <a:gd name="T6" fmla="*/ 319 w 468"/>
                <a:gd name="T7" fmla="*/ 266 h 469"/>
                <a:gd name="T8" fmla="*/ 381 w 468"/>
                <a:gd name="T9" fmla="*/ 335 h 469"/>
                <a:gd name="T10" fmla="*/ 320 w 468"/>
                <a:gd name="T11" fmla="*/ 398 h 469"/>
                <a:gd name="T12" fmla="*/ 8 w 468"/>
                <a:gd name="T13" fmla="*/ 398 h 469"/>
                <a:gd name="T14" fmla="*/ 8 w 468"/>
                <a:gd name="T15" fmla="*/ 469 h 469"/>
                <a:gd name="T16" fmla="*/ 356 w 468"/>
                <a:gd name="T17" fmla="*/ 469 h 469"/>
                <a:gd name="T18" fmla="*/ 468 w 468"/>
                <a:gd name="T19" fmla="*/ 336 h 469"/>
                <a:gd name="T20" fmla="*/ 362 w 468"/>
                <a:gd name="T21" fmla="*/ 194 h 469"/>
                <a:gd name="T22" fmla="*/ 142 w 468"/>
                <a:gd name="T23" fmla="*/ 194 h 469"/>
                <a:gd name="T24" fmla="*/ 86 w 468"/>
                <a:gd name="T25" fmla="*/ 132 h 469"/>
                <a:gd name="T26" fmla="*/ 151 w 468"/>
                <a:gd name="T27" fmla="*/ 72 h 469"/>
                <a:gd name="T28" fmla="*/ 452 w 468"/>
                <a:gd name="T29" fmla="*/ 72 h 469"/>
                <a:gd name="T30" fmla="*/ 452 w 468"/>
                <a:gd name="T31" fmla="*/ 0 h 469"/>
                <a:gd name="T32" fmla="*/ 121 w 468"/>
                <a:gd name="T33"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8" h="469">
                  <a:moveTo>
                    <a:pt x="121" y="0"/>
                  </a:moveTo>
                  <a:cubicBezTo>
                    <a:pt x="28" y="0"/>
                    <a:pt x="0" y="62"/>
                    <a:pt x="0" y="130"/>
                  </a:cubicBezTo>
                  <a:cubicBezTo>
                    <a:pt x="0" y="204"/>
                    <a:pt x="31" y="266"/>
                    <a:pt x="115" y="266"/>
                  </a:cubicBezTo>
                  <a:cubicBezTo>
                    <a:pt x="191" y="266"/>
                    <a:pt x="262" y="266"/>
                    <a:pt x="319" y="266"/>
                  </a:cubicBezTo>
                  <a:cubicBezTo>
                    <a:pt x="381" y="266"/>
                    <a:pt x="381" y="314"/>
                    <a:pt x="381" y="335"/>
                  </a:cubicBezTo>
                  <a:cubicBezTo>
                    <a:pt x="381" y="356"/>
                    <a:pt x="381" y="398"/>
                    <a:pt x="320" y="398"/>
                  </a:cubicBezTo>
                  <a:cubicBezTo>
                    <a:pt x="272" y="398"/>
                    <a:pt x="8" y="398"/>
                    <a:pt x="8" y="398"/>
                  </a:cubicBezTo>
                  <a:cubicBezTo>
                    <a:pt x="8" y="398"/>
                    <a:pt x="8" y="449"/>
                    <a:pt x="8" y="469"/>
                  </a:cubicBezTo>
                  <a:cubicBezTo>
                    <a:pt x="356" y="469"/>
                    <a:pt x="356" y="469"/>
                    <a:pt x="356" y="469"/>
                  </a:cubicBezTo>
                  <a:cubicBezTo>
                    <a:pt x="443" y="469"/>
                    <a:pt x="468" y="418"/>
                    <a:pt x="468" y="336"/>
                  </a:cubicBezTo>
                  <a:cubicBezTo>
                    <a:pt x="468" y="238"/>
                    <a:pt x="436" y="194"/>
                    <a:pt x="362" y="194"/>
                  </a:cubicBezTo>
                  <a:cubicBezTo>
                    <a:pt x="274" y="194"/>
                    <a:pt x="213" y="194"/>
                    <a:pt x="142" y="194"/>
                  </a:cubicBezTo>
                  <a:cubicBezTo>
                    <a:pt x="86" y="194"/>
                    <a:pt x="86" y="157"/>
                    <a:pt x="86" y="132"/>
                  </a:cubicBezTo>
                  <a:cubicBezTo>
                    <a:pt x="86" y="112"/>
                    <a:pt x="92" y="72"/>
                    <a:pt x="151" y="72"/>
                  </a:cubicBezTo>
                  <a:cubicBezTo>
                    <a:pt x="214" y="72"/>
                    <a:pt x="452" y="72"/>
                    <a:pt x="452" y="72"/>
                  </a:cubicBezTo>
                  <a:cubicBezTo>
                    <a:pt x="452" y="43"/>
                    <a:pt x="452" y="27"/>
                    <a:pt x="452" y="0"/>
                  </a:cubicBezTo>
                  <a:cubicBezTo>
                    <a:pt x="121" y="0"/>
                    <a:pt x="121" y="0"/>
                    <a:pt x="1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44" name="Freeform 702">
              <a:extLst>
                <a:ext uri="{FF2B5EF4-FFF2-40B4-BE49-F238E27FC236}">
                  <a16:creationId xmlns:a16="http://schemas.microsoft.com/office/drawing/2014/main" id="{F06B1A1D-35CE-45D2-8DBF-710399C2D688}"/>
                </a:ext>
              </a:extLst>
            </p:cNvPr>
            <p:cNvSpPr>
              <a:spLocks noEditPoints="1"/>
            </p:cNvSpPr>
            <p:nvPr/>
          </p:nvSpPr>
          <p:spPr bwMode="white">
            <a:xfrm>
              <a:off x="4107" y="2269"/>
              <a:ext cx="1090" cy="1455"/>
            </a:xfrm>
            <a:custGeom>
              <a:avLst/>
              <a:gdLst>
                <a:gd name="T0" fmla="*/ 170 w 461"/>
                <a:gd name="T1" fmla="*/ 0 h 613"/>
                <a:gd name="T2" fmla="*/ 44 w 461"/>
                <a:gd name="T3" fmla="*/ 29 h 613"/>
                <a:gd name="T4" fmla="*/ 0 w 461"/>
                <a:gd name="T5" fmla="*/ 149 h 613"/>
                <a:gd name="T6" fmla="*/ 0 w 461"/>
                <a:gd name="T7" fmla="*/ 233 h 613"/>
                <a:gd name="T8" fmla="*/ 0 w 461"/>
                <a:gd name="T9" fmla="*/ 318 h 613"/>
                <a:gd name="T10" fmla="*/ 47 w 461"/>
                <a:gd name="T11" fmla="*/ 445 h 613"/>
                <a:gd name="T12" fmla="*/ 170 w 461"/>
                <a:gd name="T13" fmla="*/ 469 h 613"/>
                <a:gd name="T14" fmla="*/ 376 w 461"/>
                <a:gd name="T15" fmla="*/ 469 h 613"/>
                <a:gd name="T16" fmla="*/ 376 w 461"/>
                <a:gd name="T17" fmla="*/ 487 h 613"/>
                <a:gd name="T18" fmla="*/ 328 w 461"/>
                <a:gd name="T19" fmla="*/ 538 h 613"/>
                <a:gd name="T20" fmla="*/ 61 w 461"/>
                <a:gd name="T21" fmla="*/ 538 h 613"/>
                <a:gd name="T22" fmla="*/ 61 w 461"/>
                <a:gd name="T23" fmla="*/ 613 h 613"/>
                <a:gd name="T24" fmla="*/ 356 w 461"/>
                <a:gd name="T25" fmla="*/ 613 h 613"/>
                <a:gd name="T26" fmla="*/ 461 w 461"/>
                <a:gd name="T27" fmla="*/ 511 h 613"/>
                <a:gd name="T28" fmla="*/ 461 w 461"/>
                <a:gd name="T29" fmla="*/ 0 h 613"/>
                <a:gd name="T30" fmla="*/ 170 w 461"/>
                <a:gd name="T31" fmla="*/ 0 h 613"/>
                <a:gd name="T32" fmla="*/ 376 w 461"/>
                <a:gd name="T33" fmla="*/ 398 h 613"/>
                <a:gd name="T34" fmla="*/ 196 w 461"/>
                <a:gd name="T35" fmla="*/ 398 h 613"/>
                <a:gd name="T36" fmla="*/ 88 w 461"/>
                <a:gd name="T37" fmla="*/ 333 h 613"/>
                <a:gd name="T38" fmla="*/ 88 w 461"/>
                <a:gd name="T39" fmla="*/ 231 h 613"/>
                <a:gd name="T40" fmla="*/ 88 w 461"/>
                <a:gd name="T41" fmla="*/ 148 h 613"/>
                <a:gd name="T42" fmla="*/ 200 w 461"/>
                <a:gd name="T43" fmla="*/ 72 h 613"/>
                <a:gd name="T44" fmla="*/ 376 w 461"/>
                <a:gd name="T45" fmla="*/ 72 h 613"/>
                <a:gd name="T46" fmla="*/ 376 w 461"/>
                <a:gd name="T47" fmla="*/ 398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1" h="613">
                  <a:moveTo>
                    <a:pt x="170" y="0"/>
                  </a:moveTo>
                  <a:cubicBezTo>
                    <a:pt x="94" y="0"/>
                    <a:pt x="65" y="12"/>
                    <a:pt x="44" y="29"/>
                  </a:cubicBezTo>
                  <a:cubicBezTo>
                    <a:pt x="22" y="47"/>
                    <a:pt x="1" y="70"/>
                    <a:pt x="0" y="149"/>
                  </a:cubicBezTo>
                  <a:cubicBezTo>
                    <a:pt x="0" y="233"/>
                    <a:pt x="0" y="233"/>
                    <a:pt x="0" y="233"/>
                  </a:cubicBezTo>
                  <a:cubicBezTo>
                    <a:pt x="0" y="318"/>
                    <a:pt x="0" y="318"/>
                    <a:pt x="0" y="318"/>
                  </a:cubicBezTo>
                  <a:cubicBezTo>
                    <a:pt x="0" y="402"/>
                    <a:pt x="23" y="425"/>
                    <a:pt x="47" y="445"/>
                  </a:cubicBezTo>
                  <a:cubicBezTo>
                    <a:pt x="63" y="456"/>
                    <a:pt x="89" y="469"/>
                    <a:pt x="170" y="469"/>
                  </a:cubicBezTo>
                  <a:cubicBezTo>
                    <a:pt x="376" y="469"/>
                    <a:pt x="376" y="469"/>
                    <a:pt x="376" y="469"/>
                  </a:cubicBezTo>
                  <a:cubicBezTo>
                    <a:pt x="376" y="469"/>
                    <a:pt x="376" y="484"/>
                    <a:pt x="376" y="487"/>
                  </a:cubicBezTo>
                  <a:cubicBezTo>
                    <a:pt x="376" y="523"/>
                    <a:pt x="369" y="538"/>
                    <a:pt x="328" y="538"/>
                  </a:cubicBezTo>
                  <a:cubicBezTo>
                    <a:pt x="61" y="538"/>
                    <a:pt x="61" y="538"/>
                    <a:pt x="61" y="538"/>
                  </a:cubicBezTo>
                  <a:cubicBezTo>
                    <a:pt x="61" y="613"/>
                    <a:pt x="61" y="613"/>
                    <a:pt x="61" y="613"/>
                  </a:cubicBezTo>
                  <a:cubicBezTo>
                    <a:pt x="356" y="613"/>
                    <a:pt x="356" y="613"/>
                    <a:pt x="356" y="613"/>
                  </a:cubicBezTo>
                  <a:cubicBezTo>
                    <a:pt x="435" y="613"/>
                    <a:pt x="461" y="578"/>
                    <a:pt x="461" y="511"/>
                  </a:cubicBezTo>
                  <a:cubicBezTo>
                    <a:pt x="461" y="0"/>
                    <a:pt x="461" y="0"/>
                    <a:pt x="461" y="0"/>
                  </a:cubicBezTo>
                  <a:lnTo>
                    <a:pt x="170" y="0"/>
                  </a:lnTo>
                  <a:close/>
                  <a:moveTo>
                    <a:pt x="376" y="398"/>
                  </a:moveTo>
                  <a:cubicBezTo>
                    <a:pt x="196" y="398"/>
                    <a:pt x="196" y="398"/>
                    <a:pt x="196" y="398"/>
                  </a:cubicBezTo>
                  <a:cubicBezTo>
                    <a:pt x="143" y="398"/>
                    <a:pt x="89" y="402"/>
                    <a:pt x="88" y="333"/>
                  </a:cubicBezTo>
                  <a:cubicBezTo>
                    <a:pt x="88" y="330"/>
                    <a:pt x="88" y="305"/>
                    <a:pt x="88" y="231"/>
                  </a:cubicBezTo>
                  <a:cubicBezTo>
                    <a:pt x="88" y="169"/>
                    <a:pt x="87" y="154"/>
                    <a:pt x="88" y="148"/>
                  </a:cubicBezTo>
                  <a:cubicBezTo>
                    <a:pt x="91" y="90"/>
                    <a:pt x="112" y="70"/>
                    <a:pt x="200" y="72"/>
                  </a:cubicBezTo>
                  <a:cubicBezTo>
                    <a:pt x="205" y="72"/>
                    <a:pt x="376" y="72"/>
                    <a:pt x="376" y="72"/>
                  </a:cubicBezTo>
                  <a:lnTo>
                    <a:pt x="376" y="3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grpSp>
      <p:sp>
        <p:nvSpPr>
          <p:cNvPr id="45" name="Textfeld 44">
            <a:extLst>
              <a:ext uri="{FF2B5EF4-FFF2-40B4-BE49-F238E27FC236}">
                <a16:creationId xmlns:a16="http://schemas.microsoft.com/office/drawing/2014/main" id="{81BD0C12-83AB-4FB1-89C2-5E6D57E56076}"/>
              </a:ext>
            </a:extLst>
          </p:cNvPr>
          <p:cNvSpPr txBox="1"/>
          <p:nvPr/>
        </p:nvSpPr>
        <p:spPr>
          <a:xfrm>
            <a:off x="2554158" y="2287161"/>
            <a:ext cx="7085273" cy="1415196"/>
          </a:xfrm>
          <a:prstGeom prst="rect">
            <a:avLst/>
          </a:prstGeom>
        </p:spPr>
        <p:txBody>
          <a:bodyPr vert="horz" wrap="none" lIns="0" tIns="0" rIns="0" bIns="0" rtlCol="0">
            <a:spAutoFit/>
          </a:bodyPr>
          <a:lstStyle/>
          <a:p>
            <a:pPr lvl="0" algn="ctr"/>
            <a:r>
              <a:rPr lang="en-US" sz="8800" cap="all" baseline="0" noProof="0">
                <a:solidFill>
                  <a:schemeClr val="accent1"/>
                </a:solidFill>
              </a:rPr>
              <a:t>Let's connect</a:t>
            </a:r>
          </a:p>
        </p:txBody>
      </p:sp>
    </p:spTree>
    <p:extLst>
      <p:ext uri="{BB962C8B-B14F-4D97-AF65-F5344CB8AC3E}">
        <p14:creationId xmlns:p14="http://schemas.microsoft.com/office/powerpoint/2010/main" val="389749758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Ohne Inhalt, 3 Bild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38AA580-53CF-2048-B79B-6D6A664DBCF6}"/>
              </a:ext>
            </a:extLst>
          </p:cNvPr>
          <p:cNvSpPr>
            <a:spLocks noGrp="1"/>
          </p:cNvSpPr>
          <p:nvPr>
            <p:ph type="title"/>
          </p:nvPr>
        </p:nvSpPr>
        <p:spPr/>
        <p:txBody>
          <a:bodyPr/>
          <a:lstStyle/>
          <a:p>
            <a:r>
              <a:rPr lang="de-DE"/>
              <a:t>Mastertitelformat bearbeiten</a:t>
            </a:r>
          </a:p>
        </p:txBody>
      </p:sp>
      <p:sp>
        <p:nvSpPr>
          <p:cNvPr id="3" name="Fußzeilenplatzhalter 2">
            <a:extLst>
              <a:ext uri="{FF2B5EF4-FFF2-40B4-BE49-F238E27FC236}">
                <a16:creationId xmlns:a16="http://schemas.microsoft.com/office/drawing/2014/main" id="{5F9DE54A-CE68-F24A-8D36-D6F3BB275DA7}"/>
              </a:ext>
            </a:extLst>
          </p:cNvPr>
          <p:cNvSpPr>
            <a:spLocks noGrp="1"/>
          </p:cNvSpPr>
          <p:nvPr>
            <p:ph type="ftr" sz="quarter" idx="10"/>
          </p:nvPr>
        </p:nvSpPr>
        <p:spPr/>
        <p:txBody>
          <a:bodyPr/>
          <a:lstStyle/>
          <a:p>
            <a:r>
              <a:rPr lang="de-DE"/>
              <a:t>© msg systems ag | 2021 | Präsentationstitel</a:t>
            </a:r>
            <a:endParaRPr lang="de-DE" dirty="0"/>
          </a:p>
        </p:txBody>
      </p:sp>
      <p:sp>
        <p:nvSpPr>
          <p:cNvPr id="4" name="Foliennummernplatzhalter 3">
            <a:extLst>
              <a:ext uri="{FF2B5EF4-FFF2-40B4-BE49-F238E27FC236}">
                <a16:creationId xmlns:a16="http://schemas.microsoft.com/office/drawing/2014/main" id="{1A145249-6BA0-9D44-8722-964EC2F7DAFA}"/>
              </a:ext>
            </a:extLst>
          </p:cNvPr>
          <p:cNvSpPr>
            <a:spLocks noGrp="1"/>
          </p:cNvSpPr>
          <p:nvPr>
            <p:ph type="sldNum" sz="quarter" idx="11"/>
          </p:nvPr>
        </p:nvSpPr>
        <p:spPr/>
        <p:txBody>
          <a:bodyPr/>
          <a:lstStyle/>
          <a:p>
            <a:fld id="{B27B0579-4238-4E44-9A9E-134B676F827C}" type="slidenum">
              <a:rPr lang="de-DE" smtClean="0"/>
              <a:pPr/>
              <a:t>‹Nr.›</a:t>
            </a:fld>
            <a:endParaRPr lang="de-DE" dirty="0"/>
          </a:p>
        </p:txBody>
      </p:sp>
      <p:sp>
        <p:nvSpPr>
          <p:cNvPr id="6" name="Inhaltsplatzhalter 5">
            <a:extLst>
              <a:ext uri="{FF2B5EF4-FFF2-40B4-BE49-F238E27FC236}">
                <a16:creationId xmlns:a16="http://schemas.microsoft.com/office/drawing/2014/main" id="{CD547D4A-AB5E-914E-8B68-FA372224803E}"/>
              </a:ext>
            </a:extLst>
          </p:cNvPr>
          <p:cNvSpPr>
            <a:spLocks noGrp="1"/>
          </p:cNvSpPr>
          <p:nvPr>
            <p:ph sz="quarter" idx="12"/>
          </p:nvPr>
        </p:nvSpPr>
        <p:spPr>
          <a:xfrm>
            <a:off x="841375" y="1994440"/>
            <a:ext cx="2373852" cy="2110632"/>
          </a:xfrm>
        </p:spPr>
        <p:txBody>
          <a:bodyPr/>
          <a:lstStyle/>
          <a:p>
            <a:pPr lvl="0"/>
            <a:endParaRPr lang="de-DE" dirty="0"/>
          </a:p>
        </p:txBody>
      </p:sp>
      <p:sp>
        <p:nvSpPr>
          <p:cNvPr id="7" name="Inhaltsplatzhalter 5">
            <a:extLst>
              <a:ext uri="{FF2B5EF4-FFF2-40B4-BE49-F238E27FC236}">
                <a16:creationId xmlns:a16="http://schemas.microsoft.com/office/drawing/2014/main" id="{9B5DEDE3-FC69-7E4F-A0A9-A87C615F8C1C}"/>
              </a:ext>
            </a:extLst>
          </p:cNvPr>
          <p:cNvSpPr>
            <a:spLocks noGrp="1"/>
          </p:cNvSpPr>
          <p:nvPr>
            <p:ph sz="quarter" idx="13"/>
          </p:nvPr>
        </p:nvSpPr>
        <p:spPr>
          <a:xfrm>
            <a:off x="3827766" y="1994440"/>
            <a:ext cx="2373852" cy="2110632"/>
          </a:xfrm>
        </p:spPr>
        <p:txBody>
          <a:bodyPr/>
          <a:lstStyle/>
          <a:p>
            <a:pPr lvl="0"/>
            <a:endParaRPr lang="de-DE" dirty="0"/>
          </a:p>
        </p:txBody>
      </p:sp>
      <p:sp>
        <p:nvSpPr>
          <p:cNvPr id="8" name="Inhaltsplatzhalter 5">
            <a:extLst>
              <a:ext uri="{FF2B5EF4-FFF2-40B4-BE49-F238E27FC236}">
                <a16:creationId xmlns:a16="http://schemas.microsoft.com/office/drawing/2014/main" id="{2FD33D8C-AE9C-4E4D-896F-F724C4AA678F}"/>
              </a:ext>
            </a:extLst>
          </p:cNvPr>
          <p:cNvSpPr>
            <a:spLocks noGrp="1"/>
          </p:cNvSpPr>
          <p:nvPr>
            <p:ph sz="quarter" idx="14"/>
          </p:nvPr>
        </p:nvSpPr>
        <p:spPr>
          <a:xfrm>
            <a:off x="6843341" y="1994440"/>
            <a:ext cx="2373852" cy="2110632"/>
          </a:xfrm>
        </p:spPr>
        <p:txBody>
          <a:bodyPr/>
          <a:lstStyle/>
          <a:p>
            <a:pPr lvl="0"/>
            <a:endParaRPr lang="de-DE" dirty="0"/>
          </a:p>
        </p:txBody>
      </p:sp>
      <p:sp>
        <p:nvSpPr>
          <p:cNvPr id="9" name="Inhaltsplatzhalter 5">
            <a:extLst>
              <a:ext uri="{FF2B5EF4-FFF2-40B4-BE49-F238E27FC236}">
                <a16:creationId xmlns:a16="http://schemas.microsoft.com/office/drawing/2014/main" id="{0FE14A9D-9342-F646-B68D-4767A2412F2C}"/>
              </a:ext>
            </a:extLst>
          </p:cNvPr>
          <p:cNvSpPr>
            <a:spLocks noGrp="1"/>
          </p:cNvSpPr>
          <p:nvPr>
            <p:ph sz="quarter" idx="15"/>
          </p:nvPr>
        </p:nvSpPr>
        <p:spPr>
          <a:xfrm>
            <a:off x="841375" y="4225576"/>
            <a:ext cx="2373852" cy="2110632"/>
          </a:xfrm>
        </p:spPr>
        <p:txBody>
          <a:bodyPr/>
          <a:lstStyle/>
          <a:p>
            <a:pPr lvl="0"/>
            <a:endParaRPr lang="de-DE" dirty="0"/>
          </a:p>
        </p:txBody>
      </p:sp>
      <p:sp>
        <p:nvSpPr>
          <p:cNvPr id="10" name="Inhaltsplatzhalter 5">
            <a:extLst>
              <a:ext uri="{FF2B5EF4-FFF2-40B4-BE49-F238E27FC236}">
                <a16:creationId xmlns:a16="http://schemas.microsoft.com/office/drawing/2014/main" id="{6EEA53E2-0B31-7A42-A36F-9E2BDB4DCE63}"/>
              </a:ext>
            </a:extLst>
          </p:cNvPr>
          <p:cNvSpPr>
            <a:spLocks noGrp="1"/>
          </p:cNvSpPr>
          <p:nvPr>
            <p:ph sz="quarter" idx="16"/>
          </p:nvPr>
        </p:nvSpPr>
        <p:spPr>
          <a:xfrm>
            <a:off x="3827766" y="4225576"/>
            <a:ext cx="2373852" cy="2110632"/>
          </a:xfrm>
        </p:spPr>
        <p:txBody>
          <a:bodyPr/>
          <a:lstStyle/>
          <a:p>
            <a:pPr lvl="0"/>
            <a:endParaRPr lang="de-DE" dirty="0"/>
          </a:p>
        </p:txBody>
      </p:sp>
      <p:sp>
        <p:nvSpPr>
          <p:cNvPr id="11" name="Inhaltsplatzhalter 5">
            <a:extLst>
              <a:ext uri="{FF2B5EF4-FFF2-40B4-BE49-F238E27FC236}">
                <a16:creationId xmlns:a16="http://schemas.microsoft.com/office/drawing/2014/main" id="{5FC93BFA-9445-2D43-83D4-7DECCC499A91}"/>
              </a:ext>
            </a:extLst>
          </p:cNvPr>
          <p:cNvSpPr>
            <a:spLocks noGrp="1"/>
          </p:cNvSpPr>
          <p:nvPr>
            <p:ph sz="quarter" idx="17"/>
          </p:nvPr>
        </p:nvSpPr>
        <p:spPr>
          <a:xfrm>
            <a:off x="6843341" y="4225576"/>
            <a:ext cx="2373852" cy="2110632"/>
          </a:xfrm>
        </p:spPr>
        <p:txBody>
          <a:bodyPr/>
          <a:lstStyle/>
          <a:p>
            <a:pPr lvl="0"/>
            <a:endParaRPr lang="de-DE" dirty="0"/>
          </a:p>
        </p:txBody>
      </p:sp>
    </p:spTree>
    <p:extLst>
      <p:ext uri="{BB962C8B-B14F-4D97-AF65-F5344CB8AC3E}">
        <p14:creationId xmlns:p14="http://schemas.microsoft.com/office/powerpoint/2010/main" val="31613637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elfolie">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B762123-A025-4D74-4EAD-B98BCC05F347}"/>
              </a:ext>
            </a:extLst>
          </p:cNvPr>
          <p:cNvGraphicFramePr>
            <a:graphicFrameLocks noChangeAspect="1"/>
          </p:cNvGraphicFramePr>
          <p:nvPr userDrawn="1">
            <p:custDataLst>
              <p:tags r:id="rId1"/>
            </p:custDataLst>
            <p:extLst>
              <p:ext uri="{D42A27DB-BD31-4B8C-83A1-F6EECF244321}">
                <p14:modId xmlns:p14="http://schemas.microsoft.com/office/powerpoint/2010/main" val="227552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8" name="think-cell data - do not delete" hidden="1">
                        <a:extLst>
                          <a:ext uri="{FF2B5EF4-FFF2-40B4-BE49-F238E27FC236}">
                            <a16:creationId xmlns:a16="http://schemas.microsoft.com/office/drawing/2014/main" id="{3B762123-A025-4D74-4EAD-B98BCC05F34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AC57AD32-B33F-D71D-71C0-1BF11E3C22E4}"/>
              </a:ext>
            </a:extLst>
          </p:cNvPr>
          <p:cNvSpPr>
            <a:spLocks noGrp="1"/>
          </p:cNvSpPr>
          <p:nvPr>
            <p:ph type="ctrTitle"/>
          </p:nvPr>
        </p:nvSpPr>
        <p:spPr bwMode="gray">
          <a:xfrm>
            <a:off x="5161920" y="1773239"/>
            <a:ext cx="6695118" cy="1354217"/>
          </a:xfrm>
        </p:spPr>
        <p:txBody>
          <a:bodyPr vert="horz" wrap="square" anchor="b">
            <a:noAutofit/>
          </a:bodyPr>
          <a:lstStyle>
            <a:lvl1pPr algn="l" rtl="0">
              <a:defRPr sz="4400">
                <a:solidFill>
                  <a:schemeClr val="accent1"/>
                </a:solidFill>
              </a:defRPr>
            </a:lvl1pPr>
          </a:lstStyle>
          <a:p>
            <a:r>
              <a:rPr lang="de-DE"/>
              <a:t>Mastertitelformat bearbeiten</a:t>
            </a:r>
            <a:endParaRPr lang="de-DE" dirty="0"/>
          </a:p>
        </p:txBody>
      </p:sp>
      <p:sp>
        <p:nvSpPr>
          <p:cNvPr id="28" name="Textplatzhalter 27">
            <a:extLst>
              <a:ext uri="{FF2B5EF4-FFF2-40B4-BE49-F238E27FC236}">
                <a16:creationId xmlns:a16="http://schemas.microsoft.com/office/drawing/2014/main" id="{3426A492-33E3-F15D-C5C7-0F00867414D9}"/>
              </a:ext>
            </a:extLst>
          </p:cNvPr>
          <p:cNvSpPr>
            <a:spLocks noGrp="1"/>
          </p:cNvSpPr>
          <p:nvPr>
            <p:ph type="body" sz="quarter" idx="10" hasCustomPrompt="1"/>
          </p:nvPr>
        </p:nvSpPr>
        <p:spPr bwMode="gray">
          <a:xfrm>
            <a:off x="5161919" y="3270995"/>
            <a:ext cx="6695122" cy="369332"/>
          </a:xfrm>
          <a:noFill/>
        </p:spPr>
        <p:txBody>
          <a:bodyPr wrap="square" lIns="0" tIns="0" rIns="0" bIns="0" anchor="t">
            <a:noAutofit/>
          </a:bodyPr>
          <a:lstStyle>
            <a:lvl1pPr rtl="0">
              <a:defRPr sz="2400" b="0">
                <a:solidFill>
                  <a:schemeClr val="tx1"/>
                </a:solidFill>
              </a:defRPr>
            </a:lvl1pPr>
          </a:lstStyle>
          <a:p>
            <a:pPr lvl="0"/>
            <a:r>
              <a:rPr lang="de-DE" dirty="0" err="1"/>
              <a:t>Subtitle</a:t>
            </a:r>
            <a:r>
              <a:rPr lang="de-DE" dirty="0"/>
              <a:t> einfügen</a:t>
            </a:r>
          </a:p>
        </p:txBody>
      </p:sp>
      <p:sp>
        <p:nvSpPr>
          <p:cNvPr id="115" name="Bildplatzhalter 114" descr="Bild füllt 1/3 der Folie aus, rechts Titel und Untertitel, Bild ist änderbar.">
            <a:extLst>
              <a:ext uri="{FF2B5EF4-FFF2-40B4-BE49-F238E27FC236}">
                <a16:creationId xmlns:a16="http://schemas.microsoft.com/office/drawing/2014/main" id="{EC806E61-62AD-15C1-A1F0-CD9432EC1249}"/>
              </a:ext>
              <a:ext uri="{C183D7F6-B498-43B3-948B-1728B52AA6E4}">
                <adec:decorative xmlns:adec="http://schemas.microsoft.com/office/drawing/2017/decorative" val="0"/>
              </a:ext>
            </a:extLst>
          </p:cNvPr>
          <p:cNvSpPr>
            <a:spLocks noGrp="1"/>
          </p:cNvSpPr>
          <p:nvPr>
            <p:ph type="pic" sz="quarter" idx="11"/>
          </p:nvPr>
        </p:nvSpPr>
        <p:spPr bwMode="gray">
          <a:xfrm>
            <a:off x="1" y="0"/>
            <a:ext cx="4730111" cy="6858000"/>
          </a:xfrm>
          <a:custGeom>
            <a:avLst/>
            <a:gdLst>
              <a:gd name="connsiteX0" fmla="*/ 4729203 w 4730111"/>
              <a:gd name="connsiteY0" fmla="*/ 2672511 h 6858000"/>
              <a:gd name="connsiteX1" fmla="*/ 4730111 w 4730111"/>
              <a:gd name="connsiteY1" fmla="*/ 2672557 h 6858000"/>
              <a:gd name="connsiteX2" fmla="*/ 4730111 w 4730111"/>
              <a:gd name="connsiteY2" fmla="*/ 5415665 h 6858000"/>
              <a:gd name="connsiteX3" fmla="*/ 4729203 w 4730111"/>
              <a:gd name="connsiteY3" fmla="*/ 5415711 h 6858000"/>
              <a:gd name="connsiteX4" fmla="*/ 3357603 w 4730111"/>
              <a:gd name="connsiteY4" fmla="*/ 4044111 h 6858000"/>
              <a:gd name="connsiteX5" fmla="*/ 4729203 w 4730111"/>
              <a:gd name="connsiteY5" fmla="*/ 2672511 h 6858000"/>
              <a:gd name="connsiteX6" fmla="*/ 0 w 4730111"/>
              <a:gd name="connsiteY6" fmla="*/ 0 h 6858000"/>
              <a:gd name="connsiteX7" fmla="*/ 4730111 w 4730111"/>
              <a:gd name="connsiteY7" fmla="*/ 0 h 6858000"/>
              <a:gd name="connsiteX8" fmla="*/ 4730111 w 4730111"/>
              <a:gd name="connsiteY8" fmla="*/ 2595445 h 6858000"/>
              <a:gd name="connsiteX9" fmla="*/ 4729203 w 4730111"/>
              <a:gd name="connsiteY9" fmla="*/ 2595399 h 6858000"/>
              <a:gd name="connsiteX10" fmla="*/ 3280491 w 4730111"/>
              <a:gd name="connsiteY10" fmla="*/ 4044111 h 6858000"/>
              <a:gd name="connsiteX11" fmla="*/ 4729203 w 4730111"/>
              <a:gd name="connsiteY11" fmla="*/ 5492823 h 6858000"/>
              <a:gd name="connsiteX12" fmla="*/ 4730111 w 4730111"/>
              <a:gd name="connsiteY12" fmla="*/ 5492777 h 6858000"/>
              <a:gd name="connsiteX13" fmla="*/ 4730111 w 4730111"/>
              <a:gd name="connsiteY13" fmla="*/ 6858000 h 6858000"/>
              <a:gd name="connsiteX14" fmla="*/ 0 w 4730111"/>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730111" h="6858000">
                <a:moveTo>
                  <a:pt x="4729203" y="2672511"/>
                </a:moveTo>
                <a:lnTo>
                  <a:pt x="4730111" y="2672557"/>
                </a:lnTo>
                <a:lnTo>
                  <a:pt x="4730111" y="5415665"/>
                </a:lnTo>
                <a:lnTo>
                  <a:pt x="4729203" y="5415711"/>
                </a:lnTo>
                <a:cubicBezTo>
                  <a:pt x="3971689" y="5415711"/>
                  <a:pt x="3357603" y="4801625"/>
                  <a:pt x="3357603" y="4044111"/>
                </a:cubicBezTo>
                <a:cubicBezTo>
                  <a:pt x="3357603" y="3286597"/>
                  <a:pt x="3971689" y="2672511"/>
                  <a:pt x="4729203" y="2672511"/>
                </a:cubicBezTo>
                <a:close/>
                <a:moveTo>
                  <a:pt x="0" y="0"/>
                </a:moveTo>
                <a:lnTo>
                  <a:pt x="4730111" y="0"/>
                </a:lnTo>
                <a:lnTo>
                  <a:pt x="4730111" y="2595445"/>
                </a:lnTo>
                <a:lnTo>
                  <a:pt x="4729203" y="2595399"/>
                </a:lnTo>
                <a:cubicBezTo>
                  <a:pt x="3929101" y="2595399"/>
                  <a:pt x="3280491" y="3244009"/>
                  <a:pt x="3280491" y="4044111"/>
                </a:cubicBezTo>
                <a:cubicBezTo>
                  <a:pt x="3280491" y="4844213"/>
                  <a:pt x="3929101" y="5492823"/>
                  <a:pt x="4729203" y="5492823"/>
                </a:cubicBezTo>
                <a:lnTo>
                  <a:pt x="4730111" y="5492777"/>
                </a:lnTo>
                <a:lnTo>
                  <a:pt x="4730111" y="6858000"/>
                </a:lnTo>
                <a:lnTo>
                  <a:pt x="0" y="6858000"/>
                </a:lnTo>
                <a:close/>
              </a:path>
            </a:pathLst>
          </a:custGeom>
          <a:solidFill>
            <a:schemeClr val="bg2"/>
          </a:solidFill>
        </p:spPr>
        <p:txBody>
          <a:bodyPr wrap="square">
            <a:noAutofit/>
          </a:bodyPr>
          <a:lstStyle/>
          <a:p>
            <a:r>
              <a:rPr lang="de-DE"/>
              <a:t>Bild durch Klicken auf Symbol hinzufügen</a:t>
            </a:r>
            <a:endParaRPr lang="de-DE" dirty="0"/>
          </a:p>
        </p:txBody>
      </p:sp>
      <p:grpSp>
        <p:nvGrpSpPr>
          <p:cNvPr id="53" name="Gruppieren 52">
            <a:extLst>
              <a:ext uri="{FF2B5EF4-FFF2-40B4-BE49-F238E27FC236}">
                <a16:creationId xmlns:a16="http://schemas.microsoft.com/office/drawing/2014/main" id="{85C1E315-C0D4-8B7B-87F8-FE0E3BE95C3A}"/>
              </a:ext>
              <a:ext uri="{C183D7F6-B498-43B3-948B-1728B52AA6E4}">
                <adec:decorative xmlns:adec="http://schemas.microsoft.com/office/drawing/2017/decorative" val="1"/>
              </a:ext>
            </a:extLst>
          </p:cNvPr>
          <p:cNvGrpSpPr>
            <a:grpSpLocks/>
          </p:cNvGrpSpPr>
          <p:nvPr userDrawn="1"/>
        </p:nvGrpSpPr>
        <p:grpSpPr bwMode="gray">
          <a:xfrm>
            <a:off x="623888" y="-254000"/>
            <a:ext cx="11233150" cy="144000"/>
            <a:chOff x="623888" y="0"/>
            <a:chExt cx="11233150" cy="6858000"/>
          </a:xfrm>
        </p:grpSpPr>
        <p:cxnSp>
          <p:nvCxnSpPr>
            <p:cNvPr id="54" name="Gerader Verbinder 53">
              <a:extLst>
                <a:ext uri="{FF2B5EF4-FFF2-40B4-BE49-F238E27FC236}">
                  <a16:creationId xmlns:a16="http://schemas.microsoft.com/office/drawing/2014/main" id="{0D2EE9B8-FCB5-399E-F125-5AFBAEDFBA21}"/>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5" name="Gerader Verbinder 54">
              <a:extLst>
                <a:ext uri="{FF2B5EF4-FFF2-40B4-BE49-F238E27FC236}">
                  <a16:creationId xmlns:a16="http://schemas.microsoft.com/office/drawing/2014/main" id="{CF643A00-ED75-68F1-DACD-28F2385EAC60}"/>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64" name="Gruppieren 63">
            <a:extLst>
              <a:ext uri="{FF2B5EF4-FFF2-40B4-BE49-F238E27FC236}">
                <a16:creationId xmlns:a16="http://schemas.microsoft.com/office/drawing/2014/main" id="{07468542-F8CC-4294-5B3D-C3EDAB94CCCD}"/>
              </a:ext>
              <a:ext uri="{C183D7F6-B498-43B3-948B-1728B52AA6E4}">
                <adec:decorative xmlns:adec="http://schemas.microsoft.com/office/drawing/2017/decorative" val="1"/>
              </a:ext>
            </a:extLst>
          </p:cNvPr>
          <p:cNvGrpSpPr>
            <a:grpSpLocks/>
          </p:cNvGrpSpPr>
          <p:nvPr userDrawn="1"/>
        </p:nvGrpSpPr>
        <p:grpSpPr bwMode="gray">
          <a:xfrm>
            <a:off x="623888" y="6972300"/>
            <a:ext cx="11233150" cy="144000"/>
            <a:chOff x="623888" y="0"/>
            <a:chExt cx="11233150" cy="6858000"/>
          </a:xfrm>
        </p:grpSpPr>
        <p:cxnSp>
          <p:nvCxnSpPr>
            <p:cNvPr id="65" name="Gerader Verbinder 64">
              <a:extLst>
                <a:ext uri="{FF2B5EF4-FFF2-40B4-BE49-F238E27FC236}">
                  <a16:creationId xmlns:a16="http://schemas.microsoft.com/office/drawing/2014/main" id="{2BA97CC8-699F-8396-7CF0-85B9A2F7D786}"/>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6" name="Gerader Verbinder 65">
              <a:extLst>
                <a:ext uri="{FF2B5EF4-FFF2-40B4-BE49-F238E27FC236}">
                  <a16:creationId xmlns:a16="http://schemas.microsoft.com/office/drawing/2014/main" id="{AFA303A7-B579-0788-374F-CBCD519146E5}"/>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38" name="Freihandform: Form 37">
            <a:extLst>
              <a:ext uri="{FF2B5EF4-FFF2-40B4-BE49-F238E27FC236}">
                <a16:creationId xmlns:a16="http://schemas.microsoft.com/office/drawing/2014/main" id="{39D4AD47-F725-9804-EA20-2F299922C3B1}"/>
              </a:ext>
              <a:ext uri="{C183D7F6-B498-43B3-948B-1728B52AA6E4}">
                <adec:decorative xmlns:adec="http://schemas.microsoft.com/office/drawing/2017/decorative" val="1"/>
              </a:ext>
            </a:extLst>
          </p:cNvPr>
          <p:cNvSpPr>
            <a:spLocks/>
          </p:cNvSpPr>
          <p:nvPr userDrawn="1"/>
        </p:nvSpPr>
        <p:spPr bwMode="gray">
          <a:xfrm>
            <a:off x="4730111" y="4038601"/>
            <a:ext cx="1447804" cy="1454177"/>
          </a:xfrm>
          <a:custGeom>
            <a:avLst/>
            <a:gdLst>
              <a:gd name="connsiteX0" fmla="*/ 1370414 w 1447804"/>
              <a:gd name="connsiteY0" fmla="*/ 0 h 1454177"/>
              <a:gd name="connsiteX1" fmla="*/ 1447526 w 1447804"/>
              <a:gd name="connsiteY1" fmla="*/ 0 h 1454177"/>
              <a:gd name="connsiteX2" fmla="*/ 1447804 w 1447804"/>
              <a:gd name="connsiteY2" fmla="*/ 5511 h 1454177"/>
              <a:gd name="connsiteX3" fmla="*/ 147215 w 1447804"/>
              <a:gd name="connsiteY3" fmla="*/ 1446744 h 1454177"/>
              <a:gd name="connsiteX4" fmla="*/ 0 w 1447804"/>
              <a:gd name="connsiteY4" fmla="*/ 1454177 h 1454177"/>
              <a:gd name="connsiteX5" fmla="*/ 0 w 1447804"/>
              <a:gd name="connsiteY5" fmla="*/ 1377065 h 1454177"/>
              <a:gd name="connsiteX6" fmla="*/ 139330 w 1447804"/>
              <a:gd name="connsiteY6" fmla="*/ 1370030 h 1454177"/>
              <a:gd name="connsiteX7" fmla="*/ 1370692 w 1447804"/>
              <a:gd name="connsiteY7" fmla="*/ 5511 h 1454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7804" h="1454177">
                <a:moveTo>
                  <a:pt x="1370414" y="0"/>
                </a:moveTo>
                <a:lnTo>
                  <a:pt x="1447526" y="0"/>
                </a:lnTo>
                <a:lnTo>
                  <a:pt x="1447804" y="5511"/>
                </a:lnTo>
                <a:cubicBezTo>
                  <a:pt x="1447804" y="755607"/>
                  <a:pt x="877737" y="1372555"/>
                  <a:pt x="147215" y="1446744"/>
                </a:cubicBezTo>
                <a:lnTo>
                  <a:pt x="0" y="1454177"/>
                </a:lnTo>
                <a:lnTo>
                  <a:pt x="0" y="1377065"/>
                </a:lnTo>
                <a:lnTo>
                  <a:pt x="139330" y="1370030"/>
                </a:lnTo>
                <a:cubicBezTo>
                  <a:pt x="830968" y="1299790"/>
                  <a:pt x="1370692" y="715681"/>
                  <a:pt x="1370692" y="551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t" anchorCtr="0" forceAA="0" compatLnSpc="1">
            <a:prstTxWarp prst="textNoShape">
              <a:avLst/>
            </a:prstTxWarp>
            <a:noAutofit/>
          </a:bodyPr>
          <a:lstStyle/>
          <a:p>
            <a:pPr algn="l"/>
            <a:endParaRPr lang="de-DE">
              <a:solidFill>
                <a:schemeClr val="tx1"/>
              </a:solidFill>
            </a:endParaRPr>
          </a:p>
        </p:txBody>
      </p:sp>
      <p:grpSp>
        <p:nvGrpSpPr>
          <p:cNvPr id="43" name="Gruppieren 42">
            <a:extLst>
              <a:ext uri="{FF2B5EF4-FFF2-40B4-BE49-F238E27FC236}">
                <a16:creationId xmlns:a16="http://schemas.microsoft.com/office/drawing/2014/main" id="{2265DFCC-F233-A485-88E8-2C892CB04940}"/>
              </a:ext>
              <a:ext uri="{C183D7F6-B498-43B3-948B-1728B52AA6E4}">
                <adec:decorative xmlns:adec="http://schemas.microsoft.com/office/drawing/2017/decorative" val="1"/>
              </a:ext>
            </a:extLst>
          </p:cNvPr>
          <p:cNvGrpSpPr>
            <a:grpSpLocks/>
          </p:cNvGrpSpPr>
          <p:nvPr userDrawn="1"/>
        </p:nvGrpSpPr>
        <p:grpSpPr bwMode="gray">
          <a:xfrm>
            <a:off x="9768114" y="497078"/>
            <a:ext cx="1915180" cy="598005"/>
            <a:chOff x="5324475" y="3186112"/>
            <a:chExt cx="1546859" cy="483775"/>
          </a:xfrm>
        </p:grpSpPr>
        <p:sp>
          <p:nvSpPr>
            <p:cNvPr id="44" name="Freihandform: Form 43">
              <a:extLst>
                <a:ext uri="{FF2B5EF4-FFF2-40B4-BE49-F238E27FC236}">
                  <a16:creationId xmlns:a16="http://schemas.microsoft.com/office/drawing/2014/main" id="{EBB9B7B0-B16F-358F-7D80-BA0C13D16C55}"/>
                </a:ext>
              </a:extLst>
            </p:cNvPr>
            <p:cNvSpPr/>
            <p:nvPr/>
          </p:nvSpPr>
          <p:spPr bwMode="gray">
            <a:xfrm>
              <a:off x="5324475" y="3397471"/>
              <a:ext cx="161163" cy="160972"/>
            </a:xfrm>
            <a:custGeom>
              <a:avLst/>
              <a:gdLst>
                <a:gd name="connsiteX0" fmla="*/ 0 w 161163"/>
                <a:gd name="connsiteY0" fmla="*/ 80581 h 160972"/>
                <a:gd name="connsiteX1" fmla="*/ 80582 w 161163"/>
                <a:gd name="connsiteY1" fmla="*/ 0 h 160972"/>
                <a:gd name="connsiteX2" fmla="*/ 161163 w 161163"/>
                <a:gd name="connsiteY2" fmla="*/ 80486 h 160972"/>
                <a:gd name="connsiteX3" fmla="*/ 80582 w 161163"/>
                <a:gd name="connsiteY3" fmla="*/ 160973 h 160972"/>
                <a:gd name="connsiteX4" fmla="*/ 0 w 161163"/>
                <a:gd name="connsiteY4" fmla="*/ 80581 h 1609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163" h="160972">
                  <a:moveTo>
                    <a:pt x="0" y="80581"/>
                  </a:moveTo>
                  <a:cubicBezTo>
                    <a:pt x="0" y="36100"/>
                    <a:pt x="36100" y="0"/>
                    <a:pt x="80582" y="0"/>
                  </a:cubicBezTo>
                  <a:cubicBezTo>
                    <a:pt x="125063" y="0"/>
                    <a:pt x="161163" y="36100"/>
                    <a:pt x="161163" y="80486"/>
                  </a:cubicBezTo>
                  <a:cubicBezTo>
                    <a:pt x="161163" y="124873"/>
                    <a:pt x="125063" y="160973"/>
                    <a:pt x="80582" y="160973"/>
                  </a:cubicBezTo>
                  <a:cubicBezTo>
                    <a:pt x="36100" y="160973"/>
                    <a:pt x="0" y="124968"/>
                    <a:pt x="0" y="80581"/>
                  </a:cubicBezTo>
                </a:path>
              </a:pathLst>
            </a:custGeom>
            <a:solidFill>
              <a:schemeClr val="accent1"/>
            </a:solidFill>
            <a:ln w="9525" cap="flat">
              <a:noFill/>
              <a:prstDash val="solid"/>
              <a:miter/>
            </a:ln>
          </p:spPr>
          <p:txBody>
            <a:bodyPr rtlCol="0" anchor="ctr"/>
            <a:lstStyle/>
            <a:p>
              <a:endParaRPr lang="de-DE">
                <a:latin typeface="Carnac Light" panose="02000503000000020004" pitchFamily="2" charset="77"/>
              </a:endParaRPr>
            </a:p>
          </p:txBody>
        </p:sp>
        <p:sp>
          <p:nvSpPr>
            <p:cNvPr id="45" name="Freihandform: Form 44">
              <a:extLst>
                <a:ext uri="{FF2B5EF4-FFF2-40B4-BE49-F238E27FC236}">
                  <a16:creationId xmlns:a16="http://schemas.microsoft.com/office/drawing/2014/main" id="{C923EA93-60A8-78D4-7BE9-D8846D0AC10F}"/>
                </a:ext>
              </a:extLst>
            </p:cNvPr>
            <p:cNvSpPr/>
            <p:nvPr/>
          </p:nvSpPr>
          <p:spPr bwMode="gray">
            <a:xfrm>
              <a:off x="5537454" y="3186112"/>
              <a:ext cx="1333880" cy="483775"/>
            </a:xfrm>
            <a:custGeom>
              <a:avLst/>
              <a:gdLst>
                <a:gd name="connsiteX0" fmla="*/ 1127855 w 1333880"/>
                <a:gd name="connsiteY0" fmla="*/ 56388 h 483775"/>
                <a:gd name="connsiteX1" fmla="*/ 1039367 w 1333880"/>
                <a:gd name="connsiteY1" fmla="*/ 116396 h 483775"/>
                <a:gd name="connsiteX2" fmla="*/ 1039367 w 1333880"/>
                <a:gd name="connsiteY2" fmla="*/ 182404 h 483775"/>
                <a:gd name="connsiteX3" fmla="*/ 1039367 w 1333880"/>
                <a:gd name="connsiteY3" fmla="*/ 262604 h 483775"/>
                <a:gd name="connsiteX4" fmla="*/ 1124807 w 1333880"/>
                <a:gd name="connsiteY4" fmla="*/ 313658 h 483775"/>
                <a:gd name="connsiteX5" fmla="*/ 1266539 w 1333880"/>
                <a:gd name="connsiteY5" fmla="*/ 313658 h 483775"/>
                <a:gd name="connsiteX6" fmla="*/ 1266634 w 1333880"/>
                <a:gd name="connsiteY6" fmla="*/ 313754 h 483775"/>
                <a:gd name="connsiteX7" fmla="*/ 1266634 w 1333880"/>
                <a:gd name="connsiteY7" fmla="*/ 56388 h 483775"/>
                <a:gd name="connsiteX8" fmla="*/ 1127855 w 1333880"/>
                <a:gd name="connsiteY8" fmla="*/ 56388 h 483775"/>
                <a:gd name="connsiteX9" fmla="*/ 1104233 w 1333880"/>
                <a:gd name="connsiteY9" fmla="*/ 0 h 483775"/>
                <a:gd name="connsiteX10" fmla="*/ 1104328 w 1333880"/>
                <a:gd name="connsiteY10" fmla="*/ 0 h 483775"/>
                <a:gd name="connsiteX11" fmla="*/ 1333880 w 1333880"/>
                <a:gd name="connsiteY11" fmla="*/ 0 h 483775"/>
                <a:gd name="connsiteX12" fmla="*/ 1333880 w 1333880"/>
                <a:gd name="connsiteY12" fmla="*/ 403098 h 483775"/>
                <a:gd name="connsiteX13" fmla="*/ 1250727 w 1333880"/>
                <a:gd name="connsiteY13" fmla="*/ 483775 h 483775"/>
                <a:gd name="connsiteX14" fmla="*/ 1017841 w 1333880"/>
                <a:gd name="connsiteY14" fmla="*/ 483775 h 483775"/>
                <a:gd name="connsiteX15" fmla="*/ 1017841 w 1333880"/>
                <a:gd name="connsiteY15" fmla="*/ 424529 h 483775"/>
                <a:gd name="connsiteX16" fmla="*/ 1229105 w 1333880"/>
                <a:gd name="connsiteY16" fmla="*/ 424529 h 483775"/>
                <a:gd name="connsiteX17" fmla="*/ 1266539 w 1333880"/>
                <a:gd name="connsiteY17" fmla="*/ 384429 h 483775"/>
                <a:gd name="connsiteX18" fmla="*/ 1266539 w 1333880"/>
                <a:gd name="connsiteY18" fmla="*/ 370142 h 483775"/>
                <a:gd name="connsiteX19" fmla="*/ 1104423 w 1333880"/>
                <a:gd name="connsiteY19" fmla="*/ 370142 h 483775"/>
                <a:gd name="connsiteX20" fmla="*/ 1007173 w 1333880"/>
                <a:gd name="connsiteY20" fmla="*/ 350901 h 483775"/>
                <a:gd name="connsiteX21" fmla="*/ 970216 w 1333880"/>
                <a:gd name="connsiteY21" fmla="*/ 251079 h 483775"/>
                <a:gd name="connsiteX22" fmla="*/ 970216 w 1333880"/>
                <a:gd name="connsiteY22" fmla="*/ 117443 h 483775"/>
                <a:gd name="connsiteX23" fmla="*/ 1005077 w 1333880"/>
                <a:gd name="connsiteY23" fmla="*/ 22765 h 483775"/>
                <a:gd name="connsiteX24" fmla="*/ 1104233 w 1333880"/>
                <a:gd name="connsiteY24" fmla="*/ 0 h 483775"/>
                <a:gd name="connsiteX25" fmla="*/ 655033 w 1333880"/>
                <a:gd name="connsiteY25" fmla="*/ 0 h 483775"/>
                <a:gd name="connsiteX26" fmla="*/ 915923 w 1333880"/>
                <a:gd name="connsiteY26" fmla="*/ 0 h 483775"/>
                <a:gd name="connsiteX27" fmla="*/ 915923 w 1333880"/>
                <a:gd name="connsiteY27" fmla="*/ 56293 h 483775"/>
                <a:gd name="connsiteX28" fmla="*/ 678751 w 1333880"/>
                <a:gd name="connsiteY28" fmla="*/ 56293 h 483775"/>
                <a:gd name="connsiteX29" fmla="*/ 627411 w 1333880"/>
                <a:gd name="connsiteY29" fmla="*/ 103823 h 483775"/>
                <a:gd name="connsiteX30" fmla="*/ 671226 w 1333880"/>
                <a:gd name="connsiteY30" fmla="*/ 153162 h 483775"/>
                <a:gd name="connsiteX31" fmla="*/ 844867 w 1333880"/>
                <a:gd name="connsiteY31" fmla="*/ 153162 h 483775"/>
                <a:gd name="connsiteX32" fmla="*/ 928591 w 1333880"/>
                <a:gd name="connsiteY32" fmla="*/ 264986 h 483775"/>
                <a:gd name="connsiteX33" fmla="*/ 840581 w 1333880"/>
                <a:gd name="connsiteY33" fmla="*/ 369951 h 483775"/>
                <a:gd name="connsiteX34" fmla="*/ 566260 w 1333880"/>
                <a:gd name="connsiteY34" fmla="*/ 369951 h 483775"/>
                <a:gd name="connsiteX35" fmla="*/ 566260 w 1333880"/>
                <a:gd name="connsiteY35" fmla="*/ 313563 h 483775"/>
                <a:gd name="connsiteX36" fmla="*/ 812387 w 1333880"/>
                <a:gd name="connsiteY36" fmla="*/ 313563 h 483775"/>
                <a:gd name="connsiteX37" fmla="*/ 860393 w 1333880"/>
                <a:gd name="connsiteY37" fmla="*/ 264509 h 483775"/>
                <a:gd name="connsiteX38" fmla="*/ 811148 w 1333880"/>
                <a:gd name="connsiteY38" fmla="*/ 209455 h 483775"/>
                <a:gd name="connsiteX39" fmla="*/ 650366 w 1333880"/>
                <a:gd name="connsiteY39" fmla="*/ 209455 h 483775"/>
                <a:gd name="connsiteX40" fmla="*/ 559974 w 1333880"/>
                <a:gd name="connsiteY40" fmla="*/ 102680 h 483775"/>
                <a:gd name="connsiteX41" fmla="*/ 655033 w 1333880"/>
                <a:gd name="connsiteY41" fmla="*/ 0 h 483775"/>
                <a:gd name="connsiteX42" fmla="*/ 0 w 1333880"/>
                <a:gd name="connsiteY42" fmla="*/ 0 h 483775"/>
                <a:gd name="connsiteX43" fmla="*/ 426911 w 1333880"/>
                <a:gd name="connsiteY43" fmla="*/ 0 h 483775"/>
                <a:gd name="connsiteX44" fmla="*/ 519684 w 1333880"/>
                <a:gd name="connsiteY44" fmla="*/ 103632 h 483775"/>
                <a:gd name="connsiteX45" fmla="*/ 519684 w 1333880"/>
                <a:gd name="connsiteY45" fmla="*/ 370046 h 483775"/>
                <a:gd name="connsiteX46" fmla="*/ 452057 w 1333880"/>
                <a:gd name="connsiteY46" fmla="*/ 370046 h 483775"/>
                <a:gd name="connsiteX47" fmla="*/ 452057 w 1333880"/>
                <a:gd name="connsiteY47" fmla="*/ 122396 h 483775"/>
                <a:gd name="connsiteX48" fmla="*/ 392811 w 1333880"/>
                <a:gd name="connsiteY48" fmla="*/ 56293 h 483775"/>
                <a:gd name="connsiteX49" fmla="*/ 289941 w 1333880"/>
                <a:gd name="connsiteY49" fmla="*/ 56293 h 483775"/>
                <a:gd name="connsiteX50" fmla="*/ 289941 w 1333880"/>
                <a:gd name="connsiteY50" fmla="*/ 370046 h 483775"/>
                <a:gd name="connsiteX51" fmla="*/ 222218 w 1333880"/>
                <a:gd name="connsiteY51" fmla="*/ 370046 h 483775"/>
                <a:gd name="connsiteX52" fmla="*/ 222218 w 1333880"/>
                <a:gd name="connsiteY52" fmla="*/ 56293 h 483775"/>
                <a:gd name="connsiteX53" fmla="*/ 67532 w 1333880"/>
                <a:gd name="connsiteY53" fmla="*/ 56293 h 483775"/>
                <a:gd name="connsiteX54" fmla="*/ 67532 w 1333880"/>
                <a:gd name="connsiteY54" fmla="*/ 370046 h 483775"/>
                <a:gd name="connsiteX55" fmla="*/ 0 w 1333880"/>
                <a:gd name="connsiteY55" fmla="*/ 370046 h 483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333880" h="483775">
                  <a:moveTo>
                    <a:pt x="1127855" y="56388"/>
                  </a:moveTo>
                  <a:cubicBezTo>
                    <a:pt x="1058513" y="54769"/>
                    <a:pt x="1041654" y="70961"/>
                    <a:pt x="1039367" y="116396"/>
                  </a:cubicBezTo>
                  <a:cubicBezTo>
                    <a:pt x="1039082" y="121444"/>
                    <a:pt x="1039558" y="133160"/>
                    <a:pt x="1039367" y="182404"/>
                  </a:cubicBezTo>
                  <a:cubicBezTo>
                    <a:pt x="1039177" y="240411"/>
                    <a:pt x="1039367" y="260318"/>
                    <a:pt x="1039367" y="262604"/>
                  </a:cubicBezTo>
                  <a:cubicBezTo>
                    <a:pt x="1040415" y="316801"/>
                    <a:pt x="1082897" y="313944"/>
                    <a:pt x="1124807" y="313658"/>
                  </a:cubicBezTo>
                  <a:lnTo>
                    <a:pt x="1266539" y="313658"/>
                  </a:lnTo>
                  <a:lnTo>
                    <a:pt x="1266634" y="313754"/>
                  </a:lnTo>
                  <a:lnTo>
                    <a:pt x="1266634" y="56388"/>
                  </a:lnTo>
                  <a:cubicBezTo>
                    <a:pt x="1266634" y="56388"/>
                    <a:pt x="1131950" y="56483"/>
                    <a:pt x="1127855" y="56388"/>
                  </a:cubicBezTo>
                  <a:close/>
                  <a:moveTo>
                    <a:pt x="1104233" y="0"/>
                  </a:moveTo>
                  <a:lnTo>
                    <a:pt x="1104328" y="0"/>
                  </a:lnTo>
                  <a:lnTo>
                    <a:pt x="1333880" y="0"/>
                  </a:lnTo>
                  <a:lnTo>
                    <a:pt x="1333880" y="403098"/>
                  </a:lnTo>
                  <a:cubicBezTo>
                    <a:pt x="1333880" y="455867"/>
                    <a:pt x="1313497" y="483775"/>
                    <a:pt x="1250727" y="483775"/>
                  </a:cubicBezTo>
                  <a:lnTo>
                    <a:pt x="1017841" y="483775"/>
                  </a:lnTo>
                  <a:lnTo>
                    <a:pt x="1017841" y="424529"/>
                  </a:lnTo>
                  <a:lnTo>
                    <a:pt x="1229105" y="424529"/>
                  </a:lnTo>
                  <a:cubicBezTo>
                    <a:pt x="1261109" y="424529"/>
                    <a:pt x="1266539" y="412337"/>
                    <a:pt x="1266539" y="384429"/>
                  </a:cubicBezTo>
                  <a:cubicBezTo>
                    <a:pt x="1266539" y="381476"/>
                    <a:pt x="1266539" y="370142"/>
                    <a:pt x="1266539" y="370142"/>
                  </a:cubicBezTo>
                  <a:lnTo>
                    <a:pt x="1104423" y="370142"/>
                  </a:lnTo>
                  <a:cubicBezTo>
                    <a:pt x="1040511" y="370142"/>
                    <a:pt x="1019746" y="359855"/>
                    <a:pt x="1007173" y="350901"/>
                  </a:cubicBezTo>
                  <a:cubicBezTo>
                    <a:pt x="988504" y="335185"/>
                    <a:pt x="970216" y="316801"/>
                    <a:pt x="970216" y="251079"/>
                  </a:cubicBezTo>
                  <a:lnTo>
                    <a:pt x="970216" y="117443"/>
                  </a:lnTo>
                  <a:cubicBezTo>
                    <a:pt x="970502" y="55340"/>
                    <a:pt x="987075" y="37148"/>
                    <a:pt x="1005077" y="22765"/>
                  </a:cubicBezTo>
                  <a:cubicBezTo>
                    <a:pt x="1021556" y="9620"/>
                    <a:pt x="1044035" y="0"/>
                    <a:pt x="1104233" y="0"/>
                  </a:cubicBezTo>
                  <a:close/>
                  <a:moveTo>
                    <a:pt x="655033" y="0"/>
                  </a:moveTo>
                  <a:lnTo>
                    <a:pt x="915923" y="0"/>
                  </a:lnTo>
                  <a:lnTo>
                    <a:pt x="915923" y="56293"/>
                  </a:lnTo>
                  <a:lnTo>
                    <a:pt x="678751" y="56293"/>
                  </a:lnTo>
                  <a:cubicBezTo>
                    <a:pt x="631793" y="56293"/>
                    <a:pt x="627411" y="88392"/>
                    <a:pt x="627411" y="103823"/>
                  </a:cubicBezTo>
                  <a:cubicBezTo>
                    <a:pt x="627411" y="123539"/>
                    <a:pt x="627411" y="153162"/>
                    <a:pt x="671226" y="153162"/>
                  </a:cubicBezTo>
                  <a:lnTo>
                    <a:pt x="844867" y="153162"/>
                  </a:lnTo>
                  <a:cubicBezTo>
                    <a:pt x="903350" y="153162"/>
                    <a:pt x="928591" y="187738"/>
                    <a:pt x="928591" y="264986"/>
                  </a:cubicBezTo>
                  <a:cubicBezTo>
                    <a:pt x="928591" y="329756"/>
                    <a:pt x="908970" y="369951"/>
                    <a:pt x="840581" y="369951"/>
                  </a:cubicBezTo>
                  <a:lnTo>
                    <a:pt x="566260" y="369951"/>
                  </a:lnTo>
                  <a:lnTo>
                    <a:pt x="566260" y="313563"/>
                  </a:lnTo>
                  <a:lnTo>
                    <a:pt x="812387" y="313563"/>
                  </a:lnTo>
                  <a:cubicBezTo>
                    <a:pt x="860393" y="313563"/>
                    <a:pt x="860393" y="280511"/>
                    <a:pt x="860393" y="264509"/>
                  </a:cubicBezTo>
                  <a:cubicBezTo>
                    <a:pt x="860393" y="247269"/>
                    <a:pt x="860393" y="209455"/>
                    <a:pt x="811148" y="209455"/>
                  </a:cubicBezTo>
                  <a:lnTo>
                    <a:pt x="650366" y="209455"/>
                  </a:lnTo>
                  <a:cubicBezTo>
                    <a:pt x="584072" y="209455"/>
                    <a:pt x="559974" y="160592"/>
                    <a:pt x="559974" y="102680"/>
                  </a:cubicBezTo>
                  <a:cubicBezTo>
                    <a:pt x="559974" y="48482"/>
                    <a:pt x="582072" y="0"/>
                    <a:pt x="655033" y="0"/>
                  </a:cubicBezTo>
                  <a:close/>
                  <a:moveTo>
                    <a:pt x="0" y="0"/>
                  </a:moveTo>
                  <a:lnTo>
                    <a:pt x="426911" y="0"/>
                  </a:lnTo>
                  <a:cubicBezTo>
                    <a:pt x="493776" y="0"/>
                    <a:pt x="519779" y="53245"/>
                    <a:pt x="519684" y="103632"/>
                  </a:cubicBezTo>
                  <a:lnTo>
                    <a:pt x="519684" y="370046"/>
                  </a:lnTo>
                  <a:lnTo>
                    <a:pt x="452057" y="370046"/>
                  </a:lnTo>
                  <a:lnTo>
                    <a:pt x="452057" y="122396"/>
                  </a:lnTo>
                  <a:cubicBezTo>
                    <a:pt x="452057" y="77153"/>
                    <a:pt x="427577" y="56293"/>
                    <a:pt x="392811" y="56293"/>
                  </a:cubicBezTo>
                  <a:lnTo>
                    <a:pt x="289941" y="56293"/>
                  </a:lnTo>
                  <a:lnTo>
                    <a:pt x="289941" y="370046"/>
                  </a:lnTo>
                  <a:lnTo>
                    <a:pt x="222218" y="370046"/>
                  </a:lnTo>
                  <a:lnTo>
                    <a:pt x="222218" y="56293"/>
                  </a:lnTo>
                  <a:lnTo>
                    <a:pt x="67532" y="56293"/>
                  </a:lnTo>
                  <a:lnTo>
                    <a:pt x="67532" y="370046"/>
                  </a:lnTo>
                  <a:lnTo>
                    <a:pt x="0" y="370046"/>
                  </a:lnTo>
                  <a:close/>
                </a:path>
              </a:pathLst>
            </a:custGeom>
            <a:solidFill>
              <a:schemeClr val="tx2"/>
            </a:solidFill>
            <a:ln w="9525" cap="flat">
              <a:noFill/>
              <a:prstDash val="solid"/>
              <a:miter/>
            </a:ln>
          </p:spPr>
          <p:txBody>
            <a:bodyPr rtlCol="0" anchor="ctr"/>
            <a:lstStyle/>
            <a:p>
              <a:endParaRPr lang="de-DE">
                <a:latin typeface="Carnac Light" panose="02000503000000020004" pitchFamily="2" charset="77"/>
              </a:endParaRPr>
            </a:p>
          </p:txBody>
        </p:sp>
      </p:grpSp>
      <p:grpSp>
        <p:nvGrpSpPr>
          <p:cNvPr id="194" name="Gruppieren 193">
            <a:extLst>
              <a:ext uri="{FF2B5EF4-FFF2-40B4-BE49-F238E27FC236}">
                <a16:creationId xmlns:a16="http://schemas.microsoft.com/office/drawing/2014/main" id="{A3811DA7-364A-B341-4230-C092FB6FD351}"/>
              </a:ext>
              <a:ext uri="{C183D7F6-B498-43B3-948B-1728B52AA6E4}">
                <adec:decorative xmlns:adec="http://schemas.microsoft.com/office/drawing/2017/decorative" val="1"/>
              </a:ext>
            </a:extLst>
          </p:cNvPr>
          <p:cNvGrpSpPr/>
          <p:nvPr userDrawn="1"/>
        </p:nvGrpSpPr>
        <p:grpSpPr bwMode="gray">
          <a:xfrm>
            <a:off x="-254000" y="296863"/>
            <a:ext cx="144000" cy="6300787"/>
            <a:chOff x="0" y="296863"/>
            <a:chExt cx="12192000" cy="6300787"/>
          </a:xfrm>
        </p:grpSpPr>
        <p:cxnSp>
          <p:nvCxnSpPr>
            <p:cNvPr id="195" name="Gerader Verbinder 194">
              <a:extLst>
                <a:ext uri="{FF2B5EF4-FFF2-40B4-BE49-F238E27FC236}">
                  <a16:creationId xmlns:a16="http://schemas.microsoft.com/office/drawing/2014/main" id="{3CCFF7FE-7565-4968-7AF1-0F0BE2DC7C38}"/>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6" name="Gerader Verbinder 195">
              <a:extLst>
                <a:ext uri="{FF2B5EF4-FFF2-40B4-BE49-F238E27FC236}">
                  <a16:creationId xmlns:a16="http://schemas.microsoft.com/office/drawing/2014/main" id="{C9ACC59B-A453-C6BE-6472-98C2ECF3FE4E}"/>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7" name="Gerader Verbinder 196">
              <a:extLst>
                <a:ext uri="{FF2B5EF4-FFF2-40B4-BE49-F238E27FC236}">
                  <a16:creationId xmlns:a16="http://schemas.microsoft.com/office/drawing/2014/main" id="{1131A078-F452-9C8F-058F-AF67F493B608}"/>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8" name="Gerader Verbinder 197">
              <a:extLst>
                <a:ext uri="{FF2B5EF4-FFF2-40B4-BE49-F238E27FC236}">
                  <a16:creationId xmlns:a16="http://schemas.microsoft.com/office/drawing/2014/main" id="{49E20DE0-9297-4E53-063D-891AB6F50B47}"/>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9" name="Gerader Verbinder 198">
              <a:extLst>
                <a:ext uri="{FF2B5EF4-FFF2-40B4-BE49-F238E27FC236}">
                  <a16:creationId xmlns:a16="http://schemas.microsoft.com/office/drawing/2014/main" id="{1D2A5BFC-0746-E840-27B7-8F7154B21739}"/>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0" name="Gerader Verbinder 199">
              <a:extLst>
                <a:ext uri="{FF2B5EF4-FFF2-40B4-BE49-F238E27FC236}">
                  <a16:creationId xmlns:a16="http://schemas.microsoft.com/office/drawing/2014/main" id="{DF6E6E15-004C-6BEF-0238-AAAD6F787678}"/>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1" name="Gerader Verbinder 200">
              <a:extLst>
                <a:ext uri="{FF2B5EF4-FFF2-40B4-BE49-F238E27FC236}">
                  <a16:creationId xmlns:a16="http://schemas.microsoft.com/office/drawing/2014/main" id="{1D008AEF-FD6F-5A25-7138-32B616CAFADF}"/>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202" name="Gruppieren 201">
            <a:extLst>
              <a:ext uri="{FF2B5EF4-FFF2-40B4-BE49-F238E27FC236}">
                <a16:creationId xmlns:a16="http://schemas.microsoft.com/office/drawing/2014/main" id="{1F7B3A71-9F16-6074-908B-10A4C7CD7286}"/>
              </a:ext>
              <a:ext uri="{C183D7F6-B498-43B3-948B-1728B52AA6E4}">
                <adec:decorative xmlns:adec="http://schemas.microsoft.com/office/drawing/2017/decorative" val="1"/>
              </a:ext>
            </a:extLst>
          </p:cNvPr>
          <p:cNvGrpSpPr/>
          <p:nvPr userDrawn="1"/>
        </p:nvGrpSpPr>
        <p:grpSpPr bwMode="gray">
          <a:xfrm>
            <a:off x="12301940" y="296863"/>
            <a:ext cx="144000" cy="6300787"/>
            <a:chOff x="0" y="296863"/>
            <a:chExt cx="12192000" cy="6300787"/>
          </a:xfrm>
        </p:grpSpPr>
        <p:cxnSp>
          <p:nvCxnSpPr>
            <p:cNvPr id="203" name="Gerader Verbinder 202">
              <a:extLst>
                <a:ext uri="{FF2B5EF4-FFF2-40B4-BE49-F238E27FC236}">
                  <a16:creationId xmlns:a16="http://schemas.microsoft.com/office/drawing/2014/main" id="{D430E444-BF1C-AC31-31F4-C6D9432793EF}"/>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4" name="Gerader Verbinder 203">
              <a:extLst>
                <a:ext uri="{FF2B5EF4-FFF2-40B4-BE49-F238E27FC236}">
                  <a16:creationId xmlns:a16="http://schemas.microsoft.com/office/drawing/2014/main" id="{67259A84-FA09-C7B4-50E0-B3559027945F}"/>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5" name="Gerader Verbinder 204">
              <a:extLst>
                <a:ext uri="{FF2B5EF4-FFF2-40B4-BE49-F238E27FC236}">
                  <a16:creationId xmlns:a16="http://schemas.microsoft.com/office/drawing/2014/main" id="{2649E30C-CCC7-2984-0ED1-8C275546A634}"/>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6" name="Gerader Verbinder 205">
              <a:extLst>
                <a:ext uri="{FF2B5EF4-FFF2-40B4-BE49-F238E27FC236}">
                  <a16:creationId xmlns:a16="http://schemas.microsoft.com/office/drawing/2014/main" id="{E768D608-E96D-4626-3DA7-C9163C4970FE}"/>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7" name="Gerader Verbinder 206">
              <a:extLst>
                <a:ext uri="{FF2B5EF4-FFF2-40B4-BE49-F238E27FC236}">
                  <a16:creationId xmlns:a16="http://schemas.microsoft.com/office/drawing/2014/main" id="{FB5288C3-A930-1810-F79E-E619AE7366FE}"/>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8" name="Gerader Verbinder 207">
              <a:extLst>
                <a:ext uri="{FF2B5EF4-FFF2-40B4-BE49-F238E27FC236}">
                  <a16:creationId xmlns:a16="http://schemas.microsoft.com/office/drawing/2014/main" id="{FF2651DF-BE15-D2D9-6867-0705D2E92D76}"/>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9" name="Gerader Verbinder 208">
              <a:extLst>
                <a:ext uri="{FF2B5EF4-FFF2-40B4-BE49-F238E27FC236}">
                  <a16:creationId xmlns:a16="http://schemas.microsoft.com/office/drawing/2014/main" id="{6F64EEDF-5235-E4C3-54EC-0B551AF39C8A}"/>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3" name="MIO_Placeholder_Mapping" hidden="1">
            <a:extLst>
              <a:ext uri="{FF2B5EF4-FFF2-40B4-BE49-F238E27FC236}">
                <a16:creationId xmlns:a16="http://schemas.microsoft.com/office/drawing/2014/main" id="{DB78BC7F-F518-7251-FA3B-2CFECF9CEB3F}"/>
              </a:ext>
            </a:extLst>
          </p:cNvPr>
          <p:cNvSpPr/>
          <p:nvPr userDrawn="1">
            <p:custDataLst>
              <p:tags r:id="rId2"/>
            </p:custDataLst>
          </p:nvPr>
        </p:nvSpPr>
        <p:spPr>
          <a:xfrm>
            <a:off x="0" y="0"/>
            <a:ext cx="0" cy="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de-DE" sz="1600" dirty="0"/>
          </a:p>
        </p:txBody>
      </p:sp>
    </p:spTree>
    <p:extLst>
      <p:ext uri="{BB962C8B-B14F-4D97-AF65-F5344CB8AC3E}">
        <p14:creationId xmlns:p14="http://schemas.microsoft.com/office/powerpoint/2010/main" val="2930785955"/>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itelfolie 2">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B762123-A025-4D74-4EAD-B98BCC05F347}"/>
              </a:ext>
            </a:extLst>
          </p:cNvPr>
          <p:cNvGraphicFramePr>
            <a:graphicFrameLocks noChangeAspect="1"/>
          </p:cNvGraphicFramePr>
          <p:nvPr userDrawn="1">
            <p:custDataLst>
              <p:tags r:id="rId1"/>
            </p:custDataLst>
            <p:extLst>
              <p:ext uri="{D42A27DB-BD31-4B8C-83A1-F6EECF244321}">
                <p14:modId xmlns:p14="http://schemas.microsoft.com/office/powerpoint/2010/main" val="22898254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think-cell data - do not delete" hidden="1">
                        <a:extLst>
                          <a:ext uri="{FF2B5EF4-FFF2-40B4-BE49-F238E27FC236}">
                            <a16:creationId xmlns:a16="http://schemas.microsoft.com/office/drawing/2014/main" id="{3B762123-A025-4D74-4EAD-B98BCC05F34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Bildplatzhalter 2" descr="Bild füllt die komplette Folie aus, im unteren Bereich Titel und Untertitel, Bild ist änderbar.">
            <a:extLst>
              <a:ext uri="{FF2B5EF4-FFF2-40B4-BE49-F238E27FC236}">
                <a16:creationId xmlns:a16="http://schemas.microsoft.com/office/drawing/2014/main" id="{38700619-D30A-0E99-296D-8DC5DBAEDD18}"/>
              </a:ext>
              <a:ext uri="{C183D7F6-B498-43B3-948B-1728B52AA6E4}">
                <adec:decorative xmlns:adec="http://schemas.microsoft.com/office/drawing/2017/decorative" val="0"/>
              </a:ext>
            </a:extLst>
          </p:cNvPr>
          <p:cNvSpPr>
            <a:spLocks noGrp="1"/>
          </p:cNvSpPr>
          <p:nvPr>
            <p:ph type="pic" sz="quarter" idx="11"/>
          </p:nvPr>
        </p:nvSpPr>
        <p:spPr bwMode="gray">
          <a:xfrm>
            <a:off x="0" y="0"/>
            <a:ext cx="12192000" cy="6858000"/>
          </a:xfrm>
          <a:custGeom>
            <a:avLst/>
            <a:gdLst>
              <a:gd name="connsiteX0" fmla="*/ 9867883 w 12192000"/>
              <a:gd name="connsiteY0" fmla="*/ 758344 h 6858000"/>
              <a:gd name="connsiteX1" fmla="*/ 9768114 w 12192000"/>
              <a:gd name="connsiteY1" fmla="*/ 857952 h 6858000"/>
              <a:gd name="connsiteX2" fmla="*/ 9867883 w 12192000"/>
              <a:gd name="connsiteY2" fmla="*/ 957326 h 6858000"/>
              <a:gd name="connsiteX3" fmla="*/ 9967651 w 12192000"/>
              <a:gd name="connsiteY3" fmla="*/ 857835 h 6858000"/>
              <a:gd name="connsiteX4" fmla="*/ 9867883 w 12192000"/>
              <a:gd name="connsiteY4" fmla="*/ 758344 h 6858000"/>
              <a:gd name="connsiteX5" fmla="*/ 11428213 w 12192000"/>
              <a:gd name="connsiteY5" fmla="*/ 566781 h 6858000"/>
              <a:gd name="connsiteX6" fmla="*/ 11600036 w 12192000"/>
              <a:gd name="connsiteY6" fmla="*/ 566781 h 6858000"/>
              <a:gd name="connsiteX7" fmla="*/ 11600036 w 12192000"/>
              <a:gd name="connsiteY7" fmla="*/ 884916 h 6858000"/>
              <a:gd name="connsiteX8" fmla="*/ 11599918 w 12192000"/>
              <a:gd name="connsiteY8" fmla="*/ 884798 h 6858000"/>
              <a:gd name="connsiteX9" fmla="*/ 11424439 w 12192000"/>
              <a:gd name="connsiteY9" fmla="*/ 884798 h 6858000"/>
              <a:gd name="connsiteX10" fmla="*/ 11318655 w 12192000"/>
              <a:gd name="connsiteY10" fmla="*/ 821689 h 6858000"/>
              <a:gd name="connsiteX11" fmla="*/ 11318655 w 12192000"/>
              <a:gd name="connsiteY11" fmla="*/ 722552 h 6858000"/>
              <a:gd name="connsiteX12" fmla="*/ 11318655 w 12192000"/>
              <a:gd name="connsiteY12" fmla="*/ 640958 h 6858000"/>
              <a:gd name="connsiteX13" fmla="*/ 11428213 w 12192000"/>
              <a:gd name="connsiteY13" fmla="*/ 566781 h 6858000"/>
              <a:gd name="connsiteX14" fmla="*/ 11398966 w 12192000"/>
              <a:gd name="connsiteY14" fmla="*/ 497078 h 6858000"/>
              <a:gd name="connsiteX15" fmla="*/ 11276200 w 12192000"/>
              <a:gd name="connsiteY15" fmla="*/ 525218 h 6858000"/>
              <a:gd name="connsiteX16" fmla="*/ 11233038 w 12192000"/>
              <a:gd name="connsiteY16" fmla="*/ 642252 h 6858000"/>
              <a:gd name="connsiteX17" fmla="*/ 11233038 w 12192000"/>
              <a:gd name="connsiteY17" fmla="*/ 807442 h 6858000"/>
              <a:gd name="connsiteX18" fmla="*/ 11278795 w 12192000"/>
              <a:gd name="connsiteY18" fmla="*/ 930835 h 6858000"/>
              <a:gd name="connsiteX19" fmla="*/ 11399201 w 12192000"/>
              <a:gd name="connsiteY19" fmla="*/ 954619 h 6858000"/>
              <a:gd name="connsiteX20" fmla="*/ 11599918 w 12192000"/>
              <a:gd name="connsiteY20" fmla="*/ 954619 h 6858000"/>
              <a:gd name="connsiteX21" fmla="*/ 11599918 w 12192000"/>
              <a:gd name="connsiteY21" fmla="*/ 972279 h 6858000"/>
              <a:gd name="connsiteX22" fmla="*/ 11553571 w 12192000"/>
              <a:gd name="connsiteY22" fmla="*/ 1021848 h 6858000"/>
              <a:gd name="connsiteX23" fmla="*/ 11292003 w 12192000"/>
              <a:gd name="connsiteY23" fmla="*/ 1021848 h 6858000"/>
              <a:gd name="connsiteX24" fmla="*/ 11292003 w 12192000"/>
              <a:gd name="connsiteY24" fmla="*/ 1095083 h 6858000"/>
              <a:gd name="connsiteX25" fmla="*/ 11580342 w 12192000"/>
              <a:gd name="connsiteY25" fmla="*/ 1095083 h 6858000"/>
              <a:gd name="connsiteX26" fmla="*/ 11683294 w 12192000"/>
              <a:gd name="connsiteY26" fmla="*/ 995356 h 6858000"/>
              <a:gd name="connsiteX27" fmla="*/ 11683294 w 12192000"/>
              <a:gd name="connsiteY27" fmla="*/ 497078 h 6858000"/>
              <a:gd name="connsiteX28" fmla="*/ 11399084 w 12192000"/>
              <a:gd name="connsiteY28" fmla="*/ 497078 h 6858000"/>
              <a:gd name="connsiteX29" fmla="*/ 10842807 w 12192000"/>
              <a:gd name="connsiteY29" fmla="*/ 497078 h 6858000"/>
              <a:gd name="connsiteX30" fmla="*/ 10725114 w 12192000"/>
              <a:gd name="connsiteY30" fmla="*/ 624003 h 6858000"/>
              <a:gd name="connsiteX31" fmla="*/ 10837029 w 12192000"/>
              <a:gd name="connsiteY31" fmla="*/ 755990 h 6858000"/>
              <a:gd name="connsiteX32" fmla="*/ 11036095 w 12192000"/>
              <a:gd name="connsiteY32" fmla="*/ 755990 h 6858000"/>
              <a:gd name="connsiteX33" fmla="*/ 11097065 w 12192000"/>
              <a:gd name="connsiteY33" fmla="*/ 824044 h 6858000"/>
              <a:gd name="connsiteX34" fmla="*/ 11037629 w 12192000"/>
              <a:gd name="connsiteY34" fmla="*/ 884680 h 6858000"/>
              <a:gd name="connsiteX35" fmla="*/ 10732897 w 12192000"/>
              <a:gd name="connsiteY35" fmla="*/ 884680 h 6858000"/>
              <a:gd name="connsiteX36" fmla="*/ 10732897 w 12192000"/>
              <a:gd name="connsiteY36" fmla="*/ 954383 h 6858000"/>
              <a:gd name="connsiteX37" fmla="*/ 11072536 w 12192000"/>
              <a:gd name="connsiteY37" fmla="*/ 954383 h 6858000"/>
              <a:gd name="connsiteX38" fmla="*/ 11181502 w 12192000"/>
              <a:gd name="connsiteY38" fmla="*/ 824633 h 6858000"/>
              <a:gd name="connsiteX39" fmla="*/ 11077843 w 12192000"/>
              <a:gd name="connsiteY39" fmla="*/ 686405 h 6858000"/>
              <a:gd name="connsiteX40" fmla="*/ 10862856 w 12192000"/>
              <a:gd name="connsiteY40" fmla="*/ 686405 h 6858000"/>
              <a:gd name="connsiteX41" fmla="*/ 10808608 w 12192000"/>
              <a:gd name="connsiteY41" fmla="*/ 625416 h 6858000"/>
              <a:gd name="connsiteX42" fmla="*/ 10872173 w 12192000"/>
              <a:gd name="connsiteY42" fmla="*/ 566663 h 6858000"/>
              <a:gd name="connsiteX43" fmla="*/ 11165818 w 12192000"/>
              <a:gd name="connsiteY43" fmla="*/ 566663 h 6858000"/>
              <a:gd name="connsiteX44" fmla="*/ 11165818 w 12192000"/>
              <a:gd name="connsiteY44" fmla="*/ 497078 h 6858000"/>
              <a:gd name="connsiteX45" fmla="*/ 10031805 w 12192000"/>
              <a:gd name="connsiteY45" fmla="*/ 497078 h 6858000"/>
              <a:gd name="connsiteX46" fmla="*/ 10031805 w 12192000"/>
              <a:gd name="connsiteY46" fmla="*/ 954500 h 6858000"/>
              <a:gd name="connsiteX47" fmla="*/ 10115417 w 12192000"/>
              <a:gd name="connsiteY47" fmla="*/ 954500 h 6858000"/>
              <a:gd name="connsiteX48" fmla="*/ 10115417 w 12192000"/>
              <a:gd name="connsiteY48" fmla="*/ 566663 h 6858000"/>
              <a:gd name="connsiteX49" fmla="*/ 10306935 w 12192000"/>
              <a:gd name="connsiteY49" fmla="*/ 566663 h 6858000"/>
              <a:gd name="connsiteX50" fmla="*/ 10306935 w 12192000"/>
              <a:gd name="connsiteY50" fmla="*/ 954500 h 6858000"/>
              <a:gd name="connsiteX51" fmla="*/ 10390784 w 12192000"/>
              <a:gd name="connsiteY51" fmla="*/ 954500 h 6858000"/>
              <a:gd name="connsiteX52" fmla="*/ 10390784 w 12192000"/>
              <a:gd name="connsiteY52" fmla="*/ 566663 h 6858000"/>
              <a:gd name="connsiteX53" fmla="*/ 10518148 w 12192000"/>
              <a:gd name="connsiteY53" fmla="*/ 566663 h 6858000"/>
              <a:gd name="connsiteX54" fmla="*/ 10591501 w 12192000"/>
              <a:gd name="connsiteY54" fmla="*/ 648375 h 6858000"/>
              <a:gd name="connsiteX55" fmla="*/ 10591501 w 12192000"/>
              <a:gd name="connsiteY55" fmla="*/ 954500 h 6858000"/>
              <a:gd name="connsiteX56" fmla="*/ 10675230 w 12192000"/>
              <a:gd name="connsiteY56" fmla="*/ 954500 h 6858000"/>
              <a:gd name="connsiteX57" fmla="*/ 10675230 w 12192000"/>
              <a:gd name="connsiteY57" fmla="*/ 625180 h 6858000"/>
              <a:gd name="connsiteX58" fmla="*/ 10560367 w 12192000"/>
              <a:gd name="connsiteY58" fmla="*/ 497078 h 6858000"/>
              <a:gd name="connsiteX59" fmla="*/ 0 w 12192000"/>
              <a:gd name="connsiteY59" fmla="*/ 0 h 6858000"/>
              <a:gd name="connsiteX60" fmla="*/ 12192000 w 12192000"/>
              <a:gd name="connsiteY60" fmla="*/ 0 h 6858000"/>
              <a:gd name="connsiteX61" fmla="*/ 12192000 w 12192000"/>
              <a:gd name="connsiteY61" fmla="*/ 6858000 h 6858000"/>
              <a:gd name="connsiteX62" fmla="*/ 0 w 12192000"/>
              <a:gd name="connsiteY6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2192000" h="6858000">
                <a:moveTo>
                  <a:pt x="9867883" y="758344"/>
                </a:moveTo>
                <a:cubicBezTo>
                  <a:pt x="9812810" y="758344"/>
                  <a:pt x="9768114" y="802968"/>
                  <a:pt x="9768114" y="857952"/>
                </a:cubicBezTo>
                <a:cubicBezTo>
                  <a:pt x="9768114" y="912820"/>
                  <a:pt x="9812810" y="957326"/>
                  <a:pt x="9867883" y="957326"/>
                </a:cubicBezTo>
                <a:cubicBezTo>
                  <a:pt x="9922955" y="957326"/>
                  <a:pt x="9967651" y="912702"/>
                  <a:pt x="9967651" y="857835"/>
                </a:cubicBezTo>
                <a:cubicBezTo>
                  <a:pt x="9967651" y="802968"/>
                  <a:pt x="9922955" y="758344"/>
                  <a:pt x="9867883" y="758344"/>
                </a:cubicBezTo>
                <a:close/>
                <a:moveTo>
                  <a:pt x="11428213" y="566781"/>
                </a:moveTo>
                <a:cubicBezTo>
                  <a:pt x="11433283" y="566898"/>
                  <a:pt x="11600036" y="566781"/>
                  <a:pt x="11600036" y="566781"/>
                </a:cubicBezTo>
                <a:lnTo>
                  <a:pt x="11600036" y="884916"/>
                </a:lnTo>
                <a:lnTo>
                  <a:pt x="11599918" y="884798"/>
                </a:lnTo>
                <a:lnTo>
                  <a:pt x="11424439" y="884798"/>
                </a:lnTo>
                <a:cubicBezTo>
                  <a:pt x="11372550" y="885151"/>
                  <a:pt x="11319952" y="888683"/>
                  <a:pt x="11318655" y="821689"/>
                </a:cubicBezTo>
                <a:cubicBezTo>
                  <a:pt x="11318655" y="818863"/>
                  <a:pt x="11318420" y="794255"/>
                  <a:pt x="11318655" y="722552"/>
                </a:cubicBezTo>
                <a:cubicBezTo>
                  <a:pt x="11318891" y="661680"/>
                  <a:pt x="11318302" y="647198"/>
                  <a:pt x="11318655" y="640958"/>
                </a:cubicBezTo>
                <a:cubicBezTo>
                  <a:pt x="11321486" y="584795"/>
                  <a:pt x="11342360" y="564779"/>
                  <a:pt x="11428213" y="566781"/>
                </a:cubicBezTo>
                <a:close/>
                <a:moveTo>
                  <a:pt x="11398966" y="497078"/>
                </a:moveTo>
                <a:cubicBezTo>
                  <a:pt x="11324434" y="497078"/>
                  <a:pt x="11296603" y="508970"/>
                  <a:pt x="11276200" y="525218"/>
                </a:cubicBezTo>
                <a:cubicBezTo>
                  <a:pt x="11253912" y="542998"/>
                  <a:pt x="11233392" y="565485"/>
                  <a:pt x="11233038" y="642252"/>
                </a:cubicBezTo>
                <a:lnTo>
                  <a:pt x="11233038" y="807442"/>
                </a:lnTo>
                <a:cubicBezTo>
                  <a:pt x="11233038" y="888683"/>
                  <a:pt x="11255681" y="911408"/>
                  <a:pt x="11278795" y="930835"/>
                </a:cubicBezTo>
                <a:cubicBezTo>
                  <a:pt x="11294362" y="941903"/>
                  <a:pt x="11320071" y="954619"/>
                  <a:pt x="11399201" y="954619"/>
                </a:cubicBezTo>
                <a:lnTo>
                  <a:pt x="11599918" y="954619"/>
                </a:lnTo>
                <a:cubicBezTo>
                  <a:pt x="11599918" y="954619"/>
                  <a:pt x="11599918" y="968629"/>
                  <a:pt x="11599918" y="972279"/>
                </a:cubicBezTo>
                <a:cubicBezTo>
                  <a:pt x="11599918" y="1006777"/>
                  <a:pt x="11593196" y="1021848"/>
                  <a:pt x="11553571" y="1021848"/>
                </a:cubicBezTo>
                <a:lnTo>
                  <a:pt x="11292003" y="1021848"/>
                </a:lnTo>
                <a:lnTo>
                  <a:pt x="11292003" y="1095083"/>
                </a:lnTo>
                <a:lnTo>
                  <a:pt x="11580342" y="1095083"/>
                </a:lnTo>
                <a:cubicBezTo>
                  <a:pt x="11658058" y="1095083"/>
                  <a:pt x="11683294" y="1060585"/>
                  <a:pt x="11683294" y="995356"/>
                </a:cubicBezTo>
                <a:lnTo>
                  <a:pt x="11683294" y="497078"/>
                </a:lnTo>
                <a:lnTo>
                  <a:pt x="11399084" y="497078"/>
                </a:lnTo>
                <a:close/>
                <a:moveTo>
                  <a:pt x="10842807" y="497078"/>
                </a:moveTo>
                <a:cubicBezTo>
                  <a:pt x="10752474" y="497078"/>
                  <a:pt x="10725114" y="557008"/>
                  <a:pt x="10725114" y="624003"/>
                </a:cubicBezTo>
                <a:cubicBezTo>
                  <a:pt x="10725114" y="695589"/>
                  <a:pt x="10754950" y="755990"/>
                  <a:pt x="10837029" y="755990"/>
                </a:cubicBezTo>
                <a:lnTo>
                  <a:pt x="11036095" y="755990"/>
                </a:lnTo>
                <a:cubicBezTo>
                  <a:pt x="11097065" y="755990"/>
                  <a:pt x="11097065" y="802733"/>
                  <a:pt x="11097065" y="824044"/>
                </a:cubicBezTo>
                <a:cubicBezTo>
                  <a:pt x="11097065" y="843824"/>
                  <a:pt x="11097065" y="884680"/>
                  <a:pt x="11037629" y="884680"/>
                </a:cubicBezTo>
                <a:lnTo>
                  <a:pt x="10732897" y="884680"/>
                </a:lnTo>
                <a:lnTo>
                  <a:pt x="10732897" y="954383"/>
                </a:lnTo>
                <a:lnTo>
                  <a:pt x="11072536" y="954383"/>
                </a:lnTo>
                <a:cubicBezTo>
                  <a:pt x="11157209" y="954383"/>
                  <a:pt x="11181502" y="904697"/>
                  <a:pt x="11181502" y="824633"/>
                </a:cubicBezTo>
                <a:cubicBezTo>
                  <a:pt x="11181502" y="729145"/>
                  <a:pt x="11150251" y="686405"/>
                  <a:pt x="11077843" y="686405"/>
                </a:cubicBezTo>
                <a:lnTo>
                  <a:pt x="10862856" y="686405"/>
                </a:lnTo>
                <a:cubicBezTo>
                  <a:pt x="10808608" y="686405"/>
                  <a:pt x="10808608" y="649787"/>
                  <a:pt x="10808608" y="625416"/>
                </a:cubicBezTo>
                <a:cubicBezTo>
                  <a:pt x="10808608" y="606341"/>
                  <a:pt x="10814034" y="566663"/>
                  <a:pt x="10872173" y="566663"/>
                </a:cubicBezTo>
                <a:lnTo>
                  <a:pt x="11165818" y="566663"/>
                </a:lnTo>
                <a:lnTo>
                  <a:pt x="11165818" y="497078"/>
                </a:lnTo>
                <a:close/>
                <a:moveTo>
                  <a:pt x="10031805" y="497078"/>
                </a:moveTo>
                <a:lnTo>
                  <a:pt x="10031805" y="954500"/>
                </a:lnTo>
                <a:lnTo>
                  <a:pt x="10115417" y="954500"/>
                </a:lnTo>
                <a:lnTo>
                  <a:pt x="10115417" y="566663"/>
                </a:lnTo>
                <a:lnTo>
                  <a:pt x="10306935" y="566663"/>
                </a:lnTo>
                <a:lnTo>
                  <a:pt x="10306935" y="954500"/>
                </a:lnTo>
                <a:lnTo>
                  <a:pt x="10390784" y="954500"/>
                </a:lnTo>
                <a:lnTo>
                  <a:pt x="10390784" y="566663"/>
                </a:lnTo>
                <a:lnTo>
                  <a:pt x="10518148" y="566663"/>
                </a:lnTo>
                <a:cubicBezTo>
                  <a:pt x="10561192" y="566663"/>
                  <a:pt x="10591501" y="592449"/>
                  <a:pt x="10591501" y="648375"/>
                </a:cubicBezTo>
                <a:lnTo>
                  <a:pt x="10591501" y="954500"/>
                </a:lnTo>
                <a:lnTo>
                  <a:pt x="10675230" y="954500"/>
                </a:lnTo>
                <a:lnTo>
                  <a:pt x="10675230" y="625180"/>
                </a:lnTo>
                <a:cubicBezTo>
                  <a:pt x="10675348" y="562895"/>
                  <a:pt x="10643154" y="497078"/>
                  <a:pt x="10560367" y="497078"/>
                </a:cubicBezTo>
                <a:close/>
                <a:moveTo>
                  <a:pt x="0" y="0"/>
                </a:moveTo>
                <a:lnTo>
                  <a:pt x="12192000" y="0"/>
                </a:lnTo>
                <a:lnTo>
                  <a:pt x="12192000" y="6858000"/>
                </a:lnTo>
                <a:lnTo>
                  <a:pt x="0" y="6858000"/>
                </a:lnTo>
                <a:close/>
              </a:path>
            </a:pathLst>
          </a:custGeom>
          <a:solidFill>
            <a:schemeClr val="bg2"/>
          </a:solidFill>
        </p:spPr>
        <p:txBody>
          <a:bodyPr wrap="square">
            <a:noAutofit/>
          </a:bodyPr>
          <a:lstStyle/>
          <a:p>
            <a:r>
              <a:rPr lang="de-DE"/>
              <a:t>Bild durch Klicken auf Symbol hinzufügen</a:t>
            </a:r>
          </a:p>
        </p:txBody>
      </p:sp>
      <p:sp>
        <p:nvSpPr>
          <p:cNvPr id="85" name="Titel 84">
            <a:extLst>
              <a:ext uri="{FF2B5EF4-FFF2-40B4-BE49-F238E27FC236}">
                <a16:creationId xmlns:a16="http://schemas.microsoft.com/office/drawing/2014/main" id="{1C5AFEA5-AB8B-AE9B-F802-98E24FCBE5BF}"/>
              </a:ext>
            </a:extLst>
          </p:cNvPr>
          <p:cNvSpPr>
            <a:spLocks noGrp="1"/>
          </p:cNvSpPr>
          <p:nvPr>
            <p:ph type="ctrTitle"/>
          </p:nvPr>
        </p:nvSpPr>
        <p:spPr bwMode="gray">
          <a:xfrm>
            <a:off x="623888" y="3502024"/>
            <a:ext cx="8208831" cy="2590799"/>
          </a:xfrm>
          <a:custGeom>
            <a:avLst/>
            <a:gdLst>
              <a:gd name="connsiteX0" fmla="*/ 0 w 8253412"/>
              <a:gd name="connsiteY0" fmla="*/ 0 h 2522538"/>
              <a:gd name="connsiteX1" fmla="*/ 8033018 w 8253412"/>
              <a:gd name="connsiteY1" fmla="*/ 0 h 2522538"/>
              <a:gd name="connsiteX2" fmla="*/ 8253412 w 8253412"/>
              <a:gd name="connsiteY2" fmla="*/ 220394 h 2522538"/>
              <a:gd name="connsiteX3" fmla="*/ 8253412 w 8253412"/>
              <a:gd name="connsiteY3" fmla="*/ 2522538 h 2522538"/>
              <a:gd name="connsiteX4" fmla="*/ 220394 w 8253412"/>
              <a:gd name="connsiteY4" fmla="*/ 2522538 h 2522538"/>
              <a:gd name="connsiteX5" fmla="*/ 0 w 8253412"/>
              <a:gd name="connsiteY5" fmla="*/ 2302144 h 2522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3412" h="2522538">
                <a:moveTo>
                  <a:pt x="0" y="0"/>
                </a:moveTo>
                <a:lnTo>
                  <a:pt x="8033018" y="0"/>
                </a:lnTo>
                <a:cubicBezTo>
                  <a:pt x="8154738" y="0"/>
                  <a:pt x="8253412" y="98674"/>
                  <a:pt x="8253412" y="220394"/>
                </a:cubicBezTo>
                <a:lnTo>
                  <a:pt x="8253412" y="2522538"/>
                </a:lnTo>
                <a:lnTo>
                  <a:pt x="220394" y="2522538"/>
                </a:lnTo>
                <a:cubicBezTo>
                  <a:pt x="98674" y="2522538"/>
                  <a:pt x="0" y="2423864"/>
                  <a:pt x="0" y="2302144"/>
                </a:cubicBezTo>
                <a:close/>
              </a:path>
            </a:pathLst>
          </a:custGeom>
          <a:solidFill>
            <a:schemeClr val="bg1"/>
          </a:solidFill>
        </p:spPr>
        <p:txBody>
          <a:bodyPr vert="horz" wrap="square" lIns="1404000" tIns="360000" anchor="t">
            <a:noAutofit/>
          </a:bodyPr>
          <a:lstStyle>
            <a:lvl1pPr algn="l" rtl="0">
              <a:defRPr sz="4000">
                <a:solidFill>
                  <a:schemeClr val="accent1"/>
                </a:solidFill>
              </a:defRPr>
            </a:lvl1pPr>
          </a:lstStyle>
          <a:p>
            <a:r>
              <a:rPr lang="de-DE"/>
              <a:t>Mastertitelformat bearbeiten</a:t>
            </a:r>
            <a:endParaRPr lang="de-DE" dirty="0"/>
          </a:p>
        </p:txBody>
      </p:sp>
      <p:sp>
        <p:nvSpPr>
          <p:cNvPr id="28" name="Textplatzhalter 27">
            <a:extLst>
              <a:ext uri="{FF2B5EF4-FFF2-40B4-BE49-F238E27FC236}">
                <a16:creationId xmlns:a16="http://schemas.microsoft.com/office/drawing/2014/main" id="{3426A492-33E3-F15D-C5C7-0F00867414D9}"/>
              </a:ext>
            </a:extLst>
          </p:cNvPr>
          <p:cNvSpPr>
            <a:spLocks noGrp="1"/>
          </p:cNvSpPr>
          <p:nvPr>
            <p:ph type="body" sz="quarter" idx="10" hasCustomPrompt="1"/>
          </p:nvPr>
        </p:nvSpPr>
        <p:spPr bwMode="gray">
          <a:xfrm>
            <a:off x="2082801" y="5425985"/>
            <a:ext cx="6426200" cy="369332"/>
          </a:xfrm>
          <a:noFill/>
        </p:spPr>
        <p:txBody>
          <a:bodyPr wrap="square" lIns="0" tIns="0" rIns="0" bIns="0" anchor="t">
            <a:noAutofit/>
          </a:bodyPr>
          <a:lstStyle>
            <a:lvl1pPr rtl="0">
              <a:defRPr sz="2400" b="0">
                <a:solidFill>
                  <a:schemeClr val="tx1"/>
                </a:solidFill>
              </a:defRPr>
            </a:lvl1pPr>
          </a:lstStyle>
          <a:p>
            <a:pPr lvl="0"/>
            <a:r>
              <a:rPr lang="de-DE" dirty="0" err="1"/>
              <a:t>Subtitle</a:t>
            </a:r>
            <a:r>
              <a:rPr lang="de-DE" dirty="0"/>
              <a:t> einfügen</a:t>
            </a:r>
          </a:p>
        </p:txBody>
      </p:sp>
      <p:sp>
        <p:nvSpPr>
          <p:cNvPr id="5" name="Textplatzhalter 4">
            <a:extLst>
              <a:ext uri="{FF2B5EF4-FFF2-40B4-BE49-F238E27FC236}">
                <a16:creationId xmlns:a16="http://schemas.microsoft.com/office/drawing/2014/main" id="{80DE9058-D20E-CEB2-68D0-6D683A3480D1}"/>
              </a:ext>
              <a:ext uri="{C183D7F6-B498-43B3-948B-1728B52AA6E4}">
                <adec:decorative xmlns:adec="http://schemas.microsoft.com/office/drawing/2017/decorative" val="1"/>
              </a:ext>
            </a:extLst>
          </p:cNvPr>
          <p:cNvSpPr>
            <a:spLocks noGrp="1"/>
          </p:cNvSpPr>
          <p:nvPr>
            <p:ph type="body" sz="quarter" idx="12" hasCustomPrompt="1"/>
          </p:nvPr>
        </p:nvSpPr>
        <p:spPr>
          <a:xfrm>
            <a:off x="944423" y="2783872"/>
            <a:ext cx="1451115" cy="1451115"/>
          </a:xfrm>
          <a:blipFill>
            <a:blip r:embed="rId5"/>
            <a:stretch>
              <a:fillRect/>
            </a:stretch>
          </a:blipFill>
        </p:spPr>
        <p:txBody>
          <a:bodyPr/>
          <a:lstStyle>
            <a:lvl1pPr>
              <a:defRPr sz="100">
                <a:noFill/>
              </a:defRPr>
            </a:lvl1pPr>
          </a:lstStyle>
          <a:p>
            <a:pPr lvl="0"/>
            <a:r>
              <a:rPr lang="de-DE"/>
              <a:t> </a:t>
            </a:r>
          </a:p>
        </p:txBody>
      </p:sp>
      <p:grpSp>
        <p:nvGrpSpPr>
          <p:cNvPr id="53" name="Gruppieren 52">
            <a:extLst>
              <a:ext uri="{FF2B5EF4-FFF2-40B4-BE49-F238E27FC236}">
                <a16:creationId xmlns:a16="http://schemas.microsoft.com/office/drawing/2014/main" id="{85C1E315-C0D4-8B7B-87F8-FE0E3BE95C3A}"/>
              </a:ext>
              <a:ext uri="{C183D7F6-B498-43B3-948B-1728B52AA6E4}">
                <adec:decorative xmlns:adec="http://schemas.microsoft.com/office/drawing/2017/decorative" val="1"/>
              </a:ext>
            </a:extLst>
          </p:cNvPr>
          <p:cNvGrpSpPr>
            <a:grpSpLocks/>
          </p:cNvGrpSpPr>
          <p:nvPr userDrawn="1"/>
        </p:nvGrpSpPr>
        <p:grpSpPr bwMode="gray">
          <a:xfrm>
            <a:off x="623888" y="-254000"/>
            <a:ext cx="11233150" cy="144000"/>
            <a:chOff x="623888" y="0"/>
            <a:chExt cx="11233150" cy="6858000"/>
          </a:xfrm>
        </p:grpSpPr>
        <p:cxnSp>
          <p:nvCxnSpPr>
            <p:cNvPr id="54" name="Gerader Verbinder 53">
              <a:extLst>
                <a:ext uri="{FF2B5EF4-FFF2-40B4-BE49-F238E27FC236}">
                  <a16:creationId xmlns:a16="http://schemas.microsoft.com/office/drawing/2014/main" id="{0D2EE9B8-FCB5-399E-F125-5AFBAEDFBA21}"/>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5" name="Gerader Verbinder 54">
              <a:extLst>
                <a:ext uri="{FF2B5EF4-FFF2-40B4-BE49-F238E27FC236}">
                  <a16:creationId xmlns:a16="http://schemas.microsoft.com/office/drawing/2014/main" id="{CF643A00-ED75-68F1-DACD-28F2385EAC60}"/>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64" name="Gruppieren 63">
            <a:extLst>
              <a:ext uri="{FF2B5EF4-FFF2-40B4-BE49-F238E27FC236}">
                <a16:creationId xmlns:a16="http://schemas.microsoft.com/office/drawing/2014/main" id="{07468542-F8CC-4294-5B3D-C3EDAB94CCCD}"/>
              </a:ext>
              <a:ext uri="{C183D7F6-B498-43B3-948B-1728B52AA6E4}">
                <adec:decorative xmlns:adec="http://schemas.microsoft.com/office/drawing/2017/decorative" val="1"/>
              </a:ext>
            </a:extLst>
          </p:cNvPr>
          <p:cNvGrpSpPr>
            <a:grpSpLocks/>
          </p:cNvGrpSpPr>
          <p:nvPr userDrawn="1"/>
        </p:nvGrpSpPr>
        <p:grpSpPr bwMode="gray">
          <a:xfrm>
            <a:off x="623888" y="6972300"/>
            <a:ext cx="11233150" cy="144000"/>
            <a:chOff x="623888" y="0"/>
            <a:chExt cx="11233150" cy="6858000"/>
          </a:xfrm>
        </p:grpSpPr>
        <p:cxnSp>
          <p:nvCxnSpPr>
            <p:cNvPr id="65" name="Gerader Verbinder 64">
              <a:extLst>
                <a:ext uri="{FF2B5EF4-FFF2-40B4-BE49-F238E27FC236}">
                  <a16:creationId xmlns:a16="http://schemas.microsoft.com/office/drawing/2014/main" id="{2BA97CC8-699F-8396-7CF0-85B9A2F7D786}"/>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6" name="Gerader Verbinder 65">
              <a:extLst>
                <a:ext uri="{FF2B5EF4-FFF2-40B4-BE49-F238E27FC236}">
                  <a16:creationId xmlns:a16="http://schemas.microsoft.com/office/drawing/2014/main" id="{AFA303A7-B579-0788-374F-CBCD519146E5}"/>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107" name="Gruppieren 106">
            <a:extLst>
              <a:ext uri="{FF2B5EF4-FFF2-40B4-BE49-F238E27FC236}">
                <a16:creationId xmlns:a16="http://schemas.microsoft.com/office/drawing/2014/main" id="{0FFB11FD-5603-A85E-7E6C-98D18828B75E}"/>
              </a:ext>
              <a:ext uri="{C183D7F6-B498-43B3-948B-1728B52AA6E4}">
                <adec:decorative xmlns:adec="http://schemas.microsoft.com/office/drawing/2017/decorative" val="1"/>
              </a:ext>
            </a:extLst>
          </p:cNvPr>
          <p:cNvGrpSpPr/>
          <p:nvPr userDrawn="1"/>
        </p:nvGrpSpPr>
        <p:grpSpPr bwMode="gray">
          <a:xfrm>
            <a:off x="-254000" y="296863"/>
            <a:ext cx="144000" cy="6300787"/>
            <a:chOff x="0" y="296863"/>
            <a:chExt cx="12192000" cy="6300787"/>
          </a:xfrm>
        </p:grpSpPr>
        <p:cxnSp>
          <p:nvCxnSpPr>
            <p:cNvPr id="108" name="Gerader Verbinder 107">
              <a:extLst>
                <a:ext uri="{FF2B5EF4-FFF2-40B4-BE49-F238E27FC236}">
                  <a16:creationId xmlns:a16="http://schemas.microsoft.com/office/drawing/2014/main" id="{2749D2E9-7EFF-A7FC-D65E-1AC784A7CD89}"/>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09" name="Gerader Verbinder 108">
              <a:extLst>
                <a:ext uri="{FF2B5EF4-FFF2-40B4-BE49-F238E27FC236}">
                  <a16:creationId xmlns:a16="http://schemas.microsoft.com/office/drawing/2014/main" id="{74D5BDE7-D3CD-5FF1-B688-34B9E5140D17}"/>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10" name="Gerader Verbinder 109">
              <a:extLst>
                <a:ext uri="{FF2B5EF4-FFF2-40B4-BE49-F238E27FC236}">
                  <a16:creationId xmlns:a16="http://schemas.microsoft.com/office/drawing/2014/main" id="{5E9C7C25-1933-BC6A-DB3E-6D5C34851E1A}"/>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11" name="Gerader Verbinder 110">
              <a:extLst>
                <a:ext uri="{FF2B5EF4-FFF2-40B4-BE49-F238E27FC236}">
                  <a16:creationId xmlns:a16="http://schemas.microsoft.com/office/drawing/2014/main" id="{7118A8B3-21EC-357B-D737-316C53323E88}"/>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12" name="Gerader Verbinder 111">
              <a:extLst>
                <a:ext uri="{FF2B5EF4-FFF2-40B4-BE49-F238E27FC236}">
                  <a16:creationId xmlns:a16="http://schemas.microsoft.com/office/drawing/2014/main" id="{85A19224-5EE4-7CCA-E52B-733A7C0E5949}"/>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13" name="Gerader Verbinder 112">
              <a:extLst>
                <a:ext uri="{FF2B5EF4-FFF2-40B4-BE49-F238E27FC236}">
                  <a16:creationId xmlns:a16="http://schemas.microsoft.com/office/drawing/2014/main" id="{ED0C12E0-83B2-3BC7-17E7-3A2A7136972A}"/>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14" name="Gerader Verbinder 113">
              <a:extLst>
                <a:ext uri="{FF2B5EF4-FFF2-40B4-BE49-F238E27FC236}">
                  <a16:creationId xmlns:a16="http://schemas.microsoft.com/office/drawing/2014/main" id="{47E84BB0-6D19-1552-6395-59C0BDFF3D7F}"/>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115" name="Gruppieren 114">
            <a:extLst>
              <a:ext uri="{FF2B5EF4-FFF2-40B4-BE49-F238E27FC236}">
                <a16:creationId xmlns:a16="http://schemas.microsoft.com/office/drawing/2014/main" id="{72C44A55-22E9-D998-D105-EE8FE060E5BB}"/>
              </a:ext>
              <a:ext uri="{C183D7F6-B498-43B3-948B-1728B52AA6E4}">
                <adec:decorative xmlns:adec="http://schemas.microsoft.com/office/drawing/2017/decorative" val="1"/>
              </a:ext>
            </a:extLst>
          </p:cNvPr>
          <p:cNvGrpSpPr/>
          <p:nvPr userDrawn="1"/>
        </p:nvGrpSpPr>
        <p:grpSpPr bwMode="gray">
          <a:xfrm>
            <a:off x="12301940" y="296863"/>
            <a:ext cx="144000" cy="6300787"/>
            <a:chOff x="0" y="296863"/>
            <a:chExt cx="12192000" cy="6300787"/>
          </a:xfrm>
        </p:grpSpPr>
        <p:cxnSp>
          <p:nvCxnSpPr>
            <p:cNvPr id="116" name="Gerader Verbinder 115">
              <a:extLst>
                <a:ext uri="{FF2B5EF4-FFF2-40B4-BE49-F238E27FC236}">
                  <a16:creationId xmlns:a16="http://schemas.microsoft.com/office/drawing/2014/main" id="{869DD93A-B32E-4DD1-FF2C-1FC9304E5919}"/>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17" name="Gerader Verbinder 116">
              <a:extLst>
                <a:ext uri="{FF2B5EF4-FFF2-40B4-BE49-F238E27FC236}">
                  <a16:creationId xmlns:a16="http://schemas.microsoft.com/office/drawing/2014/main" id="{313063ED-0434-6B81-3979-EEEB8B3729E5}"/>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18" name="Gerader Verbinder 117">
              <a:extLst>
                <a:ext uri="{FF2B5EF4-FFF2-40B4-BE49-F238E27FC236}">
                  <a16:creationId xmlns:a16="http://schemas.microsoft.com/office/drawing/2014/main" id="{6366CB3D-71E3-F59F-5731-2421DB9342DB}"/>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19" name="Gerader Verbinder 118">
              <a:extLst>
                <a:ext uri="{FF2B5EF4-FFF2-40B4-BE49-F238E27FC236}">
                  <a16:creationId xmlns:a16="http://schemas.microsoft.com/office/drawing/2014/main" id="{92DE8F93-E4A8-6D5B-9AD1-1320DF185226}"/>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20" name="Gerader Verbinder 119">
              <a:extLst>
                <a:ext uri="{FF2B5EF4-FFF2-40B4-BE49-F238E27FC236}">
                  <a16:creationId xmlns:a16="http://schemas.microsoft.com/office/drawing/2014/main" id="{116E9E51-1B14-0883-608D-6EE70B25BAE4}"/>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21" name="Gerader Verbinder 120">
              <a:extLst>
                <a:ext uri="{FF2B5EF4-FFF2-40B4-BE49-F238E27FC236}">
                  <a16:creationId xmlns:a16="http://schemas.microsoft.com/office/drawing/2014/main" id="{A996F359-5008-F2C0-3A4F-3CE19BAE67FD}"/>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22" name="Gerader Verbinder 121">
              <a:extLst>
                <a:ext uri="{FF2B5EF4-FFF2-40B4-BE49-F238E27FC236}">
                  <a16:creationId xmlns:a16="http://schemas.microsoft.com/office/drawing/2014/main" id="{E6DB519A-BC99-1D3C-F0EE-A9E63E3B2B45}"/>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7435394"/>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Titelfolie 3">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B762123-A025-4D74-4EAD-B98BCC05F347}"/>
              </a:ext>
            </a:extLst>
          </p:cNvPr>
          <p:cNvGraphicFramePr>
            <a:graphicFrameLocks noChangeAspect="1"/>
          </p:cNvGraphicFramePr>
          <p:nvPr userDrawn="1">
            <p:custDataLst>
              <p:tags r:id="rId1"/>
            </p:custDataLst>
            <p:extLst>
              <p:ext uri="{D42A27DB-BD31-4B8C-83A1-F6EECF244321}">
                <p14:modId xmlns:p14="http://schemas.microsoft.com/office/powerpoint/2010/main" val="15050526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think-cell data - do not delete" hidden="1">
                        <a:extLst>
                          <a:ext uri="{FF2B5EF4-FFF2-40B4-BE49-F238E27FC236}">
                            <a16:creationId xmlns:a16="http://schemas.microsoft.com/office/drawing/2014/main" id="{3B762123-A025-4D74-4EAD-B98BCC05F34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5" name="Titel 84">
            <a:extLst>
              <a:ext uri="{FF2B5EF4-FFF2-40B4-BE49-F238E27FC236}">
                <a16:creationId xmlns:a16="http://schemas.microsoft.com/office/drawing/2014/main" id="{1C5AFEA5-AB8B-AE9B-F802-98E24FCBE5BF}"/>
              </a:ext>
            </a:extLst>
          </p:cNvPr>
          <p:cNvSpPr>
            <a:spLocks noGrp="1"/>
          </p:cNvSpPr>
          <p:nvPr>
            <p:ph type="ctrTitle"/>
          </p:nvPr>
        </p:nvSpPr>
        <p:spPr bwMode="gray">
          <a:xfrm>
            <a:off x="2146201" y="2211159"/>
            <a:ext cx="8198670" cy="1505863"/>
          </a:xfrm>
          <a:prstGeom prst="rect">
            <a:avLst/>
          </a:prstGeom>
          <a:noFill/>
        </p:spPr>
        <p:txBody>
          <a:bodyPr vert="horz" wrap="square" lIns="0" tIns="0" rIns="0" bIns="0" anchor="t">
            <a:noAutofit/>
          </a:bodyPr>
          <a:lstStyle>
            <a:lvl1pPr algn="l" rtl="0">
              <a:defRPr sz="4800">
                <a:solidFill>
                  <a:schemeClr val="tx1"/>
                </a:solidFill>
                <a:latin typeface="+mj-lt"/>
              </a:defRPr>
            </a:lvl1pPr>
          </a:lstStyle>
          <a:p>
            <a:r>
              <a:rPr lang="de-DE"/>
              <a:t>Mastertitelformat bearbeiten</a:t>
            </a:r>
            <a:endParaRPr lang="de-DE" dirty="0"/>
          </a:p>
        </p:txBody>
      </p:sp>
      <p:sp>
        <p:nvSpPr>
          <p:cNvPr id="28" name="Textplatzhalter 27">
            <a:extLst>
              <a:ext uri="{FF2B5EF4-FFF2-40B4-BE49-F238E27FC236}">
                <a16:creationId xmlns:a16="http://schemas.microsoft.com/office/drawing/2014/main" id="{3426A492-33E3-F15D-C5C7-0F00867414D9}"/>
              </a:ext>
            </a:extLst>
          </p:cNvPr>
          <p:cNvSpPr>
            <a:spLocks noGrp="1"/>
          </p:cNvSpPr>
          <p:nvPr>
            <p:ph type="body" sz="quarter" idx="10" hasCustomPrompt="1"/>
          </p:nvPr>
        </p:nvSpPr>
        <p:spPr bwMode="gray">
          <a:xfrm>
            <a:off x="2146201" y="3717048"/>
            <a:ext cx="8198670" cy="369332"/>
          </a:xfrm>
          <a:noFill/>
        </p:spPr>
        <p:txBody>
          <a:bodyPr wrap="square" lIns="0" tIns="0" rIns="0" bIns="0" anchor="t">
            <a:noAutofit/>
          </a:bodyPr>
          <a:lstStyle>
            <a:lvl1pPr rtl="0">
              <a:defRPr sz="2400" b="0">
                <a:solidFill>
                  <a:schemeClr val="tx1"/>
                </a:solidFill>
              </a:defRPr>
            </a:lvl1pPr>
          </a:lstStyle>
          <a:p>
            <a:pPr lvl="0"/>
            <a:r>
              <a:rPr lang="de-DE" dirty="0" err="1"/>
              <a:t>Subtitle</a:t>
            </a:r>
            <a:r>
              <a:rPr lang="de-DE" dirty="0"/>
              <a:t> einfügen</a:t>
            </a:r>
          </a:p>
        </p:txBody>
      </p:sp>
      <p:grpSp>
        <p:nvGrpSpPr>
          <p:cNvPr id="33" name="Gruppieren 32">
            <a:extLst>
              <a:ext uri="{FF2B5EF4-FFF2-40B4-BE49-F238E27FC236}">
                <a16:creationId xmlns:a16="http://schemas.microsoft.com/office/drawing/2014/main" id="{0CB106EF-3BA3-D76F-C56B-E342B8AAF22E}"/>
              </a:ext>
              <a:ext uri="{C183D7F6-B498-43B3-948B-1728B52AA6E4}">
                <adec:decorative xmlns:adec="http://schemas.microsoft.com/office/drawing/2017/decorative" val="1"/>
              </a:ext>
            </a:extLst>
          </p:cNvPr>
          <p:cNvGrpSpPr/>
          <p:nvPr userDrawn="1"/>
        </p:nvGrpSpPr>
        <p:grpSpPr>
          <a:xfrm>
            <a:off x="996459" y="1160678"/>
            <a:ext cx="1861676" cy="1861676"/>
            <a:chOff x="986299" y="1089558"/>
            <a:chExt cx="1367360" cy="1367360"/>
          </a:xfrm>
        </p:grpSpPr>
        <p:sp>
          <p:nvSpPr>
            <p:cNvPr id="17" name="Bogen 16">
              <a:extLst>
                <a:ext uri="{FF2B5EF4-FFF2-40B4-BE49-F238E27FC236}">
                  <a16:creationId xmlns:a16="http://schemas.microsoft.com/office/drawing/2014/main" id="{40BF3617-F480-F93D-1B46-2842F9036DA8}"/>
                </a:ext>
              </a:extLst>
            </p:cNvPr>
            <p:cNvSpPr>
              <a:spLocks/>
            </p:cNvSpPr>
            <p:nvPr userDrawn="1"/>
          </p:nvSpPr>
          <p:spPr bwMode="gray">
            <a:xfrm flipH="1">
              <a:off x="986299" y="1089558"/>
              <a:ext cx="1367360" cy="1367360"/>
            </a:xfrm>
            <a:prstGeom prst="arc">
              <a:avLst>
                <a:gd name="adj1" fmla="val 10811763"/>
                <a:gd name="adj2" fmla="val 21579546"/>
              </a:avLst>
            </a:prstGeom>
            <a:ln w="63500">
              <a:solidFill>
                <a:schemeClr val="bg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16" name="Bogen 15">
              <a:extLst>
                <a:ext uri="{FF2B5EF4-FFF2-40B4-BE49-F238E27FC236}">
                  <a16:creationId xmlns:a16="http://schemas.microsoft.com/office/drawing/2014/main" id="{5CB9498F-724C-1927-C59B-9E545F43910F}"/>
                </a:ext>
              </a:extLst>
            </p:cNvPr>
            <p:cNvSpPr>
              <a:spLocks/>
            </p:cNvSpPr>
            <p:nvPr userDrawn="1"/>
          </p:nvSpPr>
          <p:spPr bwMode="gray">
            <a:xfrm flipH="1">
              <a:off x="986299" y="1089558"/>
              <a:ext cx="1367360" cy="1367360"/>
            </a:xfrm>
            <a:prstGeom prst="arc">
              <a:avLst>
                <a:gd name="adj1" fmla="val 21583410"/>
                <a:gd name="adj2" fmla="val 5403393"/>
              </a:avLst>
            </a:prstGeom>
            <a:ln w="635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grpSp>
      <p:grpSp>
        <p:nvGrpSpPr>
          <p:cNvPr id="53" name="Gruppieren 52">
            <a:extLst>
              <a:ext uri="{FF2B5EF4-FFF2-40B4-BE49-F238E27FC236}">
                <a16:creationId xmlns:a16="http://schemas.microsoft.com/office/drawing/2014/main" id="{85C1E315-C0D4-8B7B-87F8-FE0E3BE95C3A}"/>
              </a:ext>
              <a:ext uri="{C183D7F6-B498-43B3-948B-1728B52AA6E4}">
                <adec:decorative xmlns:adec="http://schemas.microsoft.com/office/drawing/2017/decorative" val="1"/>
              </a:ext>
            </a:extLst>
          </p:cNvPr>
          <p:cNvGrpSpPr>
            <a:grpSpLocks/>
          </p:cNvGrpSpPr>
          <p:nvPr userDrawn="1"/>
        </p:nvGrpSpPr>
        <p:grpSpPr bwMode="gray">
          <a:xfrm>
            <a:off x="623888" y="-254000"/>
            <a:ext cx="11233150" cy="144000"/>
            <a:chOff x="623888" y="0"/>
            <a:chExt cx="11233150" cy="6858000"/>
          </a:xfrm>
        </p:grpSpPr>
        <p:cxnSp>
          <p:nvCxnSpPr>
            <p:cNvPr id="54" name="Gerader Verbinder 53">
              <a:extLst>
                <a:ext uri="{FF2B5EF4-FFF2-40B4-BE49-F238E27FC236}">
                  <a16:creationId xmlns:a16="http://schemas.microsoft.com/office/drawing/2014/main" id="{0D2EE9B8-FCB5-399E-F125-5AFBAEDFBA21}"/>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5" name="Gerader Verbinder 54">
              <a:extLst>
                <a:ext uri="{FF2B5EF4-FFF2-40B4-BE49-F238E27FC236}">
                  <a16:creationId xmlns:a16="http://schemas.microsoft.com/office/drawing/2014/main" id="{CF643A00-ED75-68F1-DACD-28F2385EAC60}"/>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64" name="Gruppieren 63">
            <a:extLst>
              <a:ext uri="{FF2B5EF4-FFF2-40B4-BE49-F238E27FC236}">
                <a16:creationId xmlns:a16="http://schemas.microsoft.com/office/drawing/2014/main" id="{07468542-F8CC-4294-5B3D-C3EDAB94CCCD}"/>
              </a:ext>
              <a:ext uri="{C183D7F6-B498-43B3-948B-1728B52AA6E4}">
                <adec:decorative xmlns:adec="http://schemas.microsoft.com/office/drawing/2017/decorative" val="1"/>
              </a:ext>
            </a:extLst>
          </p:cNvPr>
          <p:cNvGrpSpPr>
            <a:grpSpLocks/>
          </p:cNvGrpSpPr>
          <p:nvPr userDrawn="1"/>
        </p:nvGrpSpPr>
        <p:grpSpPr bwMode="gray">
          <a:xfrm>
            <a:off x="623888" y="6972300"/>
            <a:ext cx="11233150" cy="144000"/>
            <a:chOff x="623888" y="0"/>
            <a:chExt cx="11233150" cy="6858000"/>
          </a:xfrm>
        </p:grpSpPr>
        <p:cxnSp>
          <p:nvCxnSpPr>
            <p:cNvPr id="65" name="Gerader Verbinder 64">
              <a:extLst>
                <a:ext uri="{FF2B5EF4-FFF2-40B4-BE49-F238E27FC236}">
                  <a16:creationId xmlns:a16="http://schemas.microsoft.com/office/drawing/2014/main" id="{2BA97CC8-699F-8396-7CF0-85B9A2F7D786}"/>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6" name="Gerader Verbinder 65">
              <a:extLst>
                <a:ext uri="{FF2B5EF4-FFF2-40B4-BE49-F238E27FC236}">
                  <a16:creationId xmlns:a16="http://schemas.microsoft.com/office/drawing/2014/main" id="{AFA303A7-B579-0788-374F-CBCD519146E5}"/>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pic>
        <p:nvPicPr>
          <p:cNvPr id="6" name="Grafik 5">
            <a:extLst>
              <a:ext uri="{FF2B5EF4-FFF2-40B4-BE49-F238E27FC236}">
                <a16:creationId xmlns:a16="http://schemas.microsoft.com/office/drawing/2014/main" id="{69AD8A91-7AEB-C53B-7F6C-16297FC0020C}"/>
              </a:ext>
              <a:ext uri="{C183D7F6-B498-43B3-948B-1728B52AA6E4}">
                <adec:decorative xmlns:adec="http://schemas.microsoft.com/office/drawing/2017/decorative" val="1"/>
              </a:ext>
            </a:extLst>
          </p:cNvPr>
          <p:cNvPicPr>
            <a:picLocks/>
          </p:cNvPicPr>
          <p:nvPr userDrawn="1"/>
        </p:nvPicPr>
        <p:blipFill rotWithShape="1">
          <a:blip r:embed="rId5">
            <a:extLst>
              <a:ext uri="{28A0092B-C50C-407E-A947-70E740481C1C}">
                <a14:useLocalDpi xmlns:a14="http://schemas.microsoft.com/office/drawing/2010/main" val="0"/>
              </a:ext>
            </a:extLst>
          </a:blip>
          <a:srcRect/>
          <a:stretch/>
        </p:blipFill>
        <p:spPr bwMode="gray">
          <a:xfrm>
            <a:off x="0" y="0"/>
            <a:ext cx="12192000" cy="142290"/>
          </a:xfrm>
          <a:prstGeom prst="rect">
            <a:avLst/>
          </a:prstGeom>
        </p:spPr>
      </p:pic>
      <p:grpSp>
        <p:nvGrpSpPr>
          <p:cNvPr id="2" name="Gruppieren 1">
            <a:extLst>
              <a:ext uri="{FF2B5EF4-FFF2-40B4-BE49-F238E27FC236}">
                <a16:creationId xmlns:a16="http://schemas.microsoft.com/office/drawing/2014/main" id="{926F182A-DC90-3BD4-F0E4-FE4E818F8300}"/>
              </a:ext>
              <a:ext uri="{C183D7F6-B498-43B3-948B-1728B52AA6E4}">
                <adec:decorative xmlns:adec="http://schemas.microsoft.com/office/drawing/2017/decorative" val="1"/>
              </a:ext>
            </a:extLst>
          </p:cNvPr>
          <p:cNvGrpSpPr>
            <a:grpSpLocks/>
          </p:cNvGrpSpPr>
          <p:nvPr userDrawn="1"/>
        </p:nvGrpSpPr>
        <p:grpSpPr bwMode="gray">
          <a:xfrm>
            <a:off x="9768114" y="5710720"/>
            <a:ext cx="1915180" cy="598005"/>
            <a:chOff x="5324475" y="3186112"/>
            <a:chExt cx="1546859" cy="483775"/>
          </a:xfrm>
        </p:grpSpPr>
        <p:sp>
          <p:nvSpPr>
            <p:cNvPr id="4" name="Freihandform: Form 3">
              <a:extLst>
                <a:ext uri="{FF2B5EF4-FFF2-40B4-BE49-F238E27FC236}">
                  <a16:creationId xmlns:a16="http://schemas.microsoft.com/office/drawing/2014/main" id="{BD7D5D96-8F90-E036-05B2-C58D1BF4E30D}"/>
                </a:ext>
              </a:extLst>
            </p:cNvPr>
            <p:cNvSpPr/>
            <p:nvPr/>
          </p:nvSpPr>
          <p:spPr bwMode="gray">
            <a:xfrm>
              <a:off x="5324475" y="3397471"/>
              <a:ext cx="161163" cy="160972"/>
            </a:xfrm>
            <a:custGeom>
              <a:avLst/>
              <a:gdLst>
                <a:gd name="connsiteX0" fmla="*/ 0 w 161163"/>
                <a:gd name="connsiteY0" fmla="*/ 80581 h 160972"/>
                <a:gd name="connsiteX1" fmla="*/ 80582 w 161163"/>
                <a:gd name="connsiteY1" fmla="*/ 0 h 160972"/>
                <a:gd name="connsiteX2" fmla="*/ 161163 w 161163"/>
                <a:gd name="connsiteY2" fmla="*/ 80486 h 160972"/>
                <a:gd name="connsiteX3" fmla="*/ 80582 w 161163"/>
                <a:gd name="connsiteY3" fmla="*/ 160973 h 160972"/>
                <a:gd name="connsiteX4" fmla="*/ 0 w 161163"/>
                <a:gd name="connsiteY4" fmla="*/ 80581 h 1609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163" h="160972">
                  <a:moveTo>
                    <a:pt x="0" y="80581"/>
                  </a:moveTo>
                  <a:cubicBezTo>
                    <a:pt x="0" y="36100"/>
                    <a:pt x="36100" y="0"/>
                    <a:pt x="80582" y="0"/>
                  </a:cubicBezTo>
                  <a:cubicBezTo>
                    <a:pt x="125063" y="0"/>
                    <a:pt x="161163" y="36100"/>
                    <a:pt x="161163" y="80486"/>
                  </a:cubicBezTo>
                  <a:cubicBezTo>
                    <a:pt x="161163" y="124873"/>
                    <a:pt x="125063" y="160973"/>
                    <a:pt x="80582" y="160973"/>
                  </a:cubicBezTo>
                  <a:cubicBezTo>
                    <a:pt x="36100" y="160973"/>
                    <a:pt x="0" y="124968"/>
                    <a:pt x="0" y="80581"/>
                  </a:cubicBezTo>
                </a:path>
              </a:pathLst>
            </a:custGeom>
            <a:solidFill>
              <a:schemeClr val="accent1"/>
            </a:solidFill>
            <a:ln w="9525" cap="flat">
              <a:noFill/>
              <a:prstDash val="solid"/>
              <a:miter/>
            </a:ln>
          </p:spPr>
          <p:txBody>
            <a:bodyPr rtlCol="0" anchor="ctr"/>
            <a:lstStyle/>
            <a:p>
              <a:endParaRPr lang="de-DE">
                <a:latin typeface="Carnac Light" panose="02000503000000020004" pitchFamily="2" charset="77"/>
              </a:endParaRPr>
            </a:p>
          </p:txBody>
        </p:sp>
        <p:sp>
          <p:nvSpPr>
            <p:cNvPr id="7" name="Freihandform: Form 6">
              <a:extLst>
                <a:ext uri="{FF2B5EF4-FFF2-40B4-BE49-F238E27FC236}">
                  <a16:creationId xmlns:a16="http://schemas.microsoft.com/office/drawing/2014/main" id="{CB64F509-0955-4AC8-66B6-76413CD8620E}"/>
                </a:ext>
              </a:extLst>
            </p:cNvPr>
            <p:cNvSpPr/>
            <p:nvPr/>
          </p:nvSpPr>
          <p:spPr bwMode="gray">
            <a:xfrm>
              <a:off x="5537454" y="3186112"/>
              <a:ext cx="1333880" cy="483775"/>
            </a:xfrm>
            <a:custGeom>
              <a:avLst/>
              <a:gdLst>
                <a:gd name="connsiteX0" fmla="*/ 1127855 w 1333880"/>
                <a:gd name="connsiteY0" fmla="*/ 56388 h 483775"/>
                <a:gd name="connsiteX1" fmla="*/ 1039367 w 1333880"/>
                <a:gd name="connsiteY1" fmla="*/ 116396 h 483775"/>
                <a:gd name="connsiteX2" fmla="*/ 1039367 w 1333880"/>
                <a:gd name="connsiteY2" fmla="*/ 182404 h 483775"/>
                <a:gd name="connsiteX3" fmla="*/ 1039367 w 1333880"/>
                <a:gd name="connsiteY3" fmla="*/ 262604 h 483775"/>
                <a:gd name="connsiteX4" fmla="*/ 1124807 w 1333880"/>
                <a:gd name="connsiteY4" fmla="*/ 313658 h 483775"/>
                <a:gd name="connsiteX5" fmla="*/ 1266539 w 1333880"/>
                <a:gd name="connsiteY5" fmla="*/ 313658 h 483775"/>
                <a:gd name="connsiteX6" fmla="*/ 1266634 w 1333880"/>
                <a:gd name="connsiteY6" fmla="*/ 313754 h 483775"/>
                <a:gd name="connsiteX7" fmla="*/ 1266634 w 1333880"/>
                <a:gd name="connsiteY7" fmla="*/ 56388 h 483775"/>
                <a:gd name="connsiteX8" fmla="*/ 1127855 w 1333880"/>
                <a:gd name="connsiteY8" fmla="*/ 56388 h 483775"/>
                <a:gd name="connsiteX9" fmla="*/ 1104233 w 1333880"/>
                <a:gd name="connsiteY9" fmla="*/ 0 h 483775"/>
                <a:gd name="connsiteX10" fmla="*/ 1104328 w 1333880"/>
                <a:gd name="connsiteY10" fmla="*/ 0 h 483775"/>
                <a:gd name="connsiteX11" fmla="*/ 1333880 w 1333880"/>
                <a:gd name="connsiteY11" fmla="*/ 0 h 483775"/>
                <a:gd name="connsiteX12" fmla="*/ 1333880 w 1333880"/>
                <a:gd name="connsiteY12" fmla="*/ 403098 h 483775"/>
                <a:gd name="connsiteX13" fmla="*/ 1250727 w 1333880"/>
                <a:gd name="connsiteY13" fmla="*/ 483775 h 483775"/>
                <a:gd name="connsiteX14" fmla="*/ 1017841 w 1333880"/>
                <a:gd name="connsiteY14" fmla="*/ 483775 h 483775"/>
                <a:gd name="connsiteX15" fmla="*/ 1017841 w 1333880"/>
                <a:gd name="connsiteY15" fmla="*/ 424529 h 483775"/>
                <a:gd name="connsiteX16" fmla="*/ 1229105 w 1333880"/>
                <a:gd name="connsiteY16" fmla="*/ 424529 h 483775"/>
                <a:gd name="connsiteX17" fmla="*/ 1266539 w 1333880"/>
                <a:gd name="connsiteY17" fmla="*/ 384429 h 483775"/>
                <a:gd name="connsiteX18" fmla="*/ 1266539 w 1333880"/>
                <a:gd name="connsiteY18" fmla="*/ 370142 h 483775"/>
                <a:gd name="connsiteX19" fmla="*/ 1104423 w 1333880"/>
                <a:gd name="connsiteY19" fmla="*/ 370142 h 483775"/>
                <a:gd name="connsiteX20" fmla="*/ 1007173 w 1333880"/>
                <a:gd name="connsiteY20" fmla="*/ 350901 h 483775"/>
                <a:gd name="connsiteX21" fmla="*/ 970216 w 1333880"/>
                <a:gd name="connsiteY21" fmla="*/ 251079 h 483775"/>
                <a:gd name="connsiteX22" fmla="*/ 970216 w 1333880"/>
                <a:gd name="connsiteY22" fmla="*/ 117443 h 483775"/>
                <a:gd name="connsiteX23" fmla="*/ 1005077 w 1333880"/>
                <a:gd name="connsiteY23" fmla="*/ 22765 h 483775"/>
                <a:gd name="connsiteX24" fmla="*/ 1104233 w 1333880"/>
                <a:gd name="connsiteY24" fmla="*/ 0 h 483775"/>
                <a:gd name="connsiteX25" fmla="*/ 655033 w 1333880"/>
                <a:gd name="connsiteY25" fmla="*/ 0 h 483775"/>
                <a:gd name="connsiteX26" fmla="*/ 915923 w 1333880"/>
                <a:gd name="connsiteY26" fmla="*/ 0 h 483775"/>
                <a:gd name="connsiteX27" fmla="*/ 915923 w 1333880"/>
                <a:gd name="connsiteY27" fmla="*/ 56293 h 483775"/>
                <a:gd name="connsiteX28" fmla="*/ 678751 w 1333880"/>
                <a:gd name="connsiteY28" fmla="*/ 56293 h 483775"/>
                <a:gd name="connsiteX29" fmla="*/ 627411 w 1333880"/>
                <a:gd name="connsiteY29" fmla="*/ 103823 h 483775"/>
                <a:gd name="connsiteX30" fmla="*/ 671226 w 1333880"/>
                <a:gd name="connsiteY30" fmla="*/ 153162 h 483775"/>
                <a:gd name="connsiteX31" fmla="*/ 844867 w 1333880"/>
                <a:gd name="connsiteY31" fmla="*/ 153162 h 483775"/>
                <a:gd name="connsiteX32" fmla="*/ 928591 w 1333880"/>
                <a:gd name="connsiteY32" fmla="*/ 264986 h 483775"/>
                <a:gd name="connsiteX33" fmla="*/ 840581 w 1333880"/>
                <a:gd name="connsiteY33" fmla="*/ 369951 h 483775"/>
                <a:gd name="connsiteX34" fmla="*/ 566260 w 1333880"/>
                <a:gd name="connsiteY34" fmla="*/ 369951 h 483775"/>
                <a:gd name="connsiteX35" fmla="*/ 566260 w 1333880"/>
                <a:gd name="connsiteY35" fmla="*/ 313563 h 483775"/>
                <a:gd name="connsiteX36" fmla="*/ 812387 w 1333880"/>
                <a:gd name="connsiteY36" fmla="*/ 313563 h 483775"/>
                <a:gd name="connsiteX37" fmla="*/ 860393 w 1333880"/>
                <a:gd name="connsiteY37" fmla="*/ 264509 h 483775"/>
                <a:gd name="connsiteX38" fmla="*/ 811148 w 1333880"/>
                <a:gd name="connsiteY38" fmla="*/ 209455 h 483775"/>
                <a:gd name="connsiteX39" fmla="*/ 650366 w 1333880"/>
                <a:gd name="connsiteY39" fmla="*/ 209455 h 483775"/>
                <a:gd name="connsiteX40" fmla="*/ 559974 w 1333880"/>
                <a:gd name="connsiteY40" fmla="*/ 102680 h 483775"/>
                <a:gd name="connsiteX41" fmla="*/ 655033 w 1333880"/>
                <a:gd name="connsiteY41" fmla="*/ 0 h 483775"/>
                <a:gd name="connsiteX42" fmla="*/ 0 w 1333880"/>
                <a:gd name="connsiteY42" fmla="*/ 0 h 483775"/>
                <a:gd name="connsiteX43" fmla="*/ 426911 w 1333880"/>
                <a:gd name="connsiteY43" fmla="*/ 0 h 483775"/>
                <a:gd name="connsiteX44" fmla="*/ 519684 w 1333880"/>
                <a:gd name="connsiteY44" fmla="*/ 103632 h 483775"/>
                <a:gd name="connsiteX45" fmla="*/ 519684 w 1333880"/>
                <a:gd name="connsiteY45" fmla="*/ 370046 h 483775"/>
                <a:gd name="connsiteX46" fmla="*/ 452057 w 1333880"/>
                <a:gd name="connsiteY46" fmla="*/ 370046 h 483775"/>
                <a:gd name="connsiteX47" fmla="*/ 452057 w 1333880"/>
                <a:gd name="connsiteY47" fmla="*/ 122396 h 483775"/>
                <a:gd name="connsiteX48" fmla="*/ 392811 w 1333880"/>
                <a:gd name="connsiteY48" fmla="*/ 56293 h 483775"/>
                <a:gd name="connsiteX49" fmla="*/ 289941 w 1333880"/>
                <a:gd name="connsiteY49" fmla="*/ 56293 h 483775"/>
                <a:gd name="connsiteX50" fmla="*/ 289941 w 1333880"/>
                <a:gd name="connsiteY50" fmla="*/ 370046 h 483775"/>
                <a:gd name="connsiteX51" fmla="*/ 222218 w 1333880"/>
                <a:gd name="connsiteY51" fmla="*/ 370046 h 483775"/>
                <a:gd name="connsiteX52" fmla="*/ 222218 w 1333880"/>
                <a:gd name="connsiteY52" fmla="*/ 56293 h 483775"/>
                <a:gd name="connsiteX53" fmla="*/ 67532 w 1333880"/>
                <a:gd name="connsiteY53" fmla="*/ 56293 h 483775"/>
                <a:gd name="connsiteX54" fmla="*/ 67532 w 1333880"/>
                <a:gd name="connsiteY54" fmla="*/ 370046 h 483775"/>
                <a:gd name="connsiteX55" fmla="*/ 0 w 1333880"/>
                <a:gd name="connsiteY55" fmla="*/ 370046 h 483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333880" h="483775">
                  <a:moveTo>
                    <a:pt x="1127855" y="56388"/>
                  </a:moveTo>
                  <a:cubicBezTo>
                    <a:pt x="1058513" y="54769"/>
                    <a:pt x="1041654" y="70961"/>
                    <a:pt x="1039367" y="116396"/>
                  </a:cubicBezTo>
                  <a:cubicBezTo>
                    <a:pt x="1039082" y="121444"/>
                    <a:pt x="1039558" y="133160"/>
                    <a:pt x="1039367" y="182404"/>
                  </a:cubicBezTo>
                  <a:cubicBezTo>
                    <a:pt x="1039177" y="240411"/>
                    <a:pt x="1039367" y="260318"/>
                    <a:pt x="1039367" y="262604"/>
                  </a:cubicBezTo>
                  <a:cubicBezTo>
                    <a:pt x="1040415" y="316801"/>
                    <a:pt x="1082897" y="313944"/>
                    <a:pt x="1124807" y="313658"/>
                  </a:cubicBezTo>
                  <a:lnTo>
                    <a:pt x="1266539" y="313658"/>
                  </a:lnTo>
                  <a:lnTo>
                    <a:pt x="1266634" y="313754"/>
                  </a:lnTo>
                  <a:lnTo>
                    <a:pt x="1266634" y="56388"/>
                  </a:lnTo>
                  <a:cubicBezTo>
                    <a:pt x="1266634" y="56388"/>
                    <a:pt x="1131950" y="56483"/>
                    <a:pt x="1127855" y="56388"/>
                  </a:cubicBezTo>
                  <a:close/>
                  <a:moveTo>
                    <a:pt x="1104233" y="0"/>
                  </a:moveTo>
                  <a:lnTo>
                    <a:pt x="1104328" y="0"/>
                  </a:lnTo>
                  <a:lnTo>
                    <a:pt x="1333880" y="0"/>
                  </a:lnTo>
                  <a:lnTo>
                    <a:pt x="1333880" y="403098"/>
                  </a:lnTo>
                  <a:cubicBezTo>
                    <a:pt x="1333880" y="455867"/>
                    <a:pt x="1313497" y="483775"/>
                    <a:pt x="1250727" y="483775"/>
                  </a:cubicBezTo>
                  <a:lnTo>
                    <a:pt x="1017841" y="483775"/>
                  </a:lnTo>
                  <a:lnTo>
                    <a:pt x="1017841" y="424529"/>
                  </a:lnTo>
                  <a:lnTo>
                    <a:pt x="1229105" y="424529"/>
                  </a:lnTo>
                  <a:cubicBezTo>
                    <a:pt x="1261109" y="424529"/>
                    <a:pt x="1266539" y="412337"/>
                    <a:pt x="1266539" y="384429"/>
                  </a:cubicBezTo>
                  <a:cubicBezTo>
                    <a:pt x="1266539" y="381476"/>
                    <a:pt x="1266539" y="370142"/>
                    <a:pt x="1266539" y="370142"/>
                  </a:cubicBezTo>
                  <a:lnTo>
                    <a:pt x="1104423" y="370142"/>
                  </a:lnTo>
                  <a:cubicBezTo>
                    <a:pt x="1040511" y="370142"/>
                    <a:pt x="1019746" y="359855"/>
                    <a:pt x="1007173" y="350901"/>
                  </a:cubicBezTo>
                  <a:cubicBezTo>
                    <a:pt x="988504" y="335185"/>
                    <a:pt x="970216" y="316801"/>
                    <a:pt x="970216" y="251079"/>
                  </a:cubicBezTo>
                  <a:lnTo>
                    <a:pt x="970216" y="117443"/>
                  </a:lnTo>
                  <a:cubicBezTo>
                    <a:pt x="970502" y="55340"/>
                    <a:pt x="987075" y="37148"/>
                    <a:pt x="1005077" y="22765"/>
                  </a:cubicBezTo>
                  <a:cubicBezTo>
                    <a:pt x="1021556" y="9620"/>
                    <a:pt x="1044035" y="0"/>
                    <a:pt x="1104233" y="0"/>
                  </a:cubicBezTo>
                  <a:close/>
                  <a:moveTo>
                    <a:pt x="655033" y="0"/>
                  </a:moveTo>
                  <a:lnTo>
                    <a:pt x="915923" y="0"/>
                  </a:lnTo>
                  <a:lnTo>
                    <a:pt x="915923" y="56293"/>
                  </a:lnTo>
                  <a:lnTo>
                    <a:pt x="678751" y="56293"/>
                  </a:lnTo>
                  <a:cubicBezTo>
                    <a:pt x="631793" y="56293"/>
                    <a:pt x="627411" y="88392"/>
                    <a:pt x="627411" y="103823"/>
                  </a:cubicBezTo>
                  <a:cubicBezTo>
                    <a:pt x="627411" y="123539"/>
                    <a:pt x="627411" y="153162"/>
                    <a:pt x="671226" y="153162"/>
                  </a:cubicBezTo>
                  <a:lnTo>
                    <a:pt x="844867" y="153162"/>
                  </a:lnTo>
                  <a:cubicBezTo>
                    <a:pt x="903350" y="153162"/>
                    <a:pt x="928591" y="187738"/>
                    <a:pt x="928591" y="264986"/>
                  </a:cubicBezTo>
                  <a:cubicBezTo>
                    <a:pt x="928591" y="329756"/>
                    <a:pt x="908970" y="369951"/>
                    <a:pt x="840581" y="369951"/>
                  </a:cubicBezTo>
                  <a:lnTo>
                    <a:pt x="566260" y="369951"/>
                  </a:lnTo>
                  <a:lnTo>
                    <a:pt x="566260" y="313563"/>
                  </a:lnTo>
                  <a:lnTo>
                    <a:pt x="812387" y="313563"/>
                  </a:lnTo>
                  <a:cubicBezTo>
                    <a:pt x="860393" y="313563"/>
                    <a:pt x="860393" y="280511"/>
                    <a:pt x="860393" y="264509"/>
                  </a:cubicBezTo>
                  <a:cubicBezTo>
                    <a:pt x="860393" y="247269"/>
                    <a:pt x="860393" y="209455"/>
                    <a:pt x="811148" y="209455"/>
                  </a:cubicBezTo>
                  <a:lnTo>
                    <a:pt x="650366" y="209455"/>
                  </a:lnTo>
                  <a:cubicBezTo>
                    <a:pt x="584072" y="209455"/>
                    <a:pt x="559974" y="160592"/>
                    <a:pt x="559974" y="102680"/>
                  </a:cubicBezTo>
                  <a:cubicBezTo>
                    <a:pt x="559974" y="48482"/>
                    <a:pt x="582072" y="0"/>
                    <a:pt x="655033" y="0"/>
                  </a:cubicBezTo>
                  <a:close/>
                  <a:moveTo>
                    <a:pt x="0" y="0"/>
                  </a:moveTo>
                  <a:lnTo>
                    <a:pt x="426911" y="0"/>
                  </a:lnTo>
                  <a:cubicBezTo>
                    <a:pt x="493776" y="0"/>
                    <a:pt x="519779" y="53245"/>
                    <a:pt x="519684" y="103632"/>
                  </a:cubicBezTo>
                  <a:lnTo>
                    <a:pt x="519684" y="370046"/>
                  </a:lnTo>
                  <a:lnTo>
                    <a:pt x="452057" y="370046"/>
                  </a:lnTo>
                  <a:lnTo>
                    <a:pt x="452057" y="122396"/>
                  </a:lnTo>
                  <a:cubicBezTo>
                    <a:pt x="452057" y="77153"/>
                    <a:pt x="427577" y="56293"/>
                    <a:pt x="392811" y="56293"/>
                  </a:cubicBezTo>
                  <a:lnTo>
                    <a:pt x="289941" y="56293"/>
                  </a:lnTo>
                  <a:lnTo>
                    <a:pt x="289941" y="370046"/>
                  </a:lnTo>
                  <a:lnTo>
                    <a:pt x="222218" y="370046"/>
                  </a:lnTo>
                  <a:lnTo>
                    <a:pt x="222218" y="56293"/>
                  </a:lnTo>
                  <a:lnTo>
                    <a:pt x="67532" y="56293"/>
                  </a:lnTo>
                  <a:lnTo>
                    <a:pt x="67532" y="370046"/>
                  </a:lnTo>
                  <a:lnTo>
                    <a:pt x="0" y="370046"/>
                  </a:lnTo>
                  <a:close/>
                </a:path>
              </a:pathLst>
            </a:custGeom>
            <a:solidFill>
              <a:schemeClr val="tx2"/>
            </a:solidFill>
            <a:ln w="9525" cap="flat">
              <a:noFill/>
              <a:prstDash val="solid"/>
              <a:miter/>
            </a:ln>
          </p:spPr>
          <p:txBody>
            <a:bodyPr rtlCol="0" anchor="ctr"/>
            <a:lstStyle/>
            <a:p>
              <a:endParaRPr lang="de-DE">
                <a:latin typeface="Carnac Light" panose="02000503000000020004" pitchFamily="2" charset="77"/>
              </a:endParaRPr>
            </a:p>
          </p:txBody>
        </p:sp>
      </p:grpSp>
      <p:grpSp>
        <p:nvGrpSpPr>
          <p:cNvPr id="120" name="Gruppieren 119">
            <a:extLst>
              <a:ext uri="{FF2B5EF4-FFF2-40B4-BE49-F238E27FC236}">
                <a16:creationId xmlns:a16="http://schemas.microsoft.com/office/drawing/2014/main" id="{4C92181B-04CE-084C-B7E6-66C9747E11FF}"/>
              </a:ext>
              <a:ext uri="{C183D7F6-B498-43B3-948B-1728B52AA6E4}">
                <adec:decorative xmlns:adec="http://schemas.microsoft.com/office/drawing/2017/decorative" val="1"/>
              </a:ext>
            </a:extLst>
          </p:cNvPr>
          <p:cNvGrpSpPr/>
          <p:nvPr userDrawn="1"/>
        </p:nvGrpSpPr>
        <p:grpSpPr bwMode="gray">
          <a:xfrm>
            <a:off x="-254000" y="296863"/>
            <a:ext cx="144000" cy="6300787"/>
            <a:chOff x="0" y="296863"/>
            <a:chExt cx="12192000" cy="6300787"/>
          </a:xfrm>
        </p:grpSpPr>
        <p:cxnSp>
          <p:nvCxnSpPr>
            <p:cNvPr id="121" name="Gerader Verbinder 120">
              <a:extLst>
                <a:ext uri="{FF2B5EF4-FFF2-40B4-BE49-F238E27FC236}">
                  <a16:creationId xmlns:a16="http://schemas.microsoft.com/office/drawing/2014/main" id="{74322542-8848-91A3-2CC1-B49F2A1C64C7}"/>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22" name="Gerader Verbinder 121">
              <a:extLst>
                <a:ext uri="{FF2B5EF4-FFF2-40B4-BE49-F238E27FC236}">
                  <a16:creationId xmlns:a16="http://schemas.microsoft.com/office/drawing/2014/main" id="{B4A02903-A4EC-4DBC-1A88-BA0045DE290B}"/>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23" name="Gerader Verbinder 122">
              <a:extLst>
                <a:ext uri="{FF2B5EF4-FFF2-40B4-BE49-F238E27FC236}">
                  <a16:creationId xmlns:a16="http://schemas.microsoft.com/office/drawing/2014/main" id="{6147429D-CE2D-FAC7-AC90-1D18B4818954}"/>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24" name="Gerader Verbinder 123">
              <a:extLst>
                <a:ext uri="{FF2B5EF4-FFF2-40B4-BE49-F238E27FC236}">
                  <a16:creationId xmlns:a16="http://schemas.microsoft.com/office/drawing/2014/main" id="{1FC67ADE-19D3-3847-E500-5F273F458B56}"/>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25" name="Gerader Verbinder 124">
              <a:extLst>
                <a:ext uri="{FF2B5EF4-FFF2-40B4-BE49-F238E27FC236}">
                  <a16:creationId xmlns:a16="http://schemas.microsoft.com/office/drawing/2014/main" id="{0F8BAEAD-A9E8-3D9D-9135-87183F75ECAF}"/>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26" name="Gerader Verbinder 125">
              <a:extLst>
                <a:ext uri="{FF2B5EF4-FFF2-40B4-BE49-F238E27FC236}">
                  <a16:creationId xmlns:a16="http://schemas.microsoft.com/office/drawing/2014/main" id="{D8988380-95F6-6010-BA59-76C89F69FE37}"/>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27" name="Gerader Verbinder 126">
              <a:extLst>
                <a:ext uri="{FF2B5EF4-FFF2-40B4-BE49-F238E27FC236}">
                  <a16:creationId xmlns:a16="http://schemas.microsoft.com/office/drawing/2014/main" id="{8E3ACD83-FC57-BA76-02B4-80C0805AC05C}"/>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128" name="Gruppieren 127">
            <a:extLst>
              <a:ext uri="{FF2B5EF4-FFF2-40B4-BE49-F238E27FC236}">
                <a16:creationId xmlns:a16="http://schemas.microsoft.com/office/drawing/2014/main" id="{9D0271DE-B45F-E85C-E6B5-C65E75C53AF9}"/>
              </a:ext>
              <a:ext uri="{C183D7F6-B498-43B3-948B-1728B52AA6E4}">
                <adec:decorative xmlns:adec="http://schemas.microsoft.com/office/drawing/2017/decorative" val="1"/>
              </a:ext>
            </a:extLst>
          </p:cNvPr>
          <p:cNvGrpSpPr/>
          <p:nvPr userDrawn="1"/>
        </p:nvGrpSpPr>
        <p:grpSpPr bwMode="gray">
          <a:xfrm>
            <a:off x="12301940" y="296863"/>
            <a:ext cx="144000" cy="6300787"/>
            <a:chOff x="0" y="296863"/>
            <a:chExt cx="12192000" cy="6300787"/>
          </a:xfrm>
        </p:grpSpPr>
        <p:cxnSp>
          <p:nvCxnSpPr>
            <p:cNvPr id="129" name="Gerader Verbinder 128">
              <a:extLst>
                <a:ext uri="{FF2B5EF4-FFF2-40B4-BE49-F238E27FC236}">
                  <a16:creationId xmlns:a16="http://schemas.microsoft.com/office/drawing/2014/main" id="{7FCF6D2C-0495-5977-2523-73C276F6CF77}"/>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30" name="Gerader Verbinder 129">
              <a:extLst>
                <a:ext uri="{FF2B5EF4-FFF2-40B4-BE49-F238E27FC236}">
                  <a16:creationId xmlns:a16="http://schemas.microsoft.com/office/drawing/2014/main" id="{D4434A06-31AC-9B63-5BC1-BAB9B7E2EE60}"/>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31" name="Gerader Verbinder 130">
              <a:extLst>
                <a:ext uri="{FF2B5EF4-FFF2-40B4-BE49-F238E27FC236}">
                  <a16:creationId xmlns:a16="http://schemas.microsoft.com/office/drawing/2014/main" id="{F6EC6CFA-74E2-30F7-39FC-5B9B1ADD5A00}"/>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32" name="Gerader Verbinder 131">
              <a:extLst>
                <a:ext uri="{FF2B5EF4-FFF2-40B4-BE49-F238E27FC236}">
                  <a16:creationId xmlns:a16="http://schemas.microsoft.com/office/drawing/2014/main" id="{C3E47CFD-4B65-07C1-9B1C-A0CFFD002667}"/>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33" name="Gerader Verbinder 132">
              <a:extLst>
                <a:ext uri="{FF2B5EF4-FFF2-40B4-BE49-F238E27FC236}">
                  <a16:creationId xmlns:a16="http://schemas.microsoft.com/office/drawing/2014/main" id="{ABE64895-180E-8835-CAAA-43AE1592414C}"/>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34" name="Gerader Verbinder 133">
              <a:extLst>
                <a:ext uri="{FF2B5EF4-FFF2-40B4-BE49-F238E27FC236}">
                  <a16:creationId xmlns:a16="http://schemas.microsoft.com/office/drawing/2014/main" id="{706A53F2-270B-CBD8-EBEF-8511551A4E9C}"/>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35" name="Gerader Verbinder 134">
              <a:extLst>
                <a:ext uri="{FF2B5EF4-FFF2-40B4-BE49-F238E27FC236}">
                  <a16:creationId xmlns:a16="http://schemas.microsoft.com/office/drawing/2014/main" id="{CBB7E1F7-F26E-C672-836B-E0BB50AA87F1}"/>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79283593"/>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A25395A-8F8D-D2E4-F755-32C3801B6119}"/>
              </a:ext>
            </a:extLst>
          </p:cNvPr>
          <p:cNvGraphicFramePr>
            <a:graphicFrameLocks noChangeAspect="1"/>
          </p:cNvGraphicFramePr>
          <p:nvPr userDrawn="1">
            <p:custDataLst>
              <p:tags r:id="rId1"/>
            </p:custDataLst>
            <p:extLst>
              <p:ext uri="{D42A27DB-BD31-4B8C-83A1-F6EECF244321}">
                <p14:modId xmlns:p14="http://schemas.microsoft.com/office/powerpoint/2010/main" val="42926064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think-cell data - do not delete" hidden="1">
                        <a:extLst>
                          <a:ext uri="{FF2B5EF4-FFF2-40B4-BE49-F238E27FC236}">
                            <a16:creationId xmlns:a16="http://schemas.microsoft.com/office/drawing/2014/main" id="{DA25395A-8F8D-D2E4-F755-32C3801B611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0" name="Titel 19">
            <a:extLst>
              <a:ext uri="{FF2B5EF4-FFF2-40B4-BE49-F238E27FC236}">
                <a16:creationId xmlns:a16="http://schemas.microsoft.com/office/drawing/2014/main" id="{92B86D02-4286-2F83-9BEC-EF0BA6257A9A}"/>
              </a:ext>
            </a:extLst>
          </p:cNvPr>
          <p:cNvSpPr>
            <a:spLocks noGrp="1"/>
          </p:cNvSpPr>
          <p:nvPr>
            <p:ph type="title"/>
          </p:nvPr>
        </p:nvSpPr>
        <p:spPr bwMode="gray"/>
        <p:txBody>
          <a:bodyPr vert="horz"/>
          <a:lstStyle>
            <a:lvl1pPr>
              <a:defRPr>
                <a:solidFill>
                  <a:schemeClr val="tx1"/>
                </a:solidFill>
              </a:defRPr>
            </a:lvl1pPr>
          </a:lstStyle>
          <a:p>
            <a:r>
              <a:rPr lang="de-DE"/>
              <a:t>Mastertitelformat bearbeiten</a:t>
            </a:r>
            <a:endParaRPr lang="de-DE" dirty="0"/>
          </a:p>
        </p:txBody>
      </p:sp>
      <p:sp>
        <p:nvSpPr>
          <p:cNvPr id="27" name="Textplatzhalter 26">
            <a:extLst>
              <a:ext uri="{FF2B5EF4-FFF2-40B4-BE49-F238E27FC236}">
                <a16:creationId xmlns:a16="http://schemas.microsoft.com/office/drawing/2014/main" id="{33F22782-CA28-1742-8EAF-1EBC495151D6}"/>
              </a:ext>
            </a:extLst>
          </p:cNvPr>
          <p:cNvSpPr>
            <a:spLocks noGrp="1"/>
          </p:cNvSpPr>
          <p:nvPr>
            <p:ph type="body" sz="quarter" idx="27" hasCustomPrompt="1"/>
          </p:nvPr>
        </p:nvSpPr>
        <p:spPr bwMode="gray">
          <a:xfrm>
            <a:off x="623888" y="1773238"/>
            <a:ext cx="432000" cy="432000"/>
          </a:xfrm>
          <a:prstGeom prst="ellipse">
            <a:avLst/>
          </a:prstGeom>
          <a:solidFill>
            <a:schemeClr val="bg1"/>
          </a:solidFill>
          <a:ln>
            <a:solidFill>
              <a:schemeClr val="tx1"/>
            </a:solidFill>
          </a:ln>
        </p:spPr>
        <p:txBody>
          <a:bodyPr anchor="ctr">
            <a:noAutofit/>
          </a:bodyPr>
          <a:lstStyle>
            <a:lvl1pPr algn="ctr" rtl="0">
              <a:defRPr sz="1600">
                <a:solidFill>
                  <a:schemeClr val="tx1"/>
                </a:solidFill>
              </a:defRPr>
            </a:lvl1pPr>
          </a:lstStyle>
          <a:p>
            <a:pPr lvl="0"/>
            <a:r>
              <a:rPr lang="de-DE" dirty="0"/>
              <a:t>01</a:t>
            </a:r>
          </a:p>
        </p:txBody>
      </p:sp>
      <p:sp>
        <p:nvSpPr>
          <p:cNvPr id="40" name="Textplatzhalter 39">
            <a:extLst>
              <a:ext uri="{FF2B5EF4-FFF2-40B4-BE49-F238E27FC236}">
                <a16:creationId xmlns:a16="http://schemas.microsoft.com/office/drawing/2014/main" id="{AFA1D9AC-7FF6-6CF2-35C7-822784B6FBCD}"/>
              </a:ext>
            </a:extLst>
          </p:cNvPr>
          <p:cNvSpPr>
            <a:spLocks noGrp="1"/>
          </p:cNvSpPr>
          <p:nvPr>
            <p:ph type="body" sz="quarter" idx="20"/>
          </p:nvPr>
        </p:nvSpPr>
        <p:spPr bwMode="gray">
          <a:xfrm>
            <a:off x="1271909" y="1866127"/>
            <a:ext cx="5461472" cy="246221"/>
          </a:xfrm>
        </p:spPr>
        <p:txBody>
          <a:bodyPr anchor="ctr">
            <a:noAutofit/>
          </a:bodyPr>
          <a:lstStyle>
            <a:lvl1pPr marL="0" indent="0" rtl="0">
              <a:spcAft>
                <a:spcPts val="0"/>
              </a:spcAft>
              <a:buFont typeface="Arial" panose="020B0604020202020204" pitchFamily="34" charset="0"/>
              <a:buNone/>
              <a:defRPr sz="1600" b="0">
                <a:solidFill>
                  <a:schemeClr val="tx1"/>
                </a:solidFill>
              </a:defRPr>
            </a:lvl1pPr>
            <a:lvl2pPr marL="0" indent="0">
              <a:spcAft>
                <a:spcPts val="0"/>
              </a:spcAft>
              <a:buNone/>
              <a:defRPr sz="1100">
                <a:solidFill>
                  <a:schemeClr val="bg1"/>
                </a:solidFill>
              </a:defRPr>
            </a:lvl2pPr>
            <a:lvl3pPr marL="216000" indent="0">
              <a:spcAft>
                <a:spcPts val="0"/>
              </a:spcAft>
              <a:buNone/>
              <a:defRPr sz="1100">
                <a:solidFill>
                  <a:schemeClr val="bg1"/>
                </a:solidFill>
              </a:defRPr>
            </a:lvl3pPr>
            <a:lvl4pPr marL="432000" indent="0">
              <a:spcAft>
                <a:spcPts val="0"/>
              </a:spcAft>
              <a:buNone/>
              <a:defRPr sz="1100">
                <a:solidFill>
                  <a:schemeClr val="bg1"/>
                </a:solidFill>
              </a:defRPr>
            </a:lvl4pPr>
            <a:lvl5pPr marL="648000" indent="0">
              <a:spcAft>
                <a:spcPts val="0"/>
              </a:spcAft>
              <a:buNone/>
              <a:defRPr sz="1100">
                <a:solidFill>
                  <a:schemeClr val="bg1"/>
                </a:solidFill>
              </a:defRPr>
            </a:lvl5pPr>
          </a:lstStyle>
          <a:p>
            <a:pPr lvl="0"/>
            <a:r>
              <a:rPr lang="de-DE"/>
              <a:t>Mastertextformat bearbeiten</a:t>
            </a:r>
          </a:p>
        </p:txBody>
      </p:sp>
      <p:sp>
        <p:nvSpPr>
          <p:cNvPr id="31" name="Textplatzhalter 30">
            <a:extLst>
              <a:ext uri="{FF2B5EF4-FFF2-40B4-BE49-F238E27FC236}">
                <a16:creationId xmlns:a16="http://schemas.microsoft.com/office/drawing/2014/main" id="{A225E70E-1E64-2A5E-A79A-21A1610298BC}"/>
              </a:ext>
            </a:extLst>
          </p:cNvPr>
          <p:cNvSpPr>
            <a:spLocks noGrp="1"/>
          </p:cNvSpPr>
          <p:nvPr>
            <p:ph type="body" sz="quarter" idx="28" hasCustomPrompt="1"/>
          </p:nvPr>
        </p:nvSpPr>
        <p:spPr bwMode="gray">
          <a:xfrm>
            <a:off x="623888" y="2422088"/>
            <a:ext cx="432000" cy="432000"/>
          </a:xfrm>
          <a:prstGeom prst="ellipse">
            <a:avLst/>
          </a:prstGeom>
          <a:solidFill>
            <a:schemeClr val="bg1"/>
          </a:solidFill>
          <a:ln>
            <a:solidFill>
              <a:schemeClr val="tx1"/>
            </a:solidFill>
          </a:ln>
        </p:spPr>
        <p:txBody>
          <a:bodyPr anchor="ctr">
            <a:noAutofit/>
          </a:bodyPr>
          <a:lstStyle>
            <a:lvl1pPr algn="ctr" rtl="0">
              <a:defRPr sz="1600">
                <a:solidFill>
                  <a:schemeClr val="tx1"/>
                </a:solidFill>
              </a:defRPr>
            </a:lvl1pPr>
          </a:lstStyle>
          <a:p>
            <a:pPr lvl="0"/>
            <a:r>
              <a:rPr lang="de-DE" dirty="0"/>
              <a:t>02</a:t>
            </a:r>
          </a:p>
        </p:txBody>
      </p:sp>
      <p:sp>
        <p:nvSpPr>
          <p:cNvPr id="42" name="Textplatzhalter 41">
            <a:extLst>
              <a:ext uri="{FF2B5EF4-FFF2-40B4-BE49-F238E27FC236}">
                <a16:creationId xmlns:a16="http://schemas.microsoft.com/office/drawing/2014/main" id="{7DD5731B-8B22-6B97-9772-427E558C5370}"/>
              </a:ext>
            </a:extLst>
          </p:cNvPr>
          <p:cNvSpPr>
            <a:spLocks noGrp="1"/>
          </p:cNvSpPr>
          <p:nvPr>
            <p:ph type="body" sz="quarter" idx="21"/>
          </p:nvPr>
        </p:nvSpPr>
        <p:spPr bwMode="gray">
          <a:xfrm>
            <a:off x="1271909" y="2514977"/>
            <a:ext cx="5461472" cy="246221"/>
          </a:xfrm>
        </p:spPr>
        <p:txBody>
          <a:bodyPr anchor="ctr">
            <a:noAutofit/>
          </a:bodyPr>
          <a:lstStyle>
            <a:lvl1pPr marL="0" indent="0" rtl="0">
              <a:spcAft>
                <a:spcPts val="0"/>
              </a:spcAft>
              <a:buFont typeface="Arial" panose="020B0604020202020204" pitchFamily="34" charset="0"/>
              <a:buNone/>
              <a:defRPr sz="1600" b="0">
                <a:solidFill>
                  <a:schemeClr val="tx1"/>
                </a:solidFill>
              </a:defRPr>
            </a:lvl1pPr>
            <a:lvl2pPr marL="0" indent="0">
              <a:spcAft>
                <a:spcPts val="0"/>
              </a:spcAft>
              <a:buNone/>
              <a:defRPr sz="1100">
                <a:solidFill>
                  <a:schemeClr val="bg1"/>
                </a:solidFill>
              </a:defRPr>
            </a:lvl2pPr>
            <a:lvl3pPr marL="216000" indent="0">
              <a:spcAft>
                <a:spcPts val="0"/>
              </a:spcAft>
              <a:buNone/>
              <a:defRPr sz="1100">
                <a:solidFill>
                  <a:schemeClr val="bg1"/>
                </a:solidFill>
              </a:defRPr>
            </a:lvl3pPr>
            <a:lvl4pPr marL="432000" indent="0">
              <a:spcAft>
                <a:spcPts val="0"/>
              </a:spcAft>
              <a:buNone/>
              <a:defRPr sz="1100">
                <a:solidFill>
                  <a:schemeClr val="bg1"/>
                </a:solidFill>
              </a:defRPr>
            </a:lvl4pPr>
            <a:lvl5pPr marL="648000" indent="0">
              <a:spcAft>
                <a:spcPts val="0"/>
              </a:spcAft>
              <a:buNone/>
              <a:defRPr sz="1100">
                <a:solidFill>
                  <a:schemeClr val="bg1"/>
                </a:solidFill>
              </a:defRPr>
            </a:lvl5pPr>
          </a:lstStyle>
          <a:p>
            <a:pPr lvl="0"/>
            <a:r>
              <a:rPr lang="de-DE"/>
              <a:t>Mastertextformat bearbeiten</a:t>
            </a:r>
          </a:p>
        </p:txBody>
      </p:sp>
      <p:sp>
        <p:nvSpPr>
          <p:cNvPr id="33" name="Textplatzhalter 32">
            <a:extLst>
              <a:ext uri="{FF2B5EF4-FFF2-40B4-BE49-F238E27FC236}">
                <a16:creationId xmlns:a16="http://schemas.microsoft.com/office/drawing/2014/main" id="{C1949DC9-940C-2885-92DC-0C5C3D1ADEEF}"/>
              </a:ext>
            </a:extLst>
          </p:cNvPr>
          <p:cNvSpPr>
            <a:spLocks noGrp="1"/>
          </p:cNvSpPr>
          <p:nvPr>
            <p:ph type="body" sz="quarter" idx="29" hasCustomPrompt="1"/>
          </p:nvPr>
        </p:nvSpPr>
        <p:spPr bwMode="gray">
          <a:xfrm>
            <a:off x="623888" y="3070938"/>
            <a:ext cx="432000" cy="432000"/>
          </a:xfrm>
          <a:prstGeom prst="ellipse">
            <a:avLst/>
          </a:prstGeom>
          <a:solidFill>
            <a:schemeClr val="bg1"/>
          </a:solidFill>
          <a:ln>
            <a:solidFill>
              <a:schemeClr val="tx1"/>
            </a:solidFill>
          </a:ln>
        </p:spPr>
        <p:txBody>
          <a:bodyPr anchor="ctr">
            <a:noAutofit/>
          </a:bodyPr>
          <a:lstStyle>
            <a:lvl1pPr algn="ctr" rtl="0">
              <a:defRPr sz="1600">
                <a:solidFill>
                  <a:schemeClr val="tx1"/>
                </a:solidFill>
              </a:defRPr>
            </a:lvl1pPr>
          </a:lstStyle>
          <a:p>
            <a:pPr lvl="0"/>
            <a:r>
              <a:rPr lang="de-DE" dirty="0"/>
              <a:t>03</a:t>
            </a:r>
          </a:p>
        </p:txBody>
      </p:sp>
      <p:sp>
        <p:nvSpPr>
          <p:cNvPr id="44" name="Textplatzhalter 43">
            <a:extLst>
              <a:ext uri="{FF2B5EF4-FFF2-40B4-BE49-F238E27FC236}">
                <a16:creationId xmlns:a16="http://schemas.microsoft.com/office/drawing/2014/main" id="{9F56ED74-2FA8-BCC2-B137-E35B01E4CD6A}"/>
              </a:ext>
            </a:extLst>
          </p:cNvPr>
          <p:cNvSpPr>
            <a:spLocks noGrp="1"/>
          </p:cNvSpPr>
          <p:nvPr>
            <p:ph type="body" sz="quarter" idx="22"/>
          </p:nvPr>
        </p:nvSpPr>
        <p:spPr bwMode="gray">
          <a:xfrm>
            <a:off x="1271909" y="3163827"/>
            <a:ext cx="5461472" cy="246221"/>
          </a:xfrm>
        </p:spPr>
        <p:txBody>
          <a:bodyPr anchor="ctr">
            <a:noAutofit/>
          </a:bodyPr>
          <a:lstStyle>
            <a:lvl1pPr marL="0" indent="0" rtl="0">
              <a:spcAft>
                <a:spcPts val="0"/>
              </a:spcAft>
              <a:buFont typeface="Arial" panose="020B0604020202020204" pitchFamily="34" charset="0"/>
              <a:buNone/>
              <a:defRPr sz="1600" b="0">
                <a:solidFill>
                  <a:schemeClr val="tx1"/>
                </a:solidFill>
              </a:defRPr>
            </a:lvl1pPr>
            <a:lvl2pPr marL="0" indent="0">
              <a:spcAft>
                <a:spcPts val="0"/>
              </a:spcAft>
              <a:buNone/>
              <a:defRPr sz="1100">
                <a:solidFill>
                  <a:schemeClr val="bg1"/>
                </a:solidFill>
              </a:defRPr>
            </a:lvl2pPr>
            <a:lvl3pPr marL="216000" indent="0">
              <a:spcAft>
                <a:spcPts val="0"/>
              </a:spcAft>
              <a:buNone/>
              <a:defRPr sz="1100">
                <a:solidFill>
                  <a:schemeClr val="bg1"/>
                </a:solidFill>
              </a:defRPr>
            </a:lvl3pPr>
            <a:lvl4pPr marL="432000" indent="0">
              <a:spcAft>
                <a:spcPts val="0"/>
              </a:spcAft>
              <a:buNone/>
              <a:defRPr sz="1100">
                <a:solidFill>
                  <a:schemeClr val="bg1"/>
                </a:solidFill>
              </a:defRPr>
            </a:lvl4pPr>
            <a:lvl5pPr marL="648000" indent="0">
              <a:spcAft>
                <a:spcPts val="0"/>
              </a:spcAft>
              <a:buNone/>
              <a:defRPr sz="1100">
                <a:solidFill>
                  <a:schemeClr val="bg1"/>
                </a:solidFill>
              </a:defRPr>
            </a:lvl5pPr>
          </a:lstStyle>
          <a:p>
            <a:pPr lvl="0"/>
            <a:r>
              <a:rPr lang="de-DE"/>
              <a:t>Mastertextformat bearbeiten</a:t>
            </a:r>
          </a:p>
        </p:txBody>
      </p:sp>
      <p:sp>
        <p:nvSpPr>
          <p:cNvPr id="37" name="Textplatzhalter 36">
            <a:extLst>
              <a:ext uri="{FF2B5EF4-FFF2-40B4-BE49-F238E27FC236}">
                <a16:creationId xmlns:a16="http://schemas.microsoft.com/office/drawing/2014/main" id="{0E65178D-48CF-FC56-3256-73C39666EC03}"/>
              </a:ext>
            </a:extLst>
          </p:cNvPr>
          <p:cNvSpPr>
            <a:spLocks noGrp="1"/>
          </p:cNvSpPr>
          <p:nvPr>
            <p:ph type="body" sz="quarter" idx="31" hasCustomPrompt="1"/>
          </p:nvPr>
        </p:nvSpPr>
        <p:spPr bwMode="gray">
          <a:xfrm>
            <a:off x="623888" y="3719788"/>
            <a:ext cx="432000" cy="432000"/>
          </a:xfrm>
          <a:prstGeom prst="ellipse">
            <a:avLst/>
          </a:prstGeom>
          <a:solidFill>
            <a:schemeClr val="bg1"/>
          </a:solidFill>
          <a:ln>
            <a:solidFill>
              <a:schemeClr val="tx1"/>
            </a:solidFill>
          </a:ln>
        </p:spPr>
        <p:txBody>
          <a:bodyPr anchor="ctr">
            <a:noAutofit/>
          </a:bodyPr>
          <a:lstStyle>
            <a:lvl1pPr algn="ctr" rtl="0">
              <a:defRPr sz="1600">
                <a:solidFill>
                  <a:schemeClr val="tx1"/>
                </a:solidFill>
              </a:defRPr>
            </a:lvl1pPr>
          </a:lstStyle>
          <a:p>
            <a:pPr lvl="0"/>
            <a:r>
              <a:rPr lang="de-DE" dirty="0"/>
              <a:t>04</a:t>
            </a:r>
          </a:p>
        </p:txBody>
      </p:sp>
      <p:sp>
        <p:nvSpPr>
          <p:cNvPr id="46" name="Textplatzhalter 45">
            <a:extLst>
              <a:ext uri="{FF2B5EF4-FFF2-40B4-BE49-F238E27FC236}">
                <a16:creationId xmlns:a16="http://schemas.microsoft.com/office/drawing/2014/main" id="{3B5F6881-B4A7-C6CF-7F85-125FFCEA1F14}"/>
              </a:ext>
            </a:extLst>
          </p:cNvPr>
          <p:cNvSpPr>
            <a:spLocks noGrp="1"/>
          </p:cNvSpPr>
          <p:nvPr>
            <p:ph type="body" sz="quarter" idx="23"/>
          </p:nvPr>
        </p:nvSpPr>
        <p:spPr bwMode="gray">
          <a:xfrm>
            <a:off x="1271909" y="3812677"/>
            <a:ext cx="5461472" cy="246221"/>
          </a:xfrm>
        </p:spPr>
        <p:txBody>
          <a:bodyPr anchor="ctr">
            <a:noAutofit/>
          </a:bodyPr>
          <a:lstStyle>
            <a:lvl1pPr marL="0" indent="0" rtl="0">
              <a:spcAft>
                <a:spcPts val="0"/>
              </a:spcAft>
              <a:buFont typeface="Arial" panose="020B0604020202020204" pitchFamily="34" charset="0"/>
              <a:buNone/>
              <a:defRPr sz="1600" b="0">
                <a:solidFill>
                  <a:schemeClr val="tx1"/>
                </a:solidFill>
              </a:defRPr>
            </a:lvl1pPr>
            <a:lvl2pPr marL="0" indent="0">
              <a:spcAft>
                <a:spcPts val="0"/>
              </a:spcAft>
              <a:buNone/>
              <a:defRPr sz="1100">
                <a:solidFill>
                  <a:schemeClr val="bg1"/>
                </a:solidFill>
              </a:defRPr>
            </a:lvl2pPr>
            <a:lvl3pPr marL="216000" indent="0">
              <a:spcAft>
                <a:spcPts val="0"/>
              </a:spcAft>
              <a:buNone/>
              <a:defRPr sz="1100">
                <a:solidFill>
                  <a:schemeClr val="bg1"/>
                </a:solidFill>
              </a:defRPr>
            </a:lvl3pPr>
            <a:lvl4pPr marL="432000" indent="0">
              <a:spcAft>
                <a:spcPts val="0"/>
              </a:spcAft>
              <a:buNone/>
              <a:defRPr sz="1100">
                <a:solidFill>
                  <a:schemeClr val="bg1"/>
                </a:solidFill>
              </a:defRPr>
            </a:lvl4pPr>
            <a:lvl5pPr marL="648000" indent="0">
              <a:spcAft>
                <a:spcPts val="0"/>
              </a:spcAft>
              <a:buNone/>
              <a:defRPr sz="1100">
                <a:solidFill>
                  <a:schemeClr val="bg1"/>
                </a:solidFill>
              </a:defRPr>
            </a:lvl5pPr>
          </a:lstStyle>
          <a:p>
            <a:pPr lvl="0"/>
            <a:r>
              <a:rPr lang="de-DE"/>
              <a:t>Mastertextformat bearbeiten</a:t>
            </a:r>
          </a:p>
        </p:txBody>
      </p:sp>
      <p:sp>
        <p:nvSpPr>
          <p:cNvPr id="39" name="Textplatzhalter 38">
            <a:extLst>
              <a:ext uri="{FF2B5EF4-FFF2-40B4-BE49-F238E27FC236}">
                <a16:creationId xmlns:a16="http://schemas.microsoft.com/office/drawing/2014/main" id="{62234AEC-7777-A22A-092F-C4A3650E5390}"/>
              </a:ext>
            </a:extLst>
          </p:cNvPr>
          <p:cNvSpPr>
            <a:spLocks noGrp="1"/>
          </p:cNvSpPr>
          <p:nvPr>
            <p:ph type="body" sz="quarter" idx="32" hasCustomPrompt="1"/>
          </p:nvPr>
        </p:nvSpPr>
        <p:spPr bwMode="gray">
          <a:xfrm>
            <a:off x="623888" y="4368638"/>
            <a:ext cx="432000" cy="432000"/>
          </a:xfrm>
          <a:prstGeom prst="ellipse">
            <a:avLst/>
          </a:prstGeom>
          <a:solidFill>
            <a:schemeClr val="bg1"/>
          </a:solidFill>
          <a:ln>
            <a:solidFill>
              <a:schemeClr val="tx1"/>
            </a:solidFill>
          </a:ln>
        </p:spPr>
        <p:txBody>
          <a:bodyPr anchor="ctr">
            <a:noAutofit/>
          </a:bodyPr>
          <a:lstStyle>
            <a:lvl1pPr algn="ctr" rtl="0">
              <a:defRPr sz="1600">
                <a:solidFill>
                  <a:schemeClr val="tx1"/>
                </a:solidFill>
              </a:defRPr>
            </a:lvl1pPr>
          </a:lstStyle>
          <a:p>
            <a:pPr lvl="0"/>
            <a:r>
              <a:rPr lang="de-DE" dirty="0"/>
              <a:t>05</a:t>
            </a:r>
          </a:p>
        </p:txBody>
      </p:sp>
      <p:sp>
        <p:nvSpPr>
          <p:cNvPr id="48" name="Textplatzhalter 47">
            <a:extLst>
              <a:ext uri="{FF2B5EF4-FFF2-40B4-BE49-F238E27FC236}">
                <a16:creationId xmlns:a16="http://schemas.microsoft.com/office/drawing/2014/main" id="{FB66BA4C-7DC0-AC8B-2142-7292266FAAD3}"/>
              </a:ext>
            </a:extLst>
          </p:cNvPr>
          <p:cNvSpPr>
            <a:spLocks noGrp="1"/>
          </p:cNvSpPr>
          <p:nvPr>
            <p:ph type="body" sz="quarter" idx="24"/>
          </p:nvPr>
        </p:nvSpPr>
        <p:spPr bwMode="gray">
          <a:xfrm>
            <a:off x="1271909" y="4461527"/>
            <a:ext cx="5461472" cy="246221"/>
          </a:xfrm>
        </p:spPr>
        <p:txBody>
          <a:bodyPr anchor="ctr">
            <a:noAutofit/>
          </a:bodyPr>
          <a:lstStyle>
            <a:lvl1pPr marL="0" indent="0" rtl="0">
              <a:spcAft>
                <a:spcPts val="0"/>
              </a:spcAft>
              <a:buFont typeface="Arial" panose="020B0604020202020204" pitchFamily="34" charset="0"/>
              <a:buNone/>
              <a:defRPr sz="1600" b="0">
                <a:solidFill>
                  <a:schemeClr val="tx1"/>
                </a:solidFill>
              </a:defRPr>
            </a:lvl1pPr>
            <a:lvl2pPr marL="0" indent="0">
              <a:spcAft>
                <a:spcPts val="0"/>
              </a:spcAft>
              <a:buNone/>
              <a:defRPr sz="1100">
                <a:solidFill>
                  <a:schemeClr val="bg1"/>
                </a:solidFill>
              </a:defRPr>
            </a:lvl2pPr>
            <a:lvl3pPr marL="216000" indent="0">
              <a:spcAft>
                <a:spcPts val="0"/>
              </a:spcAft>
              <a:buNone/>
              <a:defRPr sz="1100">
                <a:solidFill>
                  <a:schemeClr val="bg1"/>
                </a:solidFill>
              </a:defRPr>
            </a:lvl3pPr>
            <a:lvl4pPr marL="432000" indent="0">
              <a:spcAft>
                <a:spcPts val="0"/>
              </a:spcAft>
              <a:buNone/>
              <a:defRPr sz="1100">
                <a:solidFill>
                  <a:schemeClr val="bg1"/>
                </a:solidFill>
              </a:defRPr>
            </a:lvl4pPr>
            <a:lvl5pPr marL="648000" indent="0">
              <a:spcAft>
                <a:spcPts val="0"/>
              </a:spcAft>
              <a:buNone/>
              <a:defRPr sz="1100">
                <a:solidFill>
                  <a:schemeClr val="bg1"/>
                </a:solidFill>
              </a:defRPr>
            </a:lvl5pPr>
          </a:lstStyle>
          <a:p>
            <a:pPr lvl="0"/>
            <a:r>
              <a:rPr lang="de-DE"/>
              <a:t>Mastertextformat bearbeiten</a:t>
            </a:r>
          </a:p>
        </p:txBody>
      </p:sp>
      <p:sp>
        <p:nvSpPr>
          <p:cNvPr id="43" name="Textplatzhalter 42">
            <a:extLst>
              <a:ext uri="{FF2B5EF4-FFF2-40B4-BE49-F238E27FC236}">
                <a16:creationId xmlns:a16="http://schemas.microsoft.com/office/drawing/2014/main" id="{44A2CAD4-A83B-461A-EFD4-C7D92EEC3F28}"/>
              </a:ext>
            </a:extLst>
          </p:cNvPr>
          <p:cNvSpPr>
            <a:spLocks noGrp="1"/>
          </p:cNvSpPr>
          <p:nvPr>
            <p:ph type="body" sz="quarter" idx="33" hasCustomPrompt="1"/>
          </p:nvPr>
        </p:nvSpPr>
        <p:spPr bwMode="gray">
          <a:xfrm>
            <a:off x="623888" y="5017488"/>
            <a:ext cx="432000" cy="432000"/>
          </a:xfrm>
          <a:prstGeom prst="ellipse">
            <a:avLst/>
          </a:prstGeom>
          <a:solidFill>
            <a:schemeClr val="bg1"/>
          </a:solidFill>
          <a:ln>
            <a:solidFill>
              <a:schemeClr val="tx1"/>
            </a:solidFill>
          </a:ln>
        </p:spPr>
        <p:txBody>
          <a:bodyPr anchor="ctr">
            <a:noAutofit/>
          </a:bodyPr>
          <a:lstStyle>
            <a:lvl1pPr algn="ctr" rtl="0">
              <a:defRPr sz="1600">
                <a:solidFill>
                  <a:schemeClr val="tx1"/>
                </a:solidFill>
              </a:defRPr>
            </a:lvl1pPr>
          </a:lstStyle>
          <a:p>
            <a:pPr lvl="0"/>
            <a:r>
              <a:rPr lang="de-DE" dirty="0"/>
              <a:t>06</a:t>
            </a:r>
          </a:p>
        </p:txBody>
      </p:sp>
      <p:sp>
        <p:nvSpPr>
          <p:cNvPr id="50" name="Textplatzhalter 49">
            <a:extLst>
              <a:ext uri="{FF2B5EF4-FFF2-40B4-BE49-F238E27FC236}">
                <a16:creationId xmlns:a16="http://schemas.microsoft.com/office/drawing/2014/main" id="{5B367049-C360-CF5F-A663-C8CA4DAAAF7C}"/>
              </a:ext>
            </a:extLst>
          </p:cNvPr>
          <p:cNvSpPr>
            <a:spLocks noGrp="1"/>
          </p:cNvSpPr>
          <p:nvPr>
            <p:ph type="body" sz="quarter" idx="25"/>
          </p:nvPr>
        </p:nvSpPr>
        <p:spPr bwMode="gray">
          <a:xfrm>
            <a:off x="1271909" y="5110377"/>
            <a:ext cx="5461472" cy="246221"/>
          </a:xfrm>
        </p:spPr>
        <p:txBody>
          <a:bodyPr anchor="ctr">
            <a:noAutofit/>
          </a:bodyPr>
          <a:lstStyle>
            <a:lvl1pPr marL="0" indent="0" rtl="0">
              <a:spcAft>
                <a:spcPts val="0"/>
              </a:spcAft>
              <a:buFont typeface="Arial" panose="020B0604020202020204" pitchFamily="34" charset="0"/>
              <a:buNone/>
              <a:defRPr sz="1600" b="0">
                <a:solidFill>
                  <a:schemeClr val="tx1"/>
                </a:solidFill>
              </a:defRPr>
            </a:lvl1pPr>
            <a:lvl2pPr marL="0" indent="0">
              <a:spcAft>
                <a:spcPts val="0"/>
              </a:spcAft>
              <a:buNone/>
              <a:defRPr sz="1100">
                <a:solidFill>
                  <a:schemeClr val="bg1"/>
                </a:solidFill>
              </a:defRPr>
            </a:lvl2pPr>
            <a:lvl3pPr marL="216000" indent="0">
              <a:spcAft>
                <a:spcPts val="0"/>
              </a:spcAft>
              <a:buNone/>
              <a:defRPr sz="1100">
                <a:solidFill>
                  <a:schemeClr val="bg1"/>
                </a:solidFill>
              </a:defRPr>
            </a:lvl3pPr>
            <a:lvl4pPr marL="432000" indent="0">
              <a:spcAft>
                <a:spcPts val="0"/>
              </a:spcAft>
              <a:buNone/>
              <a:defRPr sz="1100">
                <a:solidFill>
                  <a:schemeClr val="bg1"/>
                </a:solidFill>
              </a:defRPr>
            </a:lvl4pPr>
            <a:lvl5pPr marL="648000" indent="0">
              <a:spcAft>
                <a:spcPts val="0"/>
              </a:spcAft>
              <a:buNone/>
              <a:defRPr sz="1100">
                <a:solidFill>
                  <a:schemeClr val="bg1"/>
                </a:solidFill>
              </a:defRPr>
            </a:lvl5pPr>
          </a:lstStyle>
          <a:p>
            <a:pPr lvl="0"/>
            <a:r>
              <a:rPr lang="de-DE"/>
              <a:t>Mastertextformat bearbeiten</a:t>
            </a:r>
          </a:p>
        </p:txBody>
      </p:sp>
      <p:sp>
        <p:nvSpPr>
          <p:cNvPr id="47" name="Textplatzhalter 46">
            <a:extLst>
              <a:ext uri="{FF2B5EF4-FFF2-40B4-BE49-F238E27FC236}">
                <a16:creationId xmlns:a16="http://schemas.microsoft.com/office/drawing/2014/main" id="{2A886A2A-1D31-F168-8628-AC4D79D0A91D}"/>
              </a:ext>
            </a:extLst>
          </p:cNvPr>
          <p:cNvSpPr>
            <a:spLocks noGrp="1"/>
          </p:cNvSpPr>
          <p:nvPr>
            <p:ph type="body" sz="quarter" idx="34" hasCustomPrompt="1"/>
          </p:nvPr>
        </p:nvSpPr>
        <p:spPr bwMode="gray">
          <a:xfrm>
            <a:off x="623888" y="5666336"/>
            <a:ext cx="432000" cy="432000"/>
          </a:xfrm>
          <a:prstGeom prst="ellipse">
            <a:avLst/>
          </a:prstGeom>
          <a:solidFill>
            <a:schemeClr val="bg1"/>
          </a:solidFill>
          <a:ln>
            <a:solidFill>
              <a:schemeClr val="tx1"/>
            </a:solidFill>
          </a:ln>
        </p:spPr>
        <p:txBody>
          <a:bodyPr anchor="ctr">
            <a:noAutofit/>
          </a:bodyPr>
          <a:lstStyle>
            <a:lvl1pPr algn="ctr" rtl="0">
              <a:defRPr sz="1600">
                <a:solidFill>
                  <a:schemeClr val="tx1"/>
                </a:solidFill>
              </a:defRPr>
            </a:lvl1pPr>
          </a:lstStyle>
          <a:p>
            <a:pPr lvl="0"/>
            <a:r>
              <a:rPr lang="de-DE" dirty="0"/>
              <a:t>07</a:t>
            </a:r>
          </a:p>
        </p:txBody>
      </p:sp>
      <p:sp>
        <p:nvSpPr>
          <p:cNvPr id="52" name="Textplatzhalter 51">
            <a:extLst>
              <a:ext uri="{FF2B5EF4-FFF2-40B4-BE49-F238E27FC236}">
                <a16:creationId xmlns:a16="http://schemas.microsoft.com/office/drawing/2014/main" id="{84B8B000-804A-CCD9-B993-C2AF922F74FD}"/>
              </a:ext>
            </a:extLst>
          </p:cNvPr>
          <p:cNvSpPr>
            <a:spLocks noGrp="1"/>
          </p:cNvSpPr>
          <p:nvPr>
            <p:ph type="body" sz="quarter" idx="26"/>
          </p:nvPr>
        </p:nvSpPr>
        <p:spPr bwMode="gray">
          <a:xfrm>
            <a:off x="1271909" y="5759226"/>
            <a:ext cx="5461472" cy="246221"/>
          </a:xfrm>
        </p:spPr>
        <p:txBody>
          <a:bodyPr anchor="ctr">
            <a:noAutofit/>
          </a:bodyPr>
          <a:lstStyle>
            <a:lvl1pPr marL="0" indent="0" rtl="0">
              <a:spcAft>
                <a:spcPts val="0"/>
              </a:spcAft>
              <a:buFont typeface="Arial" panose="020B0604020202020204" pitchFamily="34" charset="0"/>
              <a:buNone/>
              <a:defRPr sz="1600" b="0">
                <a:solidFill>
                  <a:schemeClr val="tx1"/>
                </a:solidFill>
              </a:defRPr>
            </a:lvl1pPr>
            <a:lvl2pPr marL="0" indent="0">
              <a:spcAft>
                <a:spcPts val="0"/>
              </a:spcAft>
              <a:buNone/>
              <a:defRPr sz="1100">
                <a:solidFill>
                  <a:schemeClr val="bg1"/>
                </a:solidFill>
              </a:defRPr>
            </a:lvl2pPr>
            <a:lvl3pPr marL="216000" indent="0">
              <a:spcAft>
                <a:spcPts val="0"/>
              </a:spcAft>
              <a:buNone/>
              <a:defRPr sz="1100">
                <a:solidFill>
                  <a:schemeClr val="bg1"/>
                </a:solidFill>
              </a:defRPr>
            </a:lvl3pPr>
            <a:lvl4pPr marL="432000" indent="0">
              <a:spcAft>
                <a:spcPts val="0"/>
              </a:spcAft>
              <a:buNone/>
              <a:defRPr sz="1100">
                <a:solidFill>
                  <a:schemeClr val="bg1"/>
                </a:solidFill>
              </a:defRPr>
            </a:lvl4pPr>
            <a:lvl5pPr marL="648000" indent="0">
              <a:spcAft>
                <a:spcPts val="0"/>
              </a:spcAft>
              <a:buNone/>
              <a:defRPr sz="1100">
                <a:solidFill>
                  <a:schemeClr val="bg1"/>
                </a:solidFill>
              </a:defRPr>
            </a:lvl5pPr>
          </a:lstStyle>
          <a:p>
            <a:pPr lvl="0"/>
            <a:r>
              <a:rPr lang="de-DE"/>
              <a:t>Mastertextformat bearbeiten</a:t>
            </a:r>
          </a:p>
        </p:txBody>
      </p:sp>
      <p:sp>
        <p:nvSpPr>
          <p:cNvPr id="9" name="Fußzeilenplatzhalter 8">
            <a:extLst>
              <a:ext uri="{FF2B5EF4-FFF2-40B4-BE49-F238E27FC236}">
                <a16:creationId xmlns:a16="http://schemas.microsoft.com/office/drawing/2014/main" id="{D03EB9C7-5B0D-40C1-4C1E-90D2B3B10616}"/>
              </a:ext>
              <a:ext uri="{C183D7F6-B498-43B3-948B-1728B52AA6E4}">
                <adec:decorative xmlns:adec="http://schemas.microsoft.com/office/drawing/2017/decorative" val="0"/>
              </a:ext>
            </a:extLst>
          </p:cNvPr>
          <p:cNvSpPr>
            <a:spLocks noGrp="1"/>
          </p:cNvSpPr>
          <p:nvPr>
            <p:ph type="ftr" sz="quarter" idx="10"/>
          </p:nvPr>
        </p:nvSpPr>
        <p:spPr bwMode="gray"/>
        <p:txBody>
          <a:bodyPr>
            <a:noAutofit/>
          </a:bodyPr>
          <a:lstStyle>
            <a:lvl1pPr rtl="0">
              <a:defRPr>
                <a:solidFill>
                  <a:schemeClr val="tx1"/>
                </a:solidFill>
              </a:defRPr>
            </a:lvl1pPr>
          </a:lstStyle>
          <a:p>
            <a:r>
              <a:rPr lang="de-DE"/>
              <a:t>© msg systems ag | Titel einfügen | 2025</a:t>
            </a:r>
            <a:endParaRPr lang="de-DE" dirty="0"/>
          </a:p>
        </p:txBody>
      </p:sp>
      <p:sp>
        <p:nvSpPr>
          <p:cNvPr id="10" name="Foliennummernplatzhalter 9">
            <a:extLst>
              <a:ext uri="{FF2B5EF4-FFF2-40B4-BE49-F238E27FC236}">
                <a16:creationId xmlns:a16="http://schemas.microsoft.com/office/drawing/2014/main" id="{9DFE6708-DAE5-9464-8231-70CB5EC0057C}"/>
              </a:ext>
            </a:extLst>
          </p:cNvPr>
          <p:cNvSpPr>
            <a:spLocks noGrp="1"/>
          </p:cNvSpPr>
          <p:nvPr>
            <p:ph type="sldNum" sz="quarter" idx="11"/>
          </p:nvPr>
        </p:nvSpPr>
        <p:spPr bwMode="gray"/>
        <p:txBody>
          <a:bodyPr>
            <a:noAutofit/>
          </a:bodyPr>
          <a:lstStyle>
            <a:lvl1pPr rtl="0">
              <a:defRPr>
                <a:solidFill>
                  <a:schemeClr val="tx1"/>
                </a:solidFill>
              </a:defRPr>
            </a:lvl1pPr>
          </a:lstStyle>
          <a:p>
            <a:fld id="{1FBD72F1-A42A-46B0-A7F8-CE6A9835826C}" type="slidenum">
              <a:rPr lang="de-DE"/>
              <a:pPr/>
              <a:t>‹Nr.›</a:t>
            </a:fld>
            <a:endParaRPr lang="de-DE"/>
          </a:p>
        </p:txBody>
      </p:sp>
    </p:spTree>
    <p:extLst>
      <p:ext uri="{BB962C8B-B14F-4D97-AF65-F5344CB8AC3E}">
        <p14:creationId xmlns:p14="http://schemas.microsoft.com/office/powerpoint/2010/main" val="167108479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Kapitel">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5D1E776-3F94-A5E4-A48A-3D2EF966C59D}"/>
              </a:ext>
            </a:extLst>
          </p:cNvPr>
          <p:cNvGraphicFramePr>
            <a:graphicFrameLocks noChangeAspect="1"/>
          </p:cNvGraphicFramePr>
          <p:nvPr userDrawn="1">
            <p:custDataLst>
              <p:tags r:id="rId1"/>
            </p:custDataLst>
            <p:extLst>
              <p:ext uri="{D42A27DB-BD31-4B8C-83A1-F6EECF244321}">
                <p14:modId xmlns:p14="http://schemas.microsoft.com/office/powerpoint/2010/main" val="31809909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8" name="think-cell data - do not delete" hidden="1">
                        <a:extLst>
                          <a:ext uri="{FF2B5EF4-FFF2-40B4-BE49-F238E27FC236}">
                            <a16:creationId xmlns:a16="http://schemas.microsoft.com/office/drawing/2014/main" id="{E5D1E776-3F94-A5E4-A48A-3D2EF966C59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3" name="Bildplatzhalter" descr="Bild füllt 2/3 der Seite aus, links Kapitelnummer, Titel und Untertitel, Bild ist änderbar.">
            <a:extLst>
              <a:ext uri="{FF2B5EF4-FFF2-40B4-BE49-F238E27FC236}">
                <a16:creationId xmlns:a16="http://schemas.microsoft.com/office/drawing/2014/main" id="{20932346-D43C-7963-3AAA-F4F931121B5B}"/>
              </a:ext>
              <a:ext uri="{C183D7F6-B498-43B3-948B-1728B52AA6E4}">
                <adec:decorative xmlns:adec="http://schemas.microsoft.com/office/drawing/2017/decorative" val="0"/>
              </a:ext>
            </a:extLst>
          </p:cNvPr>
          <p:cNvSpPr>
            <a:spLocks noGrp="1"/>
          </p:cNvSpPr>
          <p:nvPr>
            <p:ph type="pic" sz="quarter" idx="13"/>
          </p:nvPr>
        </p:nvSpPr>
        <p:spPr bwMode="gray">
          <a:xfrm>
            <a:off x="4728306" y="0"/>
            <a:ext cx="7463692" cy="6858000"/>
          </a:xfrm>
          <a:custGeom>
            <a:avLst/>
            <a:gdLst>
              <a:gd name="connsiteX0" fmla="*/ 6036214 w 7463692"/>
              <a:gd name="connsiteY0" fmla="*/ 454511 h 6858000"/>
              <a:gd name="connsiteX1" fmla="*/ 5976214 w 7463692"/>
              <a:gd name="connsiteY1" fmla="*/ 514511 h 6858000"/>
              <a:gd name="connsiteX2" fmla="*/ 6036214 w 7463692"/>
              <a:gd name="connsiteY2" fmla="*/ 574511 h 6858000"/>
              <a:gd name="connsiteX3" fmla="*/ 6096214 w 7463692"/>
              <a:gd name="connsiteY3" fmla="*/ 514511 h 6858000"/>
              <a:gd name="connsiteX4" fmla="*/ 6036214 w 7463692"/>
              <a:gd name="connsiteY4" fmla="*/ 454511 h 6858000"/>
              <a:gd name="connsiteX5" fmla="*/ 6975273 w 7463692"/>
              <a:gd name="connsiteY5" fmla="*/ 338982 h 6858000"/>
              <a:gd name="connsiteX6" fmla="*/ 7078802 w 7463692"/>
              <a:gd name="connsiteY6" fmla="*/ 338982 h 6858000"/>
              <a:gd name="connsiteX7" fmla="*/ 7078802 w 7463692"/>
              <a:gd name="connsiteY7" fmla="*/ 530746 h 6858000"/>
              <a:gd name="connsiteX8" fmla="*/ 6973155 w 7463692"/>
              <a:gd name="connsiteY8" fmla="*/ 530746 h 6858000"/>
              <a:gd name="connsiteX9" fmla="*/ 6909390 w 7463692"/>
              <a:gd name="connsiteY9" fmla="*/ 492629 h 6858000"/>
              <a:gd name="connsiteX10" fmla="*/ 6909390 w 7463692"/>
              <a:gd name="connsiteY10" fmla="*/ 432864 h 6858000"/>
              <a:gd name="connsiteX11" fmla="*/ 6909390 w 7463692"/>
              <a:gd name="connsiteY11" fmla="*/ 383688 h 6858000"/>
              <a:gd name="connsiteX12" fmla="*/ 6975273 w 7463692"/>
              <a:gd name="connsiteY12" fmla="*/ 338982 h 6858000"/>
              <a:gd name="connsiteX13" fmla="*/ 6957861 w 7463692"/>
              <a:gd name="connsiteY13" fmla="*/ 296864 h 6858000"/>
              <a:gd name="connsiteX14" fmla="*/ 6883978 w 7463692"/>
              <a:gd name="connsiteY14" fmla="*/ 313805 h 6858000"/>
              <a:gd name="connsiteX15" fmla="*/ 6858096 w 7463692"/>
              <a:gd name="connsiteY15" fmla="*/ 384393 h 6858000"/>
              <a:gd name="connsiteX16" fmla="*/ 6858096 w 7463692"/>
              <a:gd name="connsiteY16" fmla="*/ 483923 h 6858000"/>
              <a:gd name="connsiteX17" fmla="*/ 6885625 w 7463692"/>
              <a:gd name="connsiteY17" fmla="*/ 558276 h 6858000"/>
              <a:gd name="connsiteX18" fmla="*/ 6958096 w 7463692"/>
              <a:gd name="connsiteY18" fmla="*/ 572629 h 6858000"/>
              <a:gd name="connsiteX19" fmla="*/ 7078802 w 7463692"/>
              <a:gd name="connsiteY19" fmla="*/ 572629 h 6858000"/>
              <a:gd name="connsiteX20" fmla="*/ 7078802 w 7463692"/>
              <a:gd name="connsiteY20" fmla="*/ 583217 h 6858000"/>
              <a:gd name="connsiteX21" fmla="*/ 7050802 w 7463692"/>
              <a:gd name="connsiteY21" fmla="*/ 613099 h 6858000"/>
              <a:gd name="connsiteX22" fmla="*/ 6893390 w 7463692"/>
              <a:gd name="connsiteY22" fmla="*/ 613099 h 6858000"/>
              <a:gd name="connsiteX23" fmla="*/ 6893390 w 7463692"/>
              <a:gd name="connsiteY23" fmla="*/ 657335 h 6858000"/>
              <a:gd name="connsiteX24" fmla="*/ 7067037 w 7463692"/>
              <a:gd name="connsiteY24" fmla="*/ 657335 h 6858000"/>
              <a:gd name="connsiteX25" fmla="*/ 7128920 w 7463692"/>
              <a:gd name="connsiteY25" fmla="*/ 597099 h 6858000"/>
              <a:gd name="connsiteX26" fmla="*/ 7128920 w 7463692"/>
              <a:gd name="connsiteY26" fmla="*/ 296864 h 6858000"/>
              <a:gd name="connsiteX27" fmla="*/ 6623273 w 7463692"/>
              <a:gd name="connsiteY27" fmla="*/ 296864 h 6858000"/>
              <a:gd name="connsiteX28" fmla="*/ 6552449 w 7463692"/>
              <a:gd name="connsiteY28" fmla="*/ 373335 h 6858000"/>
              <a:gd name="connsiteX29" fmla="*/ 6619743 w 7463692"/>
              <a:gd name="connsiteY29" fmla="*/ 452864 h 6858000"/>
              <a:gd name="connsiteX30" fmla="*/ 6739508 w 7463692"/>
              <a:gd name="connsiteY30" fmla="*/ 452864 h 6858000"/>
              <a:gd name="connsiteX31" fmla="*/ 6776214 w 7463692"/>
              <a:gd name="connsiteY31" fmla="*/ 494040 h 6858000"/>
              <a:gd name="connsiteX32" fmla="*/ 6740449 w 7463692"/>
              <a:gd name="connsiteY32" fmla="*/ 530746 h 6858000"/>
              <a:gd name="connsiteX33" fmla="*/ 6557155 w 7463692"/>
              <a:gd name="connsiteY33" fmla="*/ 530746 h 6858000"/>
              <a:gd name="connsiteX34" fmla="*/ 6557155 w 7463692"/>
              <a:gd name="connsiteY34" fmla="*/ 572864 h 6858000"/>
              <a:gd name="connsiteX35" fmla="*/ 6761626 w 7463692"/>
              <a:gd name="connsiteY35" fmla="*/ 572864 h 6858000"/>
              <a:gd name="connsiteX36" fmla="*/ 6827273 w 7463692"/>
              <a:gd name="connsiteY36" fmla="*/ 494511 h 6858000"/>
              <a:gd name="connsiteX37" fmla="*/ 6764920 w 7463692"/>
              <a:gd name="connsiteY37" fmla="*/ 411217 h 6858000"/>
              <a:gd name="connsiteX38" fmla="*/ 6635508 w 7463692"/>
              <a:gd name="connsiteY38" fmla="*/ 411217 h 6858000"/>
              <a:gd name="connsiteX39" fmla="*/ 6602802 w 7463692"/>
              <a:gd name="connsiteY39" fmla="*/ 374511 h 6858000"/>
              <a:gd name="connsiteX40" fmla="*/ 6640920 w 7463692"/>
              <a:gd name="connsiteY40" fmla="*/ 338982 h 6858000"/>
              <a:gd name="connsiteX41" fmla="*/ 6817626 w 7463692"/>
              <a:gd name="connsiteY41" fmla="*/ 338982 h 6858000"/>
              <a:gd name="connsiteX42" fmla="*/ 6817626 w 7463692"/>
              <a:gd name="connsiteY42" fmla="*/ 297099 h 6858000"/>
              <a:gd name="connsiteX43" fmla="*/ 6135037 w 7463692"/>
              <a:gd name="connsiteY43" fmla="*/ 296864 h 6858000"/>
              <a:gd name="connsiteX44" fmla="*/ 6135037 w 7463692"/>
              <a:gd name="connsiteY44" fmla="*/ 572629 h 6858000"/>
              <a:gd name="connsiteX45" fmla="*/ 6185390 w 7463692"/>
              <a:gd name="connsiteY45" fmla="*/ 572629 h 6858000"/>
              <a:gd name="connsiteX46" fmla="*/ 6185390 w 7463692"/>
              <a:gd name="connsiteY46" fmla="*/ 338746 h 6858000"/>
              <a:gd name="connsiteX47" fmla="*/ 6300684 w 7463692"/>
              <a:gd name="connsiteY47" fmla="*/ 338746 h 6858000"/>
              <a:gd name="connsiteX48" fmla="*/ 6300684 w 7463692"/>
              <a:gd name="connsiteY48" fmla="*/ 572629 h 6858000"/>
              <a:gd name="connsiteX49" fmla="*/ 6351272 w 7463692"/>
              <a:gd name="connsiteY49" fmla="*/ 572629 h 6858000"/>
              <a:gd name="connsiteX50" fmla="*/ 6351272 w 7463692"/>
              <a:gd name="connsiteY50" fmla="*/ 338746 h 6858000"/>
              <a:gd name="connsiteX51" fmla="*/ 6427978 w 7463692"/>
              <a:gd name="connsiteY51" fmla="*/ 338746 h 6858000"/>
              <a:gd name="connsiteX52" fmla="*/ 6472214 w 7463692"/>
              <a:gd name="connsiteY52" fmla="*/ 387923 h 6858000"/>
              <a:gd name="connsiteX53" fmla="*/ 6472214 w 7463692"/>
              <a:gd name="connsiteY53" fmla="*/ 572629 h 6858000"/>
              <a:gd name="connsiteX54" fmla="*/ 6522567 w 7463692"/>
              <a:gd name="connsiteY54" fmla="*/ 572629 h 6858000"/>
              <a:gd name="connsiteX55" fmla="*/ 6522567 w 7463692"/>
              <a:gd name="connsiteY55" fmla="*/ 374040 h 6858000"/>
              <a:gd name="connsiteX56" fmla="*/ 6453390 w 7463692"/>
              <a:gd name="connsiteY56" fmla="*/ 296864 h 6858000"/>
              <a:gd name="connsiteX57" fmla="*/ 0 w 7463692"/>
              <a:gd name="connsiteY57" fmla="*/ 0 h 6858000"/>
              <a:gd name="connsiteX58" fmla="*/ 72289 w 7463692"/>
              <a:gd name="connsiteY58" fmla="*/ 0 h 6858000"/>
              <a:gd name="connsiteX59" fmla="*/ 2753286 w 7463692"/>
              <a:gd name="connsiteY59" fmla="*/ 0 h 6858000"/>
              <a:gd name="connsiteX60" fmla="*/ 7463692 w 7463692"/>
              <a:gd name="connsiteY60" fmla="*/ 0 h 6858000"/>
              <a:gd name="connsiteX61" fmla="*/ 7463692 w 7463692"/>
              <a:gd name="connsiteY61" fmla="*/ 6858000 h 6858000"/>
              <a:gd name="connsiteX62" fmla="*/ 2753286 w 7463692"/>
              <a:gd name="connsiteY62" fmla="*/ 6858000 h 6858000"/>
              <a:gd name="connsiteX63" fmla="*/ 427029 w 7463692"/>
              <a:gd name="connsiteY63" fmla="*/ 6858000 h 6858000"/>
              <a:gd name="connsiteX64" fmla="*/ 404158 w 7463692"/>
              <a:gd name="connsiteY64" fmla="*/ 6858000 h 6858000"/>
              <a:gd name="connsiteX65" fmla="*/ 415213 w 7463692"/>
              <a:gd name="connsiteY65" fmla="*/ 6841604 h 6858000"/>
              <a:gd name="connsiteX66" fmla="*/ 432029 w 7463692"/>
              <a:gd name="connsiteY66" fmla="*/ 6758309 h 6858000"/>
              <a:gd name="connsiteX67" fmla="*/ 432029 w 7463692"/>
              <a:gd name="connsiteY67" fmla="*/ 2203207 h 6858000"/>
              <a:gd name="connsiteX68" fmla="*/ 218039 w 7463692"/>
              <a:gd name="connsiteY68" fmla="*/ 1989217 h 6858000"/>
              <a:gd name="connsiteX69" fmla="*/ 0 w 7463692"/>
              <a:gd name="connsiteY69" fmla="*/ 19892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7463692" h="6858000">
                <a:moveTo>
                  <a:pt x="6036214" y="454511"/>
                </a:moveTo>
                <a:cubicBezTo>
                  <a:pt x="6003038" y="454511"/>
                  <a:pt x="5976214" y="481335"/>
                  <a:pt x="5976214" y="514511"/>
                </a:cubicBezTo>
                <a:cubicBezTo>
                  <a:pt x="5976214" y="547687"/>
                  <a:pt x="6003038" y="574511"/>
                  <a:pt x="6036214" y="574511"/>
                </a:cubicBezTo>
                <a:cubicBezTo>
                  <a:pt x="6069391" y="574511"/>
                  <a:pt x="6096214" y="547687"/>
                  <a:pt x="6096214" y="514511"/>
                </a:cubicBezTo>
                <a:cubicBezTo>
                  <a:pt x="6096214" y="481335"/>
                  <a:pt x="6069391" y="454511"/>
                  <a:pt x="6036214" y="454511"/>
                </a:cubicBezTo>
                <a:close/>
                <a:moveTo>
                  <a:pt x="6975273" y="338982"/>
                </a:moveTo>
                <a:lnTo>
                  <a:pt x="7078802" y="338982"/>
                </a:lnTo>
                <a:lnTo>
                  <a:pt x="7078802" y="530746"/>
                </a:lnTo>
                <a:lnTo>
                  <a:pt x="6973155" y="530746"/>
                </a:lnTo>
                <a:cubicBezTo>
                  <a:pt x="6941861" y="530982"/>
                  <a:pt x="6910331" y="533099"/>
                  <a:pt x="6909390" y="492629"/>
                </a:cubicBezTo>
                <a:cubicBezTo>
                  <a:pt x="6909390" y="490982"/>
                  <a:pt x="6909155" y="476158"/>
                  <a:pt x="6909390" y="432864"/>
                </a:cubicBezTo>
                <a:cubicBezTo>
                  <a:pt x="6909626" y="396158"/>
                  <a:pt x="6909155" y="387452"/>
                  <a:pt x="6909390" y="383688"/>
                </a:cubicBezTo>
                <a:cubicBezTo>
                  <a:pt x="6911037" y="349805"/>
                  <a:pt x="6923508" y="337805"/>
                  <a:pt x="6975273" y="338982"/>
                </a:cubicBezTo>
                <a:close/>
                <a:moveTo>
                  <a:pt x="6957861" y="296864"/>
                </a:moveTo>
                <a:cubicBezTo>
                  <a:pt x="6912920" y="296864"/>
                  <a:pt x="6896214" y="303923"/>
                  <a:pt x="6883978" y="313805"/>
                </a:cubicBezTo>
                <a:cubicBezTo>
                  <a:pt x="6870567" y="324629"/>
                  <a:pt x="6858331" y="338040"/>
                  <a:pt x="6858096" y="384393"/>
                </a:cubicBezTo>
                <a:lnTo>
                  <a:pt x="6858096" y="483923"/>
                </a:lnTo>
                <a:cubicBezTo>
                  <a:pt x="6858096" y="532864"/>
                  <a:pt x="6871743" y="546746"/>
                  <a:pt x="6885625" y="558276"/>
                </a:cubicBezTo>
                <a:cubicBezTo>
                  <a:pt x="6895037" y="564864"/>
                  <a:pt x="6910567" y="572629"/>
                  <a:pt x="6958096" y="572629"/>
                </a:cubicBezTo>
                <a:lnTo>
                  <a:pt x="7078802" y="572629"/>
                </a:lnTo>
                <a:lnTo>
                  <a:pt x="7078802" y="583217"/>
                </a:lnTo>
                <a:cubicBezTo>
                  <a:pt x="7078802" y="604158"/>
                  <a:pt x="7074802" y="613099"/>
                  <a:pt x="7050802" y="613099"/>
                </a:cubicBezTo>
                <a:lnTo>
                  <a:pt x="6893390" y="613099"/>
                </a:lnTo>
                <a:lnTo>
                  <a:pt x="6893390" y="657335"/>
                </a:lnTo>
                <a:lnTo>
                  <a:pt x="7067037" y="657335"/>
                </a:lnTo>
                <a:cubicBezTo>
                  <a:pt x="7113861" y="657335"/>
                  <a:pt x="7128920" y="636393"/>
                  <a:pt x="7128920" y="597099"/>
                </a:cubicBezTo>
                <a:lnTo>
                  <a:pt x="7128920" y="296864"/>
                </a:lnTo>
                <a:close/>
                <a:moveTo>
                  <a:pt x="6623273" y="296864"/>
                </a:moveTo>
                <a:cubicBezTo>
                  <a:pt x="6568920" y="296864"/>
                  <a:pt x="6552449" y="333099"/>
                  <a:pt x="6552449" y="373335"/>
                </a:cubicBezTo>
                <a:cubicBezTo>
                  <a:pt x="6552449" y="416629"/>
                  <a:pt x="6570331" y="452864"/>
                  <a:pt x="6619743" y="452864"/>
                </a:cubicBezTo>
                <a:lnTo>
                  <a:pt x="6739508" y="452864"/>
                </a:lnTo>
                <a:cubicBezTo>
                  <a:pt x="6776214" y="452864"/>
                  <a:pt x="6776214" y="481099"/>
                  <a:pt x="6776214" y="494040"/>
                </a:cubicBezTo>
                <a:cubicBezTo>
                  <a:pt x="6776214" y="506040"/>
                  <a:pt x="6776214" y="530746"/>
                  <a:pt x="6740449" y="530746"/>
                </a:cubicBezTo>
                <a:lnTo>
                  <a:pt x="6557155" y="530746"/>
                </a:lnTo>
                <a:lnTo>
                  <a:pt x="6557155" y="572864"/>
                </a:lnTo>
                <a:lnTo>
                  <a:pt x="6761626" y="572864"/>
                </a:lnTo>
                <a:cubicBezTo>
                  <a:pt x="6812685" y="572864"/>
                  <a:pt x="6827273" y="542982"/>
                  <a:pt x="6827273" y="494511"/>
                </a:cubicBezTo>
                <a:cubicBezTo>
                  <a:pt x="6827273" y="436864"/>
                  <a:pt x="6808449" y="411217"/>
                  <a:pt x="6764920" y="411217"/>
                </a:cubicBezTo>
                <a:lnTo>
                  <a:pt x="6635508" y="411217"/>
                </a:lnTo>
                <a:cubicBezTo>
                  <a:pt x="6602802" y="411217"/>
                  <a:pt x="6602802" y="389099"/>
                  <a:pt x="6602802" y="374511"/>
                </a:cubicBezTo>
                <a:cubicBezTo>
                  <a:pt x="6602802" y="362982"/>
                  <a:pt x="6606096" y="338982"/>
                  <a:pt x="6640920" y="338982"/>
                </a:cubicBezTo>
                <a:lnTo>
                  <a:pt x="6817626" y="338982"/>
                </a:lnTo>
                <a:lnTo>
                  <a:pt x="6817626" y="297099"/>
                </a:lnTo>
                <a:close/>
                <a:moveTo>
                  <a:pt x="6135037" y="296864"/>
                </a:moveTo>
                <a:lnTo>
                  <a:pt x="6135037" y="572629"/>
                </a:lnTo>
                <a:lnTo>
                  <a:pt x="6185390" y="572629"/>
                </a:lnTo>
                <a:lnTo>
                  <a:pt x="6185390" y="338746"/>
                </a:lnTo>
                <a:lnTo>
                  <a:pt x="6300684" y="338746"/>
                </a:lnTo>
                <a:lnTo>
                  <a:pt x="6300684" y="572629"/>
                </a:lnTo>
                <a:lnTo>
                  <a:pt x="6351272" y="572629"/>
                </a:lnTo>
                <a:lnTo>
                  <a:pt x="6351272" y="338746"/>
                </a:lnTo>
                <a:lnTo>
                  <a:pt x="6427978" y="338746"/>
                </a:lnTo>
                <a:cubicBezTo>
                  <a:pt x="6453861" y="338746"/>
                  <a:pt x="6472214" y="354276"/>
                  <a:pt x="6472214" y="387923"/>
                </a:cubicBezTo>
                <a:lnTo>
                  <a:pt x="6472214" y="572629"/>
                </a:lnTo>
                <a:lnTo>
                  <a:pt x="6522567" y="572629"/>
                </a:lnTo>
                <a:lnTo>
                  <a:pt x="6522567" y="374040"/>
                </a:lnTo>
                <a:cubicBezTo>
                  <a:pt x="6522567" y="336393"/>
                  <a:pt x="6503273" y="296864"/>
                  <a:pt x="6453390" y="296864"/>
                </a:cubicBezTo>
                <a:close/>
                <a:moveTo>
                  <a:pt x="0" y="0"/>
                </a:moveTo>
                <a:lnTo>
                  <a:pt x="72289" y="0"/>
                </a:lnTo>
                <a:lnTo>
                  <a:pt x="2753286" y="0"/>
                </a:lnTo>
                <a:lnTo>
                  <a:pt x="7463692" y="0"/>
                </a:lnTo>
                <a:lnTo>
                  <a:pt x="7463692" y="6858000"/>
                </a:lnTo>
                <a:lnTo>
                  <a:pt x="2753286" y="6858000"/>
                </a:lnTo>
                <a:lnTo>
                  <a:pt x="427029" y="6858000"/>
                </a:lnTo>
                <a:lnTo>
                  <a:pt x="404158" y="6858000"/>
                </a:lnTo>
                <a:lnTo>
                  <a:pt x="415213" y="6841604"/>
                </a:lnTo>
                <a:cubicBezTo>
                  <a:pt x="426041" y="6816002"/>
                  <a:pt x="432029" y="6787855"/>
                  <a:pt x="432029" y="6758309"/>
                </a:cubicBezTo>
                <a:lnTo>
                  <a:pt x="432029" y="2203207"/>
                </a:lnTo>
                <a:cubicBezTo>
                  <a:pt x="432029" y="2085024"/>
                  <a:pt x="336222" y="1989217"/>
                  <a:pt x="218039" y="1989217"/>
                </a:cubicBezTo>
                <a:lnTo>
                  <a:pt x="0" y="1989217"/>
                </a:lnTo>
                <a:close/>
              </a:path>
            </a:pathLst>
          </a:custGeom>
          <a:solidFill>
            <a:schemeClr val="bg2"/>
          </a:solidFill>
        </p:spPr>
        <p:txBody>
          <a:bodyPr wrap="square">
            <a:noAutofit/>
          </a:bodyPr>
          <a:lstStyle/>
          <a:p>
            <a:r>
              <a:rPr lang="de-DE"/>
              <a:t>Bild durch Klicken auf Symbol hinzufügen</a:t>
            </a:r>
            <a:endParaRPr lang="de-DE" dirty="0"/>
          </a:p>
        </p:txBody>
      </p:sp>
      <p:sp>
        <p:nvSpPr>
          <p:cNvPr id="30" name="Textplatzhalter Kapitelnummer">
            <a:extLst>
              <a:ext uri="{FF2B5EF4-FFF2-40B4-BE49-F238E27FC236}">
                <a16:creationId xmlns:a16="http://schemas.microsoft.com/office/drawing/2014/main" id="{15D7F58E-36BA-9C1C-CCD4-7D67906B7F73}"/>
              </a:ext>
            </a:extLst>
          </p:cNvPr>
          <p:cNvSpPr>
            <a:spLocks noGrp="1"/>
          </p:cNvSpPr>
          <p:nvPr>
            <p:ph type="body" sz="quarter" idx="14" hasCustomPrompt="1"/>
          </p:nvPr>
        </p:nvSpPr>
        <p:spPr bwMode="gray">
          <a:xfrm>
            <a:off x="623888" y="1336675"/>
            <a:ext cx="432000" cy="432000"/>
          </a:xfrm>
          <a:prstGeom prst="ellipse">
            <a:avLst/>
          </a:prstGeom>
          <a:solidFill>
            <a:schemeClr val="accent1"/>
          </a:solidFill>
        </p:spPr>
        <p:txBody>
          <a:bodyPr anchor="ctr"/>
          <a:lstStyle>
            <a:lvl1pPr algn="ctr">
              <a:defRPr sz="1600" b="1">
                <a:solidFill>
                  <a:schemeClr val="bg1"/>
                </a:solidFill>
                <a:latin typeface="+mj-lt"/>
              </a:defRPr>
            </a:lvl1pPr>
          </a:lstStyle>
          <a:p>
            <a:pPr lvl="0"/>
            <a:r>
              <a:rPr lang="de-DE"/>
              <a:t>00</a:t>
            </a:r>
          </a:p>
        </p:txBody>
      </p:sp>
      <p:sp>
        <p:nvSpPr>
          <p:cNvPr id="2" name="Textplatzhalter Titel">
            <a:extLst>
              <a:ext uri="{FF2B5EF4-FFF2-40B4-BE49-F238E27FC236}">
                <a16:creationId xmlns:a16="http://schemas.microsoft.com/office/drawing/2014/main" id="{B545046E-39AA-5646-D331-802F7889BAA8}"/>
              </a:ext>
            </a:extLst>
          </p:cNvPr>
          <p:cNvSpPr>
            <a:spLocks noGrp="1"/>
          </p:cNvSpPr>
          <p:nvPr>
            <p:ph type="title"/>
          </p:nvPr>
        </p:nvSpPr>
        <p:spPr bwMode="gray">
          <a:xfrm>
            <a:off x="623887" y="1991397"/>
            <a:ext cx="3888391" cy="1077708"/>
          </a:xfrm>
        </p:spPr>
        <p:txBody>
          <a:bodyPr vert="horz" lIns="0" tIns="0" rIns="0" bIns="0" anchor="t">
            <a:noAutofit/>
          </a:bodyPr>
          <a:lstStyle>
            <a:lvl1pPr rtl="0">
              <a:lnSpc>
                <a:spcPct val="100000"/>
              </a:lnSpc>
              <a:spcAft>
                <a:spcPts val="600"/>
              </a:spcAft>
              <a:defRPr sz="3600">
                <a:solidFill>
                  <a:schemeClr val="accent1"/>
                </a:solidFill>
              </a:defRPr>
            </a:lvl1pPr>
          </a:lstStyle>
          <a:p>
            <a:r>
              <a:rPr lang="de-DE"/>
              <a:t>Mastertitelformat bearbeiten</a:t>
            </a:r>
            <a:endParaRPr lang="de-DE" dirty="0"/>
          </a:p>
        </p:txBody>
      </p:sp>
      <p:sp>
        <p:nvSpPr>
          <p:cNvPr id="19" name="Textplatzhalter Subtitle">
            <a:extLst>
              <a:ext uri="{FF2B5EF4-FFF2-40B4-BE49-F238E27FC236}">
                <a16:creationId xmlns:a16="http://schemas.microsoft.com/office/drawing/2014/main" id="{FB0D230E-B4C4-0E0C-7917-9588404DD9A0}"/>
              </a:ext>
            </a:extLst>
          </p:cNvPr>
          <p:cNvSpPr>
            <a:spLocks noGrp="1"/>
          </p:cNvSpPr>
          <p:nvPr>
            <p:ph type="body" sz="quarter" idx="12" hasCustomPrompt="1"/>
          </p:nvPr>
        </p:nvSpPr>
        <p:spPr bwMode="gray">
          <a:xfrm>
            <a:off x="623887" y="3292353"/>
            <a:ext cx="3888391" cy="424690"/>
          </a:xfrm>
          <a:noFill/>
        </p:spPr>
        <p:txBody>
          <a:bodyPr wrap="square" lIns="0" tIns="0" rIns="0" bIns="0" anchor="t">
            <a:noAutofit/>
          </a:bodyPr>
          <a:lstStyle>
            <a:lvl1pPr rtl="0">
              <a:defRPr sz="2000" b="0">
                <a:solidFill>
                  <a:schemeClr val="tx1"/>
                </a:solidFill>
              </a:defRPr>
            </a:lvl1pPr>
          </a:lstStyle>
          <a:p>
            <a:pPr lvl="0"/>
            <a:r>
              <a:rPr lang="de-DE" dirty="0" err="1"/>
              <a:t>Subtitle</a:t>
            </a:r>
            <a:r>
              <a:rPr lang="de-DE" dirty="0"/>
              <a:t> einfügen</a:t>
            </a:r>
          </a:p>
        </p:txBody>
      </p:sp>
      <p:sp>
        <p:nvSpPr>
          <p:cNvPr id="192" name="Fußzeilenplatzhalter">
            <a:extLst>
              <a:ext uri="{FF2B5EF4-FFF2-40B4-BE49-F238E27FC236}">
                <a16:creationId xmlns:a16="http://schemas.microsoft.com/office/drawing/2014/main" id="{4CC5C821-AB6C-4244-5ABE-4CEAB02BE5B0}"/>
              </a:ext>
            </a:extLst>
          </p:cNvPr>
          <p:cNvSpPr>
            <a:spLocks noGrp="1"/>
          </p:cNvSpPr>
          <p:nvPr>
            <p:ph type="ftr" sz="quarter" idx="15"/>
          </p:nvPr>
        </p:nvSpPr>
        <p:spPr>
          <a:xfrm>
            <a:off x="623888" y="6443762"/>
            <a:ext cx="3671948" cy="153888"/>
          </a:xfrm>
        </p:spPr>
        <p:txBody>
          <a:bodyPr/>
          <a:lstStyle/>
          <a:p>
            <a:r>
              <a:rPr lang="de-DE"/>
              <a:t>© msg systems ag | Titel einfügen | 2025</a:t>
            </a:r>
            <a:endParaRPr lang="de-DE" dirty="0"/>
          </a:p>
        </p:txBody>
      </p:sp>
      <p:sp>
        <p:nvSpPr>
          <p:cNvPr id="193" name="Foliennummernplatzhalter">
            <a:extLst>
              <a:ext uri="{FF2B5EF4-FFF2-40B4-BE49-F238E27FC236}">
                <a16:creationId xmlns:a16="http://schemas.microsoft.com/office/drawing/2014/main" id="{6D38364E-5AE9-7D62-E8EA-838585EB2222}"/>
              </a:ext>
            </a:extLst>
          </p:cNvPr>
          <p:cNvSpPr>
            <a:spLocks noGrp="1"/>
          </p:cNvSpPr>
          <p:nvPr>
            <p:ph type="sldNum" sz="quarter" idx="16"/>
          </p:nvPr>
        </p:nvSpPr>
        <p:spPr/>
        <p:txBody>
          <a:bodyPr/>
          <a:lstStyle>
            <a:lvl1pPr>
              <a:defRPr>
                <a:solidFill>
                  <a:schemeClr val="bg1"/>
                </a:solidFill>
              </a:defRPr>
            </a:lvl1pPr>
          </a:lstStyle>
          <a:p>
            <a:fld id="{1FBD72F1-A42A-46B0-A7F8-CE6A9835826C}" type="slidenum">
              <a:rPr lang="de-DE"/>
              <a:pPr/>
              <a:t>‹Nr.›</a:t>
            </a:fld>
            <a:endParaRPr lang="de-DE" dirty="0"/>
          </a:p>
        </p:txBody>
      </p:sp>
      <p:grpSp>
        <p:nvGrpSpPr>
          <p:cNvPr id="51" name="Gruppieren 50">
            <a:extLst>
              <a:ext uri="{FF2B5EF4-FFF2-40B4-BE49-F238E27FC236}">
                <a16:creationId xmlns:a16="http://schemas.microsoft.com/office/drawing/2014/main" id="{D30454BE-5DD4-6C5C-9B16-5C47ACF1A8DA}"/>
              </a:ext>
              <a:ext uri="{C183D7F6-B498-43B3-948B-1728B52AA6E4}">
                <adec:decorative xmlns:adec="http://schemas.microsoft.com/office/drawing/2017/decorative" val="1"/>
              </a:ext>
            </a:extLst>
          </p:cNvPr>
          <p:cNvGrpSpPr>
            <a:grpSpLocks/>
          </p:cNvGrpSpPr>
          <p:nvPr userDrawn="1"/>
        </p:nvGrpSpPr>
        <p:grpSpPr bwMode="gray">
          <a:xfrm>
            <a:off x="623888" y="-254000"/>
            <a:ext cx="11233150" cy="144000"/>
            <a:chOff x="623888" y="0"/>
            <a:chExt cx="11233150" cy="6858000"/>
          </a:xfrm>
        </p:grpSpPr>
        <p:cxnSp>
          <p:nvCxnSpPr>
            <p:cNvPr id="52" name="Gerader Verbinder 51">
              <a:extLst>
                <a:ext uri="{FF2B5EF4-FFF2-40B4-BE49-F238E27FC236}">
                  <a16:creationId xmlns:a16="http://schemas.microsoft.com/office/drawing/2014/main" id="{09748565-9A17-43EF-EB89-D4A0B74B57E3}"/>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3" name="Gerader Verbinder 52">
              <a:extLst>
                <a:ext uri="{FF2B5EF4-FFF2-40B4-BE49-F238E27FC236}">
                  <a16:creationId xmlns:a16="http://schemas.microsoft.com/office/drawing/2014/main" id="{B86B1E96-9338-B5E0-77FA-C470E0504B2E}"/>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62" name="Gruppieren 61">
            <a:extLst>
              <a:ext uri="{FF2B5EF4-FFF2-40B4-BE49-F238E27FC236}">
                <a16:creationId xmlns:a16="http://schemas.microsoft.com/office/drawing/2014/main" id="{23AEFC0B-3357-8281-ECC6-905453CCD4B3}"/>
              </a:ext>
              <a:ext uri="{C183D7F6-B498-43B3-948B-1728B52AA6E4}">
                <adec:decorative xmlns:adec="http://schemas.microsoft.com/office/drawing/2017/decorative" val="1"/>
              </a:ext>
            </a:extLst>
          </p:cNvPr>
          <p:cNvGrpSpPr>
            <a:grpSpLocks/>
          </p:cNvGrpSpPr>
          <p:nvPr userDrawn="1"/>
        </p:nvGrpSpPr>
        <p:grpSpPr bwMode="gray">
          <a:xfrm>
            <a:off x="623888" y="6972300"/>
            <a:ext cx="11233150" cy="144000"/>
            <a:chOff x="623888" y="0"/>
            <a:chExt cx="11233150" cy="6858000"/>
          </a:xfrm>
        </p:grpSpPr>
        <p:cxnSp>
          <p:nvCxnSpPr>
            <p:cNvPr id="63" name="Gerader Verbinder 62">
              <a:extLst>
                <a:ext uri="{FF2B5EF4-FFF2-40B4-BE49-F238E27FC236}">
                  <a16:creationId xmlns:a16="http://schemas.microsoft.com/office/drawing/2014/main" id="{79A76A7A-4A89-29AA-6E90-B4DF8A963665}"/>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4" name="Gerader Verbinder 63">
              <a:extLst>
                <a:ext uri="{FF2B5EF4-FFF2-40B4-BE49-F238E27FC236}">
                  <a16:creationId xmlns:a16="http://schemas.microsoft.com/office/drawing/2014/main" id="{D2B29119-661E-C7A4-D412-2008CFAA8B26}"/>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196" name="Gruppieren 195">
            <a:extLst>
              <a:ext uri="{FF2B5EF4-FFF2-40B4-BE49-F238E27FC236}">
                <a16:creationId xmlns:a16="http://schemas.microsoft.com/office/drawing/2014/main" id="{B2DF044B-E3D3-4AC6-BB8C-4A94EAA0A309}"/>
              </a:ext>
              <a:ext uri="{C183D7F6-B498-43B3-948B-1728B52AA6E4}">
                <adec:decorative xmlns:adec="http://schemas.microsoft.com/office/drawing/2017/decorative" val="1"/>
              </a:ext>
            </a:extLst>
          </p:cNvPr>
          <p:cNvGrpSpPr/>
          <p:nvPr userDrawn="1"/>
        </p:nvGrpSpPr>
        <p:grpSpPr bwMode="gray">
          <a:xfrm>
            <a:off x="-254000" y="296863"/>
            <a:ext cx="144000" cy="6300787"/>
            <a:chOff x="0" y="296863"/>
            <a:chExt cx="12192000" cy="6300787"/>
          </a:xfrm>
        </p:grpSpPr>
        <p:cxnSp>
          <p:nvCxnSpPr>
            <p:cNvPr id="197" name="Gerader Verbinder 196">
              <a:extLst>
                <a:ext uri="{FF2B5EF4-FFF2-40B4-BE49-F238E27FC236}">
                  <a16:creationId xmlns:a16="http://schemas.microsoft.com/office/drawing/2014/main" id="{A8D6AE26-6C3B-A1F5-CFB1-222C89F1B97A}"/>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8" name="Gerader Verbinder 197">
              <a:extLst>
                <a:ext uri="{FF2B5EF4-FFF2-40B4-BE49-F238E27FC236}">
                  <a16:creationId xmlns:a16="http://schemas.microsoft.com/office/drawing/2014/main" id="{695AC01D-45B0-0B0C-ABC7-05769A5BC19B}"/>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9" name="Gerader Verbinder 198">
              <a:extLst>
                <a:ext uri="{FF2B5EF4-FFF2-40B4-BE49-F238E27FC236}">
                  <a16:creationId xmlns:a16="http://schemas.microsoft.com/office/drawing/2014/main" id="{C1DE09D3-C134-66E7-37B4-B6574BCB9936}"/>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0" name="Gerader Verbinder 199">
              <a:extLst>
                <a:ext uri="{FF2B5EF4-FFF2-40B4-BE49-F238E27FC236}">
                  <a16:creationId xmlns:a16="http://schemas.microsoft.com/office/drawing/2014/main" id="{38057F2B-30FB-F611-74D6-A8CCB13F8AF6}"/>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1" name="Gerader Verbinder 200">
              <a:extLst>
                <a:ext uri="{FF2B5EF4-FFF2-40B4-BE49-F238E27FC236}">
                  <a16:creationId xmlns:a16="http://schemas.microsoft.com/office/drawing/2014/main" id="{8FD79B80-2C2B-2A37-BAE6-9A4560CC2210}"/>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2" name="Gerader Verbinder 201">
              <a:extLst>
                <a:ext uri="{FF2B5EF4-FFF2-40B4-BE49-F238E27FC236}">
                  <a16:creationId xmlns:a16="http://schemas.microsoft.com/office/drawing/2014/main" id="{B29EBAF0-F2F1-01FD-0169-23CC6A456A45}"/>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3" name="Gerader Verbinder 202">
              <a:extLst>
                <a:ext uri="{FF2B5EF4-FFF2-40B4-BE49-F238E27FC236}">
                  <a16:creationId xmlns:a16="http://schemas.microsoft.com/office/drawing/2014/main" id="{8ABE2352-A5E5-5EF6-21C0-DAF60287AAA1}"/>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204" name="Gruppieren 203">
            <a:extLst>
              <a:ext uri="{FF2B5EF4-FFF2-40B4-BE49-F238E27FC236}">
                <a16:creationId xmlns:a16="http://schemas.microsoft.com/office/drawing/2014/main" id="{F4883AD6-9AF7-5A09-4F0B-02F59FFCE285}"/>
              </a:ext>
              <a:ext uri="{C183D7F6-B498-43B3-948B-1728B52AA6E4}">
                <adec:decorative xmlns:adec="http://schemas.microsoft.com/office/drawing/2017/decorative" val="1"/>
              </a:ext>
            </a:extLst>
          </p:cNvPr>
          <p:cNvGrpSpPr/>
          <p:nvPr userDrawn="1"/>
        </p:nvGrpSpPr>
        <p:grpSpPr bwMode="gray">
          <a:xfrm>
            <a:off x="12301940" y="296863"/>
            <a:ext cx="144000" cy="6300787"/>
            <a:chOff x="0" y="296863"/>
            <a:chExt cx="12192000" cy="6300787"/>
          </a:xfrm>
        </p:grpSpPr>
        <p:cxnSp>
          <p:nvCxnSpPr>
            <p:cNvPr id="205" name="Gerader Verbinder 204">
              <a:extLst>
                <a:ext uri="{FF2B5EF4-FFF2-40B4-BE49-F238E27FC236}">
                  <a16:creationId xmlns:a16="http://schemas.microsoft.com/office/drawing/2014/main" id="{13DC920E-093A-F9EC-59F6-6F19CC93A972}"/>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6" name="Gerader Verbinder 205">
              <a:extLst>
                <a:ext uri="{FF2B5EF4-FFF2-40B4-BE49-F238E27FC236}">
                  <a16:creationId xmlns:a16="http://schemas.microsoft.com/office/drawing/2014/main" id="{2CD9FB50-5ADF-675B-B994-5DACA6BF0E17}"/>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7" name="Gerader Verbinder 206">
              <a:extLst>
                <a:ext uri="{FF2B5EF4-FFF2-40B4-BE49-F238E27FC236}">
                  <a16:creationId xmlns:a16="http://schemas.microsoft.com/office/drawing/2014/main" id="{1993A5D7-FC4A-CC9E-5A54-9D07B996AA7B}"/>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8" name="Gerader Verbinder 207">
              <a:extLst>
                <a:ext uri="{FF2B5EF4-FFF2-40B4-BE49-F238E27FC236}">
                  <a16:creationId xmlns:a16="http://schemas.microsoft.com/office/drawing/2014/main" id="{22E90637-7306-39C2-2EFF-4255ACCF24AA}"/>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9" name="Gerader Verbinder 208">
              <a:extLst>
                <a:ext uri="{FF2B5EF4-FFF2-40B4-BE49-F238E27FC236}">
                  <a16:creationId xmlns:a16="http://schemas.microsoft.com/office/drawing/2014/main" id="{7BA25234-23B8-4618-3F9D-2084E7BAE40F}"/>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10" name="Gerader Verbinder 209">
              <a:extLst>
                <a:ext uri="{FF2B5EF4-FFF2-40B4-BE49-F238E27FC236}">
                  <a16:creationId xmlns:a16="http://schemas.microsoft.com/office/drawing/2014/main" id="{7E4E59E6-EEF3-A2EC-0FCD-A4E442F2E476}"/>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11" name="Gerader Verbinder 210">
              <a:extLst>
                <a:ext uri="{FF2B5EF4-FFF2-40B4-BE49-F238E27FC236}">
                  <a16:creationId xmlns:a16="http://schemas.microsoft.com/office/drawing/2014/main" id="{818146FD-9F3D-F16E-D2DF-ABD0C683C671}"/>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3" name="MIO_Placeholder_Mapping" hidden="1">
            <a:extLst>
              <a:ext uri="{FF2B5EF4-FFF2-40B4-BE49-F238E27FC236}">
                <a16:creationId xmlns:a16="http://schemas.microsoft.com/office/drawing/2014/main" id="{8FC9A0F5-ACD3-27C8-7FAB-AA7E5249D19A}"/>
              </a:ext>
            </a:extLst>
          </p:cNvPr>
          <p:cNvSpPr/>
          <p:nvPr userDrawn="1">
            <p:custDataLst>
              <p:tags r:id="rId2"/>
            </p:custDataLst>
          </p:nvPr>
        </p:nvSpPr>
        <p:spPr>
          <a:xfrm>
            <a:off x="0" y="0"/>
            <a:ext cx="0" cy="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de-DE" sz="1600" dirty="0"/>
          </a:p>
        </p:txBody>
      </p:sp>
    </p:spTree>
    <p:extLst>
      <p:ext uri="{BB962C8B-B14F-4D97-AF65-F5344CB8AC3E}">
        <p14:creationId xmlns:p14="http://schemas.microsoft.com/office/powerpoint/2010/main" val="312604401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Kapitel 2">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5D1E776-3F94-A5E4-A48A-3D2EF966C59D}"/>
              </a:ext>
            </a:extLst>
          </p:cNvPr>
          <p:cNvGraphicFramePr>
            <a:graphicFrameLocks noChangeAspect="1"/>
          </p:cNvGraphicFramePr>
          <p:nvPr userDrawn="1">
            <p:custDataLst>
              <p:tags r:id="rId1"/>
            </p:custDataLst>
            <p:extLst>
              <p:ext uri="{D42A27DB-BD31-4B8C-83A1-F6EECF244321}">
                <p14:modId xmlns:p14="http://schemas.microsoft.com/office/powerpoint/2010/main" val="41464748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think-cell data - do not delete" hidden="1">
                        <a:extLst>
                          <a:ext uri="{FF2B5EF4-FFF2-40B4-BE49-F238E27FC236}">
                            <a16:creationId xmlns:a16="http://schemas.microsoft.com/office/drawing/2014/main" id="{E5D1E776-3F94-A5E4-A48A-3D2EF966C5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Bildplatzhalter 10" descr="Bild füllt die komplette Folie aus, im unteren Bereich Kapitelnummer, Titel und Untertitel, Bild ist änderbar.">
            <a:extLst>
              <a:ext uri="{FF2B5EF4-FFF2-40B4-BE49-F238E27FC236}">
                <a16:creationId xmlns:a16="http://schemas.microsoft.com/office/drawing/2014/main" id="{E2E72487-DC5F-3D9B-6063-5D7F49143C4A}"/>
              </a:ext>
              <a:ext uri="{C183D7F6-B498-43B3-948B-1728B52AA6E4}">
                <adec:decorative xmlns:adec="http://schemas.microsoft.com/office/drawing/2017/decorative" val="0"/>
              </a:ext>
            </a:extLst>
          </p:cNvPr>
          <p:cNvSpPr>
            <a:spLocks noGrp="1"/>
          </p:cNvSpPr>
          <p:nvPr>
            <p:ph type="pic" sz="quarter" idx="13"/>
          </p:nvPr>
        </p:nvSpPr>
        <p:spPr bwMode="gray">
          <a:xfrm>
            <a:off x="1" y="0"/>
            <a:ext cx="12191998" cy="6858000"/>
          </a:xfrm>
          <a:custGeom>
            <a:avLst/>
            <a:gdLst>
              <a:gd name="connsiteX0" fmla="*/ 10764520 w 12191998"/>
              <a:gd name="connsiteY0" fmla="*/ 454511 h 6858000"/>
              <a:gd name="connsiteX1" fmla="*/ 10704520 w 12191998"/>
              <a:gd name="connsiteY1" fmla="*/ 514511 h 6858000"/>
              <a:gd name="connsiteX2" fmla="*/ 10764520 w 12191998"/>
              <a:gd name="connsiteY2" fmla="*/ 574511 h 6858000"/>
              <a:gd name="connsiteX3" fmla="*/ 10824520 w 12191998"/>
              <a:gd name="connsiteY3" fmla="*/ 514511 h 6858000"/>
              <a:gd name="connsiteX4" fmla="*/ 10764520 w 12191998"/>
              <a:gd name="connsiteY4" fmla="*/ 454511 h 6858000"/>
              <a:gd name="connsiteX5" fmla="*/ 11703579 w 12191998"/>
              <a:gd name="connsiteY5" fmla="*/ 338982 h 6858000"/>
              <a:gd name="connsiteX6" fmla="*/ 11807108 w 12191998"/>
              <a:gd name="connsiteY6" fmla="*/ 338982 h 6858000"/>
              <a:gd name="connsiteX7" fmla="*/ 11807108 w 12191998"/>
              <a:gd name="connsiteY7" fmla="*/ 530746 h 6858000"/>
              <a:gd name="connsiteX8" fmla="*/ 11701461 w 12191998"/>
              <a:gd name="connsiteY8" fmla="*/ 530746 h 6858000"/>
              <a:gd name="connsiteX9" fmla="*/ 11637696 w 12191998"/>
              <a:gd name="connsiteY9" fmla="*/ 492629 h 6858000"/>
              <a:gd name="connsiteX10" fmla="*/ 11637696 w 12191998"/>
              <a:gd name="connsiteY10" fmla="*/ 432864 h 6858000"/>
              <a:gd name="connsiteX11" fmla="*/ 11637696 w 12191998"/>
              <a:gd name="connsiteY11" fmla="*/ 383688 h 6858000"/>
              <a:gd name="connsiteX12" fmla="*/ 11703579 w 12191998"/>
              <a:gd name="connsiteY12" fmla="*/ 338982 h 6858000"/>
              <a:gd name="connsiteX13" fmla="*/ 10863343 w 12191998"/>
              <a:gd name="connsiteY13" fmla="*/ 296864 h 6858000"/>
              <a:gd name="connsiteX14" fmla="*/ 10863343 w 12191998"/>
              <a:gd name="connsiteY14" fmla="*/ 572629 h 6858000"/>
              <a:gd name="connsiteX15" fmla="*/ 10913696 w 12191998"/>
              <a:gd name="connsiteY15" fmla="*/ 572629 h 6858000"/>
              <a:gd name="connsiteX16" fmla="*/ 10913696 w 12191998"/>
              <a:gd name="connsiteY16" fmla="*/ 338746 h 6858000"/>
              <a:gd name="connsiteX17" fmla="*/ 11028990 w 12191998"/>
              <a:gd name="connsiteY17" fmla="*/ 338746 h 6858000"/>
              <a:gd name="connsiteX18" fmla="*/ 11028990 w 12191998"/>
              <a:gd name="connsiteY18" fmla="*/ 572629 h 6858000"/>
              <a:gd name="connsiteX19" fmla="*/ 11079578 w 12191998"/>
              <a:gd name="connsiteY19" fmla="*/ 572629 h 6858000"/>
              <a:gd name="connsiteX20" fmla="*/ 11079578 w 12191998"/>
              <a:gd name="connsiteY20" fmla="*/ 338746 h 6858000"/>
              <a:gd name="connsiteX21" fmla="*/ 11156284 w 12191998"/>
              <a:gd name="connsiteY21" fmla="*/ 338746 h 6858000"/>
              <a:gd name="connsiteX22" fmla="*/ 11200520 w 12191998"/>
              <a:gd name="connsiteY22" fmla="*/ 387923 h 6858000"/>
              <a:gd name="connsiteX23" fmla="*/ 11200520 w 12191998"/>
              <a:gd name="connsiteY23" fmla="*/ 572629 h 6858000"/>
              <a:gd name="connsiteX24" fmla="*/ 11250873 w 12191998"/>
              <a:gd name="connsiteY24" fmla="*/ 572629 h 6858000"/>
              <a:gd name="connsiteX25" fmla="*/ 11250873 w 12191998"/>
              <a:gd name="connsiteY25" fmla="*/ 374040 h 6858000"/>
              <a:gd name="connsiteX26" fmla="*/ 11181696 w 12191998"/>
              <a:gd name="connsiteY26" fmla="*/ 296864 h 6858000"/>
              <a:gd name="connsiteX27" fmla="*/ 11351579 w 12191998"/>
              <a:gd name="connsiteY27" fmla="*/ 296864 h 6858000"/>
              <a:gd name="connsiteX28" fmla="*/ 11280755 w 12191998"/>
              <a:gd name="connsiteY28" fmla="*/ 373335 h 6858000"/>
              <a:gd name="connsiteX29" fmla="*/ 11348049 w 12191998"/>
              <a:gd name="connsiteY29" fmla="*/ 452864 h 6858000"/>
              <a:gd name="connsiteX30" fmla="*/ 11467814 w 12191998"/>
              <a:gd name="connsiteY30" fmla="*/ 452864 h 6858000"/>
              <a:gd name="connsiteX31" fmla="*/ 11504520 w 12191998"/>
              <a:gd name="connsiteY31" fmla="*/ 494040 h 6858000"/>
              <a:gd name="connsiteX32" fmla="*/ 11468755 w 12191998"/>
              <a:gd name="connsiteY32" fmla="*/ 530746 h 6858000"/>
              <a:gd name="connsiteX33" fmla="*/ 11285461 w 12191998"/>
              <a:gd name="connsiteY33" fmla="*/ 530746 h 6858000"/>
              <a:gd name="connsiteX34" fmla="*/ 11285461 w 12191998"/>
              <a:gd name="connsiteY34" fmla="*/ 572864 h 6858000"/>
              <a:gd name="connsiteX35" fmla="*/ 11489932 w 12191998"/>
              <a:gd name="connsiteY35" fmla="*/ 572864 h 6858000"/>
              <a:gd name="connsiteX36" fmla="*/ 11555579 w 12191998"/>
              <a:gd name="connsiteY36" fmla="*/ 494511 h 6858000"/>
              <a:gd name="connsiteX37" fmla="*/ 11493226 w 12191998"/>
              <a:gd name="connsiteY37" fmla="*/ 411217 h 6858000"/>
              <a:gd name="connsiteX38" fmla="*/ 11363814 w 12191998"/>
              <a:gd name="connsiteY38" fmla="*/ 411217 h 6858000"/>
              <a:gd name="connsiteX39" fmla="*/ 11331108 w 12191998"/>
              <a:gd name="connsiteY39" fmla="*/ 374511 h 6858000"/>
              <a:gd name="connsiteX40" fmla="*/ 11369226 w 12191998"/>
              <a:gd name="connsiteY40" fmla="*/ 338982 h 6858000"/>
              <a:gd name="connsiteX41" fmla="*/ 11545932 w 12191998"/>
              <a:gd name="connsiteY41" fmla="*/ 338982 h 6858000"/>
              <a:gd name="connsiteX42" fmla="*/ 11545932 w 12191998"/>
              <a:gd name="connsiteY42" fmla="*/ 297099 h 6858000"/>
              <a:gd name="connsiteX43" fmla="*/ 11686167 w 12191998"/>
              <a:gd name="connsiteY43" fmla="*/ 296864 h 6858000"/>
              <a:gd name="connsiteX44" fmla="*/ 11612284 w 12191998"/>
              <a:gd name="connsiteY44" fmla="*/ 313805 h 6858000"/>
              <a:gd name="connsiteX45" fmla="*/ 11586402 w 12191998"/>
              <a:gd name="connsiteY45" fmla="*/ 384393 h 6858000"/>
              <a:gd name="connsiteX46" fmla="*/ 11586402 w 12191998"/>
              <a:gd name="connsiteY46" fmla="*/ 483923 h 6858000"/>
              <a:gd name="connsiteX47" fmla="*/ 11613931 w 12191998"/>
              <a:gd name="connsiteY47" fmla="*/ 558276 h 6858000"/>
              <a:gd name="connsiteX48" fmla="*/ 11686402 w 12191998"/>
              <a:gd name="connsiteY48" fmla="*/ 572629 h 6858000"/>
              <a:gd name="connsiteX49" fmla="*/ 11807108 w 12191998"/>
              <a:gd name="connsiteY49" fmla="*/ 572629 h 6858000"/>
              <a:gd name="connsiteX50" fmla="*/ 11807108 w 12191998"/>
              <a:gd name="connsiteY50" fmla="*/ 583217 h 6858000"/>
              <a:gd name="connsiteX51" fmla="*/ 11779108 w 12191998"/>
              <a:gd name="connsiteY51" fmla="*/ 613099 h 6858000"/>
              <a:gd name="connsiteX52" fmla="*/ 11621696 w 12191998"/>
              <a:gd name="connsiteY52" fmla="*/ 613099 h 6858000"/>
              <a:gd name="connsiteX53" fmla="*/ 11621696 w 12191998"/>
              <a:gd name="connsiteY53" fmla="*/ 657335 h 6858000"/>
              <a:gd name="connsiteX54" fmla="*/ 11795343 w 12191998"/>
              <a:gd name="connsiteY54" fmla="*/ 657335 h 6858000"/>
              <a:gd name="connsiteX55" fmla="*/ 11857226 w 12191998"/>
              <a:gd name="connsiteY55" fmla="*/ 597099 h 6858000"/>
              <a:gd name="connsiteX56" fmla="*/ 11857226 w 12191998"/>
              <a:gd name="connsiteY56" fmla="*/ 296864 h 6858000"/>
              <a:gd name="connsiteX57" fmla="*/ 0 w 12191998"/>
              <a:gd name="connsiteY57" fmla="*/ 0 h 6858000"/>
              <a:gd name="connsiteX58" fmla="*/ 12191998 w 12191998"/>
              <a:gd name="connsiteY58" fmla="*/ 0 h 6858000"/>
              <a:gd name="connsiteX59" fmla="*/ 12191998 w 12191998"/>
              <a:gd name="connsiteY59" fmla="*/ 6858000 h 6858000"/>
              <a:gd name="connsiteX60" fmla="*/ 0 w 12191998"/>
              <a:gd name="connsiteY6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2191998" h="6858000">
                <a:moveTo>
                  <a:pt x="10764520" y="454511"/>
                </a:moveTo>
                <a:cubicBezTo>
                  <a:pt x="10731344" y="454511"/>
                  <a:pt x="10704520" y="481335"/>
                  <a:pt x="10704520" y="514511"/>
                </a:cubicBezTo>
                <a:cubicBezTo>
                  <a:pt x="10704520" y="547687"/>
                  <a:pt x="10731344" y="574511"/>
                  <a:pt x="10764520" y="574511"/>
                </a:cubicBezTo>
                <a:cubicBezTo>
                  <a:pt x="10797697" y="574511"/>
                  <a:pt x="10824520" y="547687"/>
                  <a:pt x="10824520" y="514511"/>
                </a:cubicBezTo>
                <a:cubicBezTo>
                  <a:pt x="10824520" y="481335"/>
                  <a:pt x="10797697" y="454511"/>
                  <a:pt x="10764520" y="454511"/>
                </a:cubicBezTo>
                <a:close/>
                <a:moveTo>
                  <a:pt x="11703579" y="338982"/>
                </a:moveTo>
                <a:lnTo>
                  <a:pt x="11807108" y="338982"/>
                </a:lnTo>
                <a:lnTo>
                  <a:pt x="11807108" y="530746"/>
                </a:lnTo>
                <a:lnTo>
                  <a:pt x="11701461" y="530746"/>
                </a:lnTo>
                <a:cubicBezTo>
                  <a:pt x="11670167" y="530982"/>
                  <a:pt x="11638637" y="533099"/>
                  <a:pt x="11637696" y="492629"/>
                </a:cubicBezTo>
                <a:cubicBezTo>
                  <a:pt x="11637696" y="490982"/>
                  <a:pt x="11637461" y="476158"/>
                  <a:pt x="11637696" y="432864"/>
                </a:cubicBezTo>
                <a:cubicBezTo>
                  <a:pt x="11637932" y="396158"/>
                  <a:pt x="11637461" y="387452"/>
                  <a:pt x="11637696" y="383688"/>
                </a:cubicBezTo>
                <a:cubicBezTo>
                  <a:pt x="11639343" y="349805"/>
                  <a:pt x="11651814" y="337805"/>
                  <a:pt x="11703579" y="338982"/>
                </a:cubicBezTo>
                <a:close/>
                <a:moveTo>
                  <a:pt x="10863343" y="296864"/>
                </a:moveTo>
                <a:lnTo>
                  <a:pt x="10863343" y="572629"/>
                </a:lnTo>
                <a:lnTo>
                  <a:pt x="10913696" y="572629"/>
                </a:lnTo>
                <a:lnTo>
                  <a:pt x="10913696" y="338746"/>
                </a:lnTo>
                <a:lnTo>
                  <a:pt x="11028990" y="338746"/>
                </a:lnTo>
                <a:lnTo>
                  <a:pt x="11028990" y="572629"/>
                </a:lnTo>
                <a:lnTo>
                  <a:pt x="11079578" y="572629"/>
                </a:lnTo>
                <a:lnTo>
                  <a:pt x="11079578" y="338746"/>
                </a:lnTo>
                <a:lnTo>
                  <a:pt x="11156284" y="338746"/>
                </a:lnTo>
                <a:cubicBezTo>
                  <a:pt x="11182167" y="338746"/>
                  <a:pt x="11200520" y="354276"/>
                  <a:pt x="11200520" y="387923"/>
                </a:cubicBezTo>
                <a:lnTo>
                  <a:pt x="11200520" y="572629"/>
                </a:lnTo>
                <a:lnTo>
                  <a:pt x="11250873" y="572629"/>
                </a:lnTo>
                <a:lnTo>
                  <a:pt x="11250873" y="374040"/>
                </a:lnTo>
                <a:cubicBezTo>
                  <a:pt x="11250873" y="336393"/>
                  <a:pt x="11231579" y="296864"/>
                  <a:pt x="11181696" y="296864"/>
                </a:cubicBezTo>
                <a:close/>
                <a:moveTo>
                  <a:pt x="11351579" y="296864"/>
                </a:moveTo>
                <a:cubicBezTo>
                  <a:pt x="11297226" y="296864"/>
                  <a:pt x="11280755" y="333099"/>
                  <a:pt x="11280755" y="373335"/>
                </a:cubicBezTo>
                <a:cubicBezTo>
                  <a:pt x="11280755" y="416629"/>
                  <a:pt x="11298637" y="452864"/>
                  <a:pt x="11348049" y="452864"/>
                </a:cubicBezTo>
                <a:lnTo>
                  <a:pt x="11467814" y="452864"/>
                </a:lnTo>
                <a:cubicBezTo>
                  <a:pt x="11504520" y="452864"/>
                  <a:pt x="11504520" y="481099"/>
                  <a:pt x="11504520" y="494040"/>
                </a:cubicBezTo>
                <a:cubicBezTo>
                  <a:pt x="11504520" y="506040"/>
                  <a:pt x="11504520" y="530746"/>
                  <a:pt x="11468755" y="530746"/>
                </a:cubicBezTo>
                <a:lnTo>
                  <a:pt x="11285461" y="530746"/>
                </a:lnTo>
                <a:lnTo>
                  <a:pt x="11285461" y="572864"/>
                </a:lnTo>
                <a:lnTo>
                  <a:pt x="11489932" y="572864"/>
                </a:lnTo>
                <a:cubicBezTo>
                  <a:pt x="11540991" y="572864"/>
                  <a:pt x="11555579" y="542982"/>
                  <a:pt x="11555579" y="494511"/>
                </a:cubicBezTo>
                <a:cubicBezTo>
                  <a:pt x="11555579" y="436864"/>
                  <a:pt x="11536755" y="411217"/>
                  <a:pt x="11493226" y="411217"/>
                </a:cubicBezTo>
                <a:lnTo>
                  <a:pt x="11363814" y="411217"/>
                </a:lnTo>
                <a:cubicBezTo>
                  <a:pt x="11331108" y="411217"/>
                  <a:pt x="11331108" y="389099"/>
                  <a:pt x="11331108" y="374511"/>
                </a:cubicBezTo>
                <a:cubicBezTo>
                  <a:pt x="11331108" y="362982"/>
                  <a:pt x="11334402" y="338982"/>
                  <a:pt x="11369226" y="338982"/>
                </a:cubicBezTo>
                <a:lnTo>
                  <a:pt x="11545932" y="338982"/>
                </a:lnTo>
                <a:lnTo>
                  <a:pt x="11545932" y="297099"/>
                </a:lnTo>
                <a:close/>
                <a:moveTo>
                  <a:pt x="11686167" y="296864"/>
                </a:moveTo>
                <a:cubicBezTo>
                  <a:pt x="11641226" y="296864"/>
                  <a:pt x="11624520" y="303923"/>
                  <a:pt x="11612284" y="313805"/>
                </a:cubicBezTo>
                <a:cubicBezTo>
                  <a:pt x="11598873" y="324629"/>
                  <a:pt x="11586637" y="338040"/>
                  <a:pt x="11586402" y="384393"/>
                </a:cubicBezTo>
                <a:lnTo>
                  <a:pt x="11586402" y="483923"/>
                </a:lnTo>
                <a:cubicBezTo>
                  <a:pt x="11586402" y="532864"/>
                  <a:pt x="11600049" y="546746"/>
                  <a:pt x="11613931" y="558276"/>
                </a:cubicBezTo>
                <a:cubicBezTo>
                  <a:pt x="11623343" y="564864"/>
                  <a:pt x="11638873" y="572629"/>
                  <a:pt x="11686402" y="572629"/>
                </a:cubicBezTo>
                <a:lnTo>
                  <a:pt x="11807108" y="572629"/>
                </a:lnTo>
                <a:lnTo>
                  <a:pt x="11807108" y="583217"/>
                </a:lnTo>
                <a:cubicBezTo>
                  <a:pt x="11807108" y="604158"/>
                  <a:pt x="11803108" y="613099"/>
                  <a:pt x="11779108" y="613099"/>
                </a:cubicBezTo>
                <a:lnTo>
                  <a:pt x="11621696" y="613099"/>
                </a:lnTo>
                <a:lnTo>
                  <a:pt x="11621696" y="657335"/>
                </a:lnTo>
                <a:lnTo>
                  <a:pt x="11795343" y="657335"/>
                </a:lnTo>
                <a:cubicBezTo>
                  <a:pt x="11842167" y="657335"/>
                  <a:pt x="11857226" y="636393"/>
                  <a:pt x="11857226" y="597099"/>
                </a:cubicBezTo>
                <a:lnTo>
                  <a:pt x="11857226" y="296864"/>
                </a:lnTo>
                <a:close/>
                <a:moveTo>
                  <a:pt x="0" y="0"/>
                </a:moveTo>
                <a:lnTo>
                  <a:pt x="12191998" y="0"/>
                </a:lnTo>
                <a:lnTo>
                  <a:pt x="12191998" y="6858000"/>
                </a:lnTo>
                <a:lnTo>
                  <a:pt x="0" y="6858000"/>
                </a:lnTo>
                <a:close/>
              </a:path>
            </a:pathLst>
          </a:custGeom>
          <a:solidFill>
            <a:schemeClr val="bg2"/>
          </a:solidFill>
        </p:spPr>
        <p:txBody>
          <a:bodyPr wrap="square">
            <a:noAutofit/>
          </a:bodyPr>
          <a:lstStyle/>
          <a:p>
            <a:r>
              <a:rPr lang="de-DE"/>
              <a:t>Bild durch Klicken auf Symbol hinzufügen</a:t>
            </a:r>
          </a:p>
        </p:txBody>
      </p:sp>
      <p:sp>
        <p:nvSpPr>
          <p:cNvPr id="36" name="Titel 35">
            <a:extLst>
              <a:ext uri="{FF2B5EF4-FFF2-40B4-BE49-F238E27FC236}">
                <a16:creationId xmlns:a16="http://schemas.microsoft.com/office/drawing/2014/main" id="{96C8531C-5AF0-B253-98FC-D9C844FE91DB}"/>
              </a:ext>
            </a:extLst>
          </p:cNvPr>
          <p:cNvSpPr>
            <a:spLocks noGrp="1"/>
          </p:cNvSpPr>
          <p:nvPr>
            <p:ph type="title"/>
          </p:nvPr>
        </p:nvSpPr>
        <p:spPr bwMode="gray">
          <a:xfrm>
            <a:off x="623887" y="3501070"/>
            <a:ext cx="6264631" cy="2591755"/>
          </a:xfrm>
          <a:custGeom>
            <a:avLst/>
            <a:gdLst>
              <a:gd name="connsiteX0" fmla="*/ 0 w 6284912"/>
              <a:gd name="connsiteY0" fmla="*/ 0 h 2522538"/>
              <a:gd name="connsiteX1" fmla="*/ 254000 w 6284912"/>
              <a:gd name="connsiteY1" fmla="*/ 0 h 2522538"/>
              <a:gd name="connsiteX2" fmla="*/ 6030912 w 6284912"/>
              <a:gd name="connsiteY2" fmla="*/ 0 h 2522538"/>
              <a:gd name="connsiteX3" fmla="*/ 6064518 w 6284912"/>
              <a:gd name="connsiteY3" fmla="*/ 0 h 2522538"/>
              <a:gd name="connsiteX4" fmla="*/ 6284912 w 6284912"/>
              <a:gd name="connsiteY4" fmla="*/ 220394 h 2522538"/>
              <a:gd name="connsiteX5" fmla="*/ 6284912 w 6284912"/>
              <a:gd name="connsiteY5" fmla="*/ 2522538 h 2522538"/>
              <a:gd name="connsiteX6" fmla="*/ 6030912 w 6284912"/>
              <a:gd name="connsiteY6" fmla="*/ 2522538 h 2522538"/>
              <a:gd name="connsiteX7" fmla="*/ 254000 w 6284912"/>
              <a:gd name="connsiteY7" fmla="*/ 2522538 h 2522538"/>
              <a:gd name="connsiteX8" fmla="*/ 220394 w 6284912"/>
              <a:gd name="connsiteY8" fmla="*/ 2522538 h 2522538"/>
              <a:gd name="connsiteX9" fmla="*/ 0 w 6284912"/>
              <a:gd name="connsiteY9" fmla="*/ 2302144 h 2522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84912" h="2522538">
                <a:moveTo>
                  <a:pt x="0" y="0"/>
                </a:moveTo>
                <a:lnTo>
                  <a:pt x="254000" y="0"/>
                </a:lnTo>
                <a:lnTo>
                  <a:pt x="6030912" y="0"/>
                </a:lnTo>
                <a:lnTo>
                  <a:pt x="6064518" y="0"/>
                </a:lnTo>
                <a:cubicBezTo>
                  <a:pt x="6186238" y="0"/>
                  <a:pt x="6284912" y="98674"/>
                  <a:pt x="6284912" y="220394"/>
                </a:cubicBezTo>
                <a:lnTo>
                  <a:pt x="6284912" y="2522538"/>
                </a:lnTo>
                <a:lnTo>
                  <a:pt x="6030912" y="2522538"/>
                </a:lnTo>
                <a:lnTo>
                  <a:pt x="254000" y="2522538"/>
                </a:lnTo>
                <a:lnTo>
                  <a:pt x="220394" y="2522538"/>
                </a:lnTo>
                <a:cubicBezTo>
                  <a:pt x="98674" y="2522538"/>
                  <a:pt x="0" y="2423864"/>
                  <a:pt x="0" y="2302144"/>
                </a:cubicBezTo>
                <a:close/>
              </a:path>
            </a:pathLst>
          </a:custGeom>
          <a:solidFill>
            <a:schemeClr val="bg1"/>
          </a:solidFill>
        </p:spPr>
        <p:txBody>
          <a:bodyPr vert="horz" wrap="square" lIns="504000" tIns="216000" rIns="288000" bIns="216000" anchor="t">
            <a:noAutofit/>
          </a:bodyPr>
          <a:lstStyle>
            <a:lvl1pPr rtl="0">
              <a:spcAft>
                <a:spcPts val="600"/>
              </a:spcAft>
              <a:defRPr sz="3600">
                <a:solidFill>
                  <a:schemeClr val="accent1"/>
                </a:solidFill>
              </a:defRPr>
            </a:lvl1pPr>
          </a:lstStyle>
          <a:p>
            <a:r>
              <a:rPr lang="de-DE"/>
              <a:t>Mastertitelformat bearbeiten</a:t>
            </a:r>
            <a:endParaRPr lang="de-DE" dirty="0"/>
          </a:p>
        </p:txBody>
      </p:sp>
      <p:sp>
        <p:nvSpPr>
          <p:cNvPr id="3" name="Textplatzhalter 2">
            <a:extLst>
              <a:ext uri="{FF2B5EF4-FFF2-40B4-BE49-F238E27FC236}">
                <a16:creationId xmlns:a16="http://schemas.microsoft.com/office/drawing/2014/main" id="{36EC5C41-9428-78A5-50CC-C362CA7CBD1E}"/>
              </a:ext>
            </a:extLst>
          </p:cNvPr>
          <p:cNvSpPr>
            <a:spLocks noGrp="1"/>
          </p:cNvSpPr>
          <p:nvPr>
            <p:ph type="body" sz="quarter" idx="17" hasCustomPrompt="1"/>
          </p:nvPr>
        </p:nvSpPr>
        <p:spPr>
          <a:xfrm>
            <a:off x="306388" y="3771900"/>
            <a:ext cx="635000" cy="635000"/>
          </a:xfrm>
          <a:prstGeom prst="ellipse">
            <a:avLst/>
          </a:prstGeom>
          <a:blipFill>
            <a:blip r:embed="rId5"/>
            <a:stretch>
              <a:fillRect/>
            </a:stretch>
          </a:blipFill>
        </p:spPr>
        <p:txBody>
          <a:bodyPr anchor="ctr"/>
          <a:lstStyle>
            <a:lvl1pPr algn="ctr">
              <a:defRPr sz="2400" b="1">
                <a:solidFill>
                  <a:schemeClr val="accent1"/>
                </a:solidFill>
                <a:latin typeface="+mj-lt"/>
              </a:defRPr>
            </a:lvl1pPr>
          </a:lstStyle>
          <a:p>
            <a:pPr lvl="0"/>
            <a:r>
              <a:rPr lang="de-DE" dirty="0"/>
              <a:t>01</a:t>
            </a:r>
          </a:p>
        </p:txBody>
      </p:sp>
      <p:sp>
        <p:nvSpPr>
          <p:cNvPr id="74" name="Fußzeilenplatzhalter 73">
            <a:extLst>
              <a:ext uri="{FF2B5EF4-FFF2-40B4-BE49-F238E27FC236}">
                <a16:creationId xmlns:a16="http://schemas.microsoft.com/office/drawing/2014/main" id="{0CA78F98-4683-CEF1-5C75-1D7B04EAA2D4}"/>
              </a:ext>
            </a:extLst>
          </p:cNvPr>
          <p:cNvSpPr>
            <a:spLocks noGrp="1"/>
          </p:cNvSpPr>
          <p:nvPr>
            <p:ph type="ftr" sz="quarter" idx="18"/>
          </p:nvPr>
        </p:nvSpPr>
        <p:spPr/>
        <p:txBody>
          <a:bodyPr/>
          <a:lstStyle>
            <a:lvl1pPr>
              <a:defRPr>
                <a:solidFill>
                  <a:schemeClr val="bg1"/>
                </a:solidFill>
              </a:defRPr>
            </a:lvl1pPr>
          </a:lstStyle>
          <a:p>
            <a:r>
              <a:rPr lang="de-DE"/>
              <a:t>© msg systems ag | Titel einfügen | 2025</a:t>
            </a:r>
            <a:endParaRPr lang="de-DE" dirty="0"/>
          </a:p>
        </p:txBody>
      </p:sp>
      <p:sp>
        <p:nvSpPr>
          <p:cNvPr id="85" name="Foliennummernplatzhalter 84">
            <a:extLst>
              <a:ext uri="{FF2B5EF4-FFF2-40B4-BE49-F238E27FC236}">
                <a16:creationId xmlns:a16="http://schemas.microsoft.com/office/drawing/2014/main" id="{ED0CB22B-9AFB-D51E-1E56-8D72B900EEDB}"/>
              </a:ext>
            </a:extLst>
          </p:cNvPr>
          <p:cNvSpPr>
            <a:spLocks noGrp="1"/>
          </p:cNvSpPr>
          <p:nvPr>
            <p:ph type="sldNum" sz="quarter" idx="19"/>
          </p:nvPr>
        </p:nvSpPr>
        <p:spPr/>
        <p:txBody>
          <a:bodyPr/>
          <a:lstStyle>
            <a:lvl1pPr>
              <a:defRPr>
                <a:solidFill>
                  <a:schemeClr val="bg1"/>
                </a:solidFill>
              </a:defRPr>
            </a:lvl1pPr>
          </a:lstStyle>
          <a:p>
            <a:fld id="{1FBD72F1-A42A-46B0-A7F8-CE6A9835826C}" type="slidenum">
              <a:rPr lang="de-DE"/>
              <a:pPr/>
              <a:t>‹Nr.›</a:t>
            </a:fld>
            <a:endParaRPr lang="de-DE" dirty="0"/>
          </a:p>
        </p:txBody>
      </p:sp>
      <p:grpSp>
        <p:nvGrpSpPr>
          <p:cNvPr id="51" name="Gruppieren 50">
            <a:extLst>
              <a:ext uri="{FF2B5EF4-FFF2-40B4-BE49-F238E27FC236}">
                <a16:creationId xmlns:a16="http://schemas.microsoft.com/office/drawing/2014/main" id="{D30454BE-5DD4-6C5C-9B16-5C47ACF1A8DA}"/>
              </a:ext>
              <a:ext uri="{C183D7F6-B498-43B3-948B-1728B52AA6E4}">
                <adec:decorative xmlns:adec="http://schemas.microsoft.com/office/drawing/2017/decorative" val="1"/>
              </a:ext>
            </a:extLst>
          </p:cNvPr>
          <p:cNvGrpSpPr>
            <a:grpSpLocks/>
          </p:cNvGrpSpPr>
          <p:nvPr userDrawn="1"/>
        </p:nvGrpSpPr>
        <p:grpSpPr bwMode="gray">
          <a:xfrm>
            <a:off x="623888" y="-254000"/>
            <a:ext cx="11233150" cy="144000"/>
            <a:chOff x="623888" y="0"/>
            <a:chExt cx="11233150" cy="6858000"/>
          </a:xfrm>
        </p:grpSpPr>
        <p:cxnSp>
          <p:nvCxnSpPr>
            <p:cNvPr id="52" name="Gerader Verbinder 51">
              <a:extLst>
                <a:ext uri="{FF2B5EF4-FFF2-40B4-BE49-F238E27FC236}">
                  <a16:creationId xmlns:a16="http://schemas.microsoft.com/office/drawing/2014/main" id="{09748565-9A17-43EF-EB89-D4A0B74B57E3}"/>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3" name="Gerader Verbinder 52">
              <a:extLst>
                <a:ext uri="{FF2B5EF4-FFF2-40B4-BE49-F238E27FC236}">
                  <a16:creationId xmlns:a16="http://schemas.microsoft.com/office/drawing/2014/main" id="{B86B1E96-9338-B5E0-77FA-C470E0504B2E}"/>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62" name="Gruppieren 61">
            <a:extLst>
              <a:ext uri="{FF2B5EF4-FFF2-40B4-BE49-F238E27FC236}">
                <a16:creationId xmlns:a16="http://schemas.microsoft.com/office/drawing/2014/main" id="{23AEFC0B-3357-8281-ECC6-905453CCD4B3}"/>
              </a:ext>
              <a:ext uri="{C183D7F6-B498-43B3-948B-1728B52AA6E4}">
                <adec:decorative xmlns:adec="http://schemas.microsoft.com/office/drawing/2017/decorative" val="1"/>
              </a:ext>
            </a:extLst>
          </p:cNvPr>
          <p:cNvGrpSpPr>
            <a:grpSpLocks/>
          </p:cNvGrpSpPr>
          <p:nvPr userDrawn="1"/>
        </p:nvGrpSpPr>
        <p:grpSpPr bwMode="gray">
          <a:xfrm>
            <a:off x="623888" y="6972300"/>
            <a:ext cx="11233150" cy="144000"/>
            <a:chOff x="623888" y="0"/>
            <a:chExt cx="11233150" cy="6858000"/>
          </a:xfrm>
        </p:grpSpPr>
        <p:cxnSp>
          <p:nvCxnSpPr>
            <p:cNvPr id="63" name="Gerader Verbinder 62">
              <a:extLst>
                <a:ext uri="{FF2B5EF4-FFF2-40B4-BE49-F238E27FC236}">
                  <a16:creationId xmlns:a16="http://schemas.microsoft.com/office/drawing/2014/main" id="{79A76A7A-4A89-29AA-6E90-B4DF8A963665}"/>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4" name="Gerader Verbinder 63">
              <a:extLst>
                <a:ext uri="{FF2B5EF4-FFF2-40B4-BE49-F238E27FC236}">
                  <a16:creationId xmlns:a16="http://schemas.microsoft.com/office/drawing/2014/main" id="{D2B29119-661E-C7A4-D412-2008CFAA8B26}"/>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111" name="Gruppieren 110">
            <a:extLst>
              <a:ext uri="{FF2B5EF4-FFF2-40B4-BE49-F238E27FC236}">
                <a16:creationId xmlns:a16="http://schemas.microsoft.com/office/drawing/2014/main" id="{A18D47CB-C83F-42CE-2E62-3D6D05605C9A}"/>
              </a:ext>
              <a:ext uri="{C183D7F6-B498-43B3-948B-1728B52AA6E4}">
                <adec:decorative xmlns:adec="http://schemas.microsoft.com/office/drawing/2017/decorative" val="1"/>
              </a:ext>
            </a:extLst>
          </p:cNvPr>
          <p:cNvGrpSpPr/>
          <p:nvPr userDrawn="1"/>
        </p:nvGrpSpPr>
        <p:grpSpPr bwMode="gray">
          <a:xfrm>
            <a:off x="-254000" y="296863"/>
            <a:ext cx="144000" cy="6300787"/>
            <a:chOff x="0" y="296863"/>
            <a:chExt cx="12192000" cy="6300787"/>
          </a:xfrm>
        </p:grpSpPr>
        <p:cxnSp>
          <p:nvCxnSpPr>
            <p:cNvPr id="112" name="Gerader Verbinder 111">
              <a:extLst>
                <a:ext uri="{FF2B5EF4-FFF2-40B4-BE49-F238E27FC236}">
                  <a16:creationId xmlns:a16="http://schemas.microsoft.com/office/drawing/2014/main" id="{3606E6E8-565A-4EA3-97DC-60AF8D1E5F94}"/>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13" name="Gerader Verbinder 112">
              <a:extLst>
                <a:ext uri="{FF2B5EF4-FFF2-40B4-BE49-F238E27FC236}">
                  <a16:creationId xmlns:a16="http://schemas.microsoft.com/office/drawing/2014/main" id="{0F6256DE-8F8F-08CF-0F80-26DB25653224}"/>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14" name="Gerader Verbinder 113">
              <a:extLst>
                <a:ext uri="{FF2B5EF4-FFF2-40B4-BE49-F238E27FC236}">
                  <a16:creationId xmlns:a16="http://schemas.microsoft.com/office/drawing/2014/main" id="{61F45AD2-FAF3-2F94-FAED-D0D41107CE03}"/>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2" name="Gerader Verbinder 191">
              <a:extLst>
                <a:ext uri="{FF2B5EF4-FFF2-40B4-BE49-F238E27FC236}">
                  <a16:creationId xmlns:a16="http://schemas.microsoft.com/office/drawing/2014/main" id="{18C7D4F5-19AB-4B6B-EDDF-9AA146D90F04}"/>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3" name="Gerader Verbinder 192">
              <a:extLst>
                <a:ext uri="{FF2B5EF4-FFF2-40B4-BE49-F238E27FC236}">
                  <a16:creationId xmlns:a16="http://schemas.microsoft.com/office/drawing/2014/main" id="{7B1B1191-05E9-7224-F7D6-E47A86A0638F}"/>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4" name="Gerader Verbinder 193">
              <a:extLst>
                <a:ext uri="{FF2B5EF4-FFF2-40B4-BE49-F238E27FC236}">
                  <a16:creationId xmlns:a16="http://schemas.microsoft.com/office/drawing/2014/main" id="{EC780526-E377-241F-F512-87F31E4EAC5E}"/>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5" name="Gerader Verbinder 194">
              <a:extLst>
                <a:ext uri="{FF2B5EF4-FFF2-40B4-BE49-F238E27FC236}">
                  <a16:creationId xmlns:a16="http://schemas.microsoft.com/office/drawing/2014/main" id="{47CA7E2E-D34B-8C00-9B93-7F6644503F50}"/>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196" name="Gruppieren 195">
            <a:extLst>
              <a:ext uri="{FF2B5EF4-FFF2-40B4-BE49-F238E27FC236}">
                <a16:creationId xmlns:a16="http://schemas.microsoft.com/office/drawing/2014/main" id="{C4951A20-840C-7322-212E-577C5C1357F4}"/>
              </a:ext>
              <a:ext uri="{C183D7F6-B498-43B3-948B-1728B52AA6E4}">
                <adec:decorative xmlns:adec="http://schemas.microsoft.com/office/drawing/2017/decorative" val="1"/>
              </a:ext>
            </a:extLst>
          </p:cNvPr>
          <p:cNvGrpSpPr/>
          <p:nvPr userDrawn="1"/>
        </p:nvGrpSpPr>
        <p:grpSpPr bwMode="gray">
          <a:xfrm>
            <a:off x="12301940" y="296863"/>
            <a:ext cx="144000" cy="6300787"/>
            <a:chOff x="0" y="296863"/>
            <a:chExt cx="12192000" cy="6300787"/>
          </a:xfrm>
        </p:grpSpPr>
        <p:cxnSp>
          <p:nvCxnSpPr>
            <p:cNvPr id="197" name="Gerader Verbinder 196">
              <a:extLst>
                <a:ext uri="{FF2B5EF4-FFF2-40B4-BE49-F238E27FC236}">
                  <a16:creationId xmlns:a16="http://schemas.microsoft.com/office/drawing/2014/main" id="{F919F82A-9F90-9AFA-9AA6-C25AF48481B7}"/>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8" name="Gerader Verbinder 197">
              <a:extLst>
                <a:ext uri="{FF2B5EF4-FFF2-40B4-BE49-F238E27FC236}">
                  <a16:creationId xmlns:a16="http://schemas.microsoft.com/office/drawing/2014/main" id="{60E9F867-7D7E-052D-5F6D-20731BF5EE21}"/>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9" name="Gerader Verbinder 198">
              <a:extLst>
                <a:ext uri="{FF2B5EF4-FFF2-40B4-BE49-F238E27FC236}">
                  <a16:creationId xmlns:a16="http://schemas.microsoft.com/office/drawing/2014/main" id="{C9DF1C4F-8A2F-A428-0A0D-726096817EC4}"/>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0" name="Gerader Verbinder 199">
              <a:extLst>
                <a:ext uri="{FF2B5EF4-FFF2-40B4-BE49-F238E27FC236}">
                  <a16:creationId xmlns:a16="http://schemas.microsoft.com/office/drawing/2014/main" id="{FAA951C7-A55B-633C-4696-791ACAA6EDC4}"/>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1" name="Gerader Verbinder 200">
              <a:extLst>
                <a:ext uri="{FF2B5EF4-FFF2-40B4-BE49-F238E27FC236}">
                  <a16:creationId xmlns:a16="http://schemas.microsoft.com/office/drawing/2014/main" id="{0065F85B-564B-93BB-921F-7287AA187C71}"/>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2" name="Gerader Verbinder 201">
              <a:extLst>
                <a:ext uri="{FF2B5EF4-FFF2-40B4-BE49-F238E27FC236}">
                  <a16:creationId xmlns:a16="http://schemas.microsoft.com/office/drawing/2014/main" id="{9431EA9C-9565-1D0D-E792-4D3CFB81BC41}"/>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3" name="Gerader Verbinder 202">
              <a:extLst>
                <a:ext uri="{FF2B5EF4-FFF2-40B4-BE49-F238E27FC236}">
                  <a16:creationId xmlns:a16="http://schemas.microsoft.com/office/drawing/2014/main" id="{51DF7004-6509-D765-EBDC-D6E30954DB53}"/>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3176419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Kapitel 3">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5D1E776-3F94-A5E4-A48A-3D2EF966C59D}"/>
              </a:ext>
            </a:extLst>
          </p:cNvPr>
          <p:cNvGraphicFramePr>
            <a:graphicFrameLocks noChangeAspect="1"/>
          </p:cNvGraphicFramePr>
          <p:nvPr userDrawn="1">
            <p:custDataLst>
              <p:tags r:id="rId1"/>
            </p:custDataLst>
            <p:extLst>
              <p:ext uri="{D42A27DB-BD31-4B8C-83A1-F6EECF244321}">
                <p14:modId xmlns:p14="http://schemas.microsoft.com/office/powerpoint/2010/main" val="31981644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think-cell data - do not delete" hidden="1">
                        <a:extLst>
                          <a:ext uri="{FF2B5EF4-FFF2-40B4-BE49-F238E27FC236}">
                            <a16:creationId xmlns:a16="http://schemas.microsoft.com/office/drawing/2014/main" id="{E5D1E776-3F94-A5E4-A48A-3D2EF966C5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Bildplatzhalter 10" descr="Bild füllt die komplette Folie aus, im unteren Bereich Kapitelnummer, Titel und Untertitel, Bild ist änderbar.">
            <a:extLst>
              <a:ext uri="{FF2B5EF4-FFF2-40B4-BE49-F238E27FC236}">
                <a16:creationId xmlns:a16="http://schemas.microsoft.com/office/drawing/2014/main" id="{E2E72487-DC5F-3D9B-6063-5D7F49143C4A}"/>
              </a:ext>
              <a:ext uri="{C183D7F6-B498-43B3-948B-1728B52AA6E4}">
                <adec:decorative xmlns:adec="http://schemas.microsoft.com/office/drawing/2017/decorative" val="0"/>
              </a:ext>
            </a:extLst>
          </p:cNvPr>
          <p:cNvSpPr>
            <a:spLocks noGrp="1"/>
          </p:cNvSpPr>
          <p:nvPr>
            <p:ph type="pic" sz="quarter" idx="13"/>
          </p:nvPr>
        </p:nvSpPr>
        <p:spPr bwMode="gray">
          <a:xfrm>
            <a:off x="1" y="0"/>
            <a:ext cx="12191998" cy="6858000"/>
          </a:xfrm>
          <a:custGeom>
            <a:avLst/>
            <a:gdLst>
              <a:gd name="connsiteX0" fmla="*/ 10764520 w 12191998"/>
              <a:gd name="connsiteY0" fmla="*/ 454511 h 6858000"/>
              <a:gd name="connsiteX1" fmla="*/ 10704520 w 12191998"/>
              <a:gd name="connsiteY1" fmla="*/ 514511 h 6858000"/>
              <a:gd name="connsiteX2" fmla="*/ 10764520 w 12191998"/>
              <a:gd name="connsiteY2" fmla="*/ 574511 h 6858000"/>
              <a:gd name="connsiteX3" fmla="*/ 10824520 w 12191998"/>
              <a:gd name="connsiteY3" fmla="*/ 514511 h 6858000"/>
              <a:gd name="connsiteX4" fmla="*/ 10764520 w 12191998"/>
              <a:gd name="connsiteY4" fmla="*/ 454511 h 6858000"/>
              <a:gd name="connsiteX5" fmla="*/ 11703579 w 12191998"/>
              <a:gd name="connsiteY5" fmla="*/ 338982 h 6858000"/>
              <a:gd name="connsiteX6" fmla="*/ 11807108 w 12191998"/>
              <a:gd name="connsiteY6" fmla="*/ 338982 h 6858000"/>
              <a:gd name="connsiteX7" fmla="*/ 11807108 w 12191998"/>
              <a:gd name="connsiteY7" fmla="*/ 530746 h 6858000"/>
              <a:gd name="connsiteX8" fmla="*/ 11701461 w 12191998"/>
              <a:gd name="connsiteY8" fmla="*/ 530746 h 6858000"/>
              <a:gd name="connsiteX9" fmla="*/ 11637696 w 12191998"/>
              <a:gd name="connsiteY9" fmla="*/ 492629 h 6858000"/>
              <a:gd name="connsiteX10" fmla="*/ 11637696 w 12191998"/>
              <a:gd name="connsiteY10" fmla="*/ 432864 h 6858000"/>
              <a:gd name="connsiteX11" fmla="*/ 11637696 w 12191998"/>
              <a:gd name="connsiteY11" fmla="*/ 383688 h 6858000"/>
              <a:gd name="connsiteX12" fmla="*/ 11703579 w 12191998"/>
              <a:gd name="connsiteY12" fmla="*/ 338982 h 6858000"/>
              <a:gd name="connsiteX13" fmla="*/ 10863343 w 12191998"/>
              <a:gd name="connsiteY13" fmla="*/ 296864 h 6858000"/>
              <a:gd name="connsiteX14" fmla="*/ 10863343 w 12191998"/>
              <a:gd name="connsiteY14" fmla="*/ 572629 h 6858000"/>
              <a:gd name="connsiteX15" fmla="*/ 10913696 w 12191998"/>
              <a:gd name="connsiteY15" fmla="*/ 572629 h 6858000"/>
              <a:gd name="connsiteX16" fmla="*/ 10913696 w 12191998"/>
              <a:gd name="connsiteY16" fmla="*/ 338746 h 6858000"/>
              <a:gd name="connsiteX17" fmla="*/ 11028990 w 12191998"/>
              <a:gd name="connsiteY17" fmla="*/ 338746 h 6858000"/>
              <a:gd name="connsiteX18" fmla="*/ 11028990 w 12191998"/>
              <a:gd name="connsiteY18" fmla="*/ 572629 h 6858000"/>
              <a:gd name="connsiteX19" fmla="*/ 11079578 w 12191998"/>
              <a:gd name="connsiteY19" fmla="*/ 572629 h 6858000"/>
              <a:gd name="connsiteX20" fmla="*/ 11079578 w 12191998"/>
              <a:gd name="connsiteY20" fmla="*/ 338746 h 6858000"/>
              <a:gd name="connsiteX21" fmla="*/ 11156284 w 12191998"/>
              <a:gd name="connsiteY21" fmla="*/ 338746 h 6858000"/>
              <a:gd name="connsiteX22" fmla="*/ 11200520 w 12191998"/>
              <a:gd name="connsiteY22" fmla="*/ 387923 h 6858000"/>
              <a:gd name="connsiteX23" fmla="*/ 11200520 w 12191998"/>
              <a:gd name="connsiteY23" fmla="*/ 572629 h 6858000"/>
              <a:gd name="connsiteX24" fmla="*/ 11250873 w 12191998"/>
              <a:gd name="connsiteY24" fmla="*/ 572629 h 6858000"/>
              <a:gd name="connsiteX25" fmla="*/ 11250873 w 12191998"/>
              <a:gd name="connsiteY25" fmla="*/ 374040 h 6858000"/>
              <a:gd name="connsiteX26" fmla="*/ 11181696 w 12191998"/>
              <a:gd name="connsiteY26" fmla="*/ 296864 h 6858000"/>
              <a:gd name="connsiteX27" fmla="*/ 11351579 w 12191998"/>
              <a:gd name="connsiteY27" fmla="*/ 296864 h 6858000"/>
              <a:gd name="connsiteX28" fmla="*/ 11280755 w 12191998"/>
              <a:gd name="connsiteY28" fmla="*/ 373335 h 6858000"/>
              <a:gd name="connsiteX29" fmla="*/ 11348049 w 12191998"/>
              <a:gd name="connsiteY29" fmla="*/ 452864 h 6858000"/>
              <a:gd name="connsiteX30" fmla="*/ 11467814 w 12191998"/>
              <a:gd name="connsiteY30" fmla="*/ 452864 h 6858000"/>
              <a:gd name="connsiteX31" fmla="*/ 11504520 w 12191998"/>
              <a:gd name="connsiteY31" fmla="*/ 494040 h 6858000"/>
              <a:gd name="connsiteX32" fmla="*/ 11468755 w 12191998"/>
              <a:gd name="connsiteY32" fmla="*/ 530746 h 6858000"/>
              <a:gd name="connsiteX33" fmla="*/ 11285461 w 12191998"/>
              <a:gd name="connsiteY33" fmla="*/ 530746 h 6858000"/>
              <a:gd name="connsiteX34" fmla="*/ 11285461 w 12191998"/>
              <a:gd name="connsiteY34" fmla="*/ 572864 h 6858000"/>
              <a:gd name="connsiteX35" fmla="*/ 11489932 w 12191998"/>
              <a:gd name="connsiteY35" fmla="*/ 572864 h 6858000"/>
              <a:gd name="connsiteX36" fmla="*/ 11555579 w 12191998"/>
              <a:gd name="connsiteY36" fmla="*/ 494511 h 6858000"/>
              <a:gd name="connsiteX37" fmla="*/ 11493226 w 12191998"/>
              <a:gd name="connsiteY37" fmla="*/ 411217 h 6858000"/>
              <a:gd name="connsiteX38" fmla="*/ 11363814 w 12191998"/>
              <a:gd name="connsiteY38" fmla="*/ 411217 h 6858000"/>
              <a:gd name="connsiteX39" fmla="*/ 11331108 w 12191998"/>
              <a:gd name="connsiteY39" fmla="*/ 374511 h 6858000"/>
              <a:gd name="connsiteX40" fmla="*/ 11369226 w 12191998"/>
              <a:gd name="connsiteY40" fmla="*/ 338982 h 6858000"/>
              <a:gd name="connsiteX41" fmla="*/ 11545932 w 12191998"/>
              <a:gd name="connsiteY41" fmla="*/ 338982 h 6858000"/>
              <a:gd name="connsiteX42" fmla="*/ 11545932 w 12191998"/>
              <a:gd name="connsiteY42" fmla="*/ 297099 h 6858000"/>
              <a:gd name="connsiteX43" fmla="*/ 11686167 w 12191998"/>
              <a:gd name="connsiteY43" fmla="*/ 296864 h 6858000"/>
              <a:gd name="connsiteX44" fmla="*/ 11612284 w 12191998"/>
              <a:gd name="connsiteY44" fmla="*/ 313805 h 6858000"/>
              <a:gd name="connsiteX45" fmla="*/ 11586402 w 12191998"/>
              <a:gd name="connsiteY45" fmla="*/ 384393 h 6858000"/>
              <a:gd name="connsiteX46" fmla="*/ 11586402 w 12191998"/>
              <a:gd name="connsiteY46" fmla="*/ 483923 h 6858000"/>
              <a:gd name="connsiteX47" fmla="*/ 11613931 w 12191998"/>
              <a:gd name="connsiteY47" fmla="*/ 558276 h 6858000"/>
              <a:gd name="connsiteX48" fmla="*/ 11686402 w 12191998"/>
              <a:gd name="connsiteY48" fmla="*/ 572629 h 6858000"/>
              <a:gd name="connsiteX49" fmla="*/ 11807108 w 12191998"/>
              <a:gd name="connsiteY49" fmla="*/ 572629 h 6858000"/>
              <a:gd name="connsiteX50" fmla="*/ 11807108 w 12191998"/>
              <a:gd name="connsiteY50" fmla="*/ 583217 h 6858000"/>
              <a:gd name="connsiteX51" fmla="*/ 11779108 w 12191998"/>
              <a:gd name="connsiteY51" fmla="*/ 613099 h 6858000"/>
              <a:gd name="connsiteX52" fmla="*/ 11621696 w 12191998"/>
              <a:gd name="connsiteY52" fmla="*/ 613099 h 6858000"/>
              <a:gd name="connsiteX53" fmla="*/ 11621696 w 12191998"/>
              <a:gd name="connsiteY53" fmla="*/ 657335 h 6858000"/>
              <a:gd name="connsiteX54" fmla="*/ 11795343 w 12191998"/>
              <a:gd name="connsiteY54" fmla="*/ 657335 h 6858000"/>
              <a:gd name="connsiteX55" fmla="*/ 11857226 w 12191998"/>
              <a:gd name="connsiteY55" fmla="*/ 597099 h 6858000"/>
              <a:gd name="connsiteX56" fmla="*/ 11857226 w 12191998"/>
              <a:gd name="connsiteY56" fmla="*/ 296864 h 6858000"/>
              <a:gd name="connsiteX57" fmla="*/ 0 w 12191998"/>
              <a:gd name="connsiteY57" fmla="*/ 0 h 6858000"/>
              <a:gd name="connsiteX58" fmla="*/ 12191998 w 12191998"/>
              <a:gd name="connsiteY58" fmla="*/ 0 h 6858000"/>
              <a:gd name="connsiteX59" fmla="*/ 12191998 w 12191998"/>
              <a:gd name="connsiteY59" fmla="*/ 6858000 h 6858000"/>
              <a:gd name="connsiteX60" fmla="*/ 0 w 12191998"/>
              <a:gd name="connsiteY6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2191998" h="6858000">
                <a:moveTo>
                  <a:pt x="10764520" y="454511"/>
                </a:moveTo>
                <a:cubicBezTo>
                  <a:pt x="10731344" y="454511"/>
                  <a:pt x="10704520" y="481335"/>
                  <a:pt x="10704520" y="514511"/>
                </a:cubicBezTo>
                <a:cubicBezTo>
                  <a:pt x="10704520" y="547687"/>
                  <a:pt x="10731344" y="574511"/>
                  <a:pt x="10764520" y="574511"/>
                </a:cubicBezTo>
                <a:cubicBezTo>
                  <a:pt x="10797697" y="574511"/>
                  <a:pt x="10824520" y="547687"/>
                  <a:pt x="10824520" y="514511"/>
                </a:cubicBezTo>
                <a:cubicBezTo>
                  <a:pt x="10824520" y="481335"/>
                  <a:pt x="10797697" y="454511"/>
                  <a:pt x="10764520" y="454511"/>
                </a:cubicBezTo>
                <a:close/>
                <a:moveTo>
                  <a:pt x="11703579" y="338982"/>
                </a:moveTo>
                <a:lnTo>
                  <a:pt x="11807108" y="338982"/>
                </a:lnTo>
                <a:lnTo>
                  <a:pt x="11807108" y="530746"/>
                </a:lnTo>
                <a:lnTo>
                  <a:pt x="11701461" y="530746"/>
                </a:lnTo>
                <a:cubicBezTo>
                  <a:pt x="11670167" y="530982"/>
                  <a:pt x="11638637" y="533099"/>
                  <a:pt x="11637696" y="492629"/>
                </a:cubicBezTo>
                <a:cubicBezTo>
                  <a:pt x="11637696" y="490982"/>
                  <a:pt x="11637461" y="476158"/>
                  <a:pt x="11637696" y="432864"/>
                </a:cubicBezTo>
                <a:cubicBezTo>
                  <a:pt x="11637932" y="396158"/>
                  <a:pt x="11637461" y="387452"/>
                  <a:pt x="11637696" y="383688"/>
                </a:cubicBezTo>
                <a:cubicBezTo>
                  <a:pt x="11639343" y="349805"/>
                  <a:pt x="11651814" y="337805"/>
                  <a:pt x="11703579" y="338982"/>
                </a:cubicBezTo>
                <a:close/>
                <a:moveTo>
                  <a:pt x="10863343" y="296864"/>
                </a:moveTo>
                <a:lnTo>
                  <a:pt x="10863343" y="572629"/>
                </a:lnTo>
                <a:lnTo>
                  <a:pt x="10913696" y="572629"/>
                </a:lnTo>
                <a:lnTo>
                  <a:pt x="10913696" y="338746"/>
                </a:lnTo>
                <a:lnTo>
                  <a:pt x="11028990" y="338746"/>
                </a:lnTo>
                <a:lnTo>
                  <a:pt x="11028990" y="572629"/>
                </a:lnTo>
                <a:lnTo>
                  <a:pt x="11079578" y="572629"/>
                </a:lnTo>
                <a:lnTo>
                  <a:pt x="11079578" y="338746"/>
                </a:lnTo>
                <a:lnTo>
                  <a:pt x="11156284" y="338746"/>
                </a:lnTo>
                <a:cubicBezTo>
                  <a:pt x="11182167" y="338746"/>
                  <a:pt x="11200520" y="354276"/>
                  <a:pt x="11200520" y="387923"/>
                </a:cubicBezTo>
                <a:lnTo>
                  <a:pt x="11200520" y="572629"/>
                </a:lnTo>
                <a:lnTo>
                  <a:pt x="11250873" y="572629"/>
                </a:lnTo>
                <a:lnTo>
                  <a:pt x="11250873" y="374040"/>
                </a:lnTo>
                <a:cubicBezTo>
                  <a:pt x="11250873" y="336393"/>
                  <a:pt x="11231579" y="296864"/>
                  <a:pt x="11181696" y="296864"/>
                </a:cubicBezTo>
                <a:close/>
                <a:moveTo>
                  <a:pt x="11351579" y="296864"/>
                </a:moveTo>
                <a:cubicBezTo>
                  <a:pt x="11297226" y="296864"/>
                  <a:pt x="11280755" y="333099"/>
                  <a:pt x="11280755" y="373335"/>
                </a:cubicBezTo>
                <a:cubicBezTo>
                  <a:pt x="11280755" y="416629"/>
                  <a:pt x="11298637" y="452864"/>
                  <a:pt x="11348049" y="452864"/>
                </a:cubicBezTo>
                <a:lnTo>
                  <a:pt x="11467814" y="452864"/>
                </a:lnTo>
                <a:cubicBezTo>
                  <a:pt x="11504520" y="452864"/>
                  <a:pt x="11504520" y="481099"/>
                  <a:pt x="11504520" y="494040"/>
                </a:cubicBezTo>
                <a:cubicBezTo>
                  <a:pt x="11504520" y="506040"/>
                  <a:pt x="11504520" y="530746"/>
                  <a:pt x="11468755" y="530746"/>
                </a:cubicBezTo>
                <a:lnTo>
                  <a:pt x="11285461" y="530746"/>
                </a:lnTo>
                <a:lnTo>
                  <a:pt x="11285461" y="572864"/>
                </a:lnTo>
                <a:lnTo>
                  <a:pt x="11489932" y="572864"/>
                </a:lnTo>
                <a:cubicBezTo>
                  <a:pt x="11540991" y="572864"/>
                  <a:pt x="11555579" y="542982"/>
                  <a:pt x="11555579" y="494511"/>
                </a:cubicBezTo>
                <a:cubicBezTo>
                  <a:pt x="11555579" y="436864"/>
                  <a:pt x="11536755" y="411217"/>
                  <a:pt x="11493226" y="411217"/>
                </a:cubicBezTo>
                <a:lnTo>
                  <a:pt x="11363814" y="411217"/>
                </a:lnTo>
                <a:cubicBezTo>
                  <a:pt x="11331108" y="411217"/>
                  <a:pt x="11331108" y="389099"/>
                  <a:pt x="11331108" y="374511"/>
                </a:cubicBezTo>
                <a:cubicBezTo>
                  <a:pt x="11331108" y="362982"/>
                  <a:pt x="11334402" y="338982"/>
                  <a:pt x="11369226" y="338982"/>
                </a:cubicBezTo>
                <a:lnTo>
                  <a:pt x="11545932" y="338982"/>
                </a:lnTo>
                <a:lnTo>
                  <a:pt x="11545932" y="297099"/>
                </a:lnTo>
                <a:close/>
                <a:moveTo>
                  <a:pt x="11686167" y="296864"/>
                </a:moveTo>
                <a:cubicBezTo>
                  <a:pt x="11641226" y="296864"/>
                  <a:pt x="11624520" y="303923"/>
                  <a:pt x="11612284" y="313805"/>
                </a:cubicBezTo>
                <a:cubicBezTo>
                  <a:pt x="11598873" y="324629"/>
                  <a:pt x="11586637" y="338040"/>
                  <a:pt x="11586402" y="384393"/>
                </a:cubicBezTo>
                <a:lnTo>
                  <a:pt x="11586402" y="483923"/>
                </a:lnTo>
                <a:cubicBezTo>
                  <a:pt x="11586402" y="532864"/>
                  <a:pt x="11600049" y="546746"/>
                  <a:pt x="11613931" y="558276"/>
                </a:cubicBezTo>
                <a:cubicBezTo>
                  <a:pt x="11623343" y="564864"/>
                  <a:pt x="11638873" y="572629"/>
                  <a:pt x="11686402" y="572629"/>
                </a:cubicBezTo>
                <a:lnTo>
                  <a:pt x="11807108" y="572629"/>
                </a:lnTo>
                <a:lnTo>
                  <a:pt x="11807108" y="583217"/>
                </a:lnTo>
                <a:cubicBezTo>
                  <a:pt x="11807108" y="604158"/>
                  <a:pt x="11803108" y="613099"/>
                  <a:pt x="11779108" y="613099"/>
                </a:cubicBezTo>
                <a:lnTo>
                  <a:pt x="11621696" y="613099"/>
                </a:lnTo>
                <a:lnTo>
                  <a:pt x="11621696" y="657335"/>
                </a:lnTo>
                <a:lnTo>
                  <a:pt x="11795343" y="657335"/>
                </a:lnTo>
                <a:cubicBezTo>
                  <a:pt x="11842167" y="657335"/>
                  <a:pt x="11857226" y="636393"/>
                  <a:pt x="11857226" y="597099"/>
                </a:cubicBezTo>
                <a:lnTo>
                  <a:pt x="11857226" y="296864"/>
                </a:lnTo>
                <a:close/>
                <a:moveTo>
                  <a:pt x="0" y="0"/>
                </a:moveTo>
                <a:lnTo>
                  <a:pt x="12191998" y="0"/>
                </a:lnTo>
                <a:lnTo>
                  <a:pt x="12191998" y="6858000"/>
                </a:lnTo>
                <a:lnTo>
                  <a:pt x="0" y="6858000"/>
                </a:lnTo>
                <a:close/>
              </a:path>
            </a:pathLst>
          </a:custGeom>
          <a:solidFill>
            <a:schemeClr val="bg2"/>
          </a:solidFill>
        </p:spPr>
        <p:txBody>
          <a:bodyPr wrap="square">
            <a:noAutofit/>
          </a:bodyPr>
          <a:lstStyle/>
          <a:p>
            <a:r>
              <a:rPr lang="de-DE"/>
              <a:t>Bild durch Klicken auf Symbol hinzufügen</a:t>
            </a:r>
          </a:p>
        </p:txBody>
      </p:sp>
      <p:sp>
        <p:nvSpPr>
          <p:cNvPr id="36" name="Titel 35">
            <a:extLst>
              <a:ext uri="{FF2B5EF4-FFF2-40B4-BE49-F238E27FC236}">
                <a16:creationId xmlns:a16="http://schemas.microsoft.com/office/drawing/2014/main" id="{96C8531C-5AF0-B253-98FC-D9C844FE91DB}"/>
              </a:ext>
            </a:extLst>
          </p:cNvPr>
          <p:cNvSpPr>
            <a:spLocks noGrp="1"/>
          </p:cNvSpPr>
          <p:nvPr>
            <p:ph type="title"/>
          </p:nvPr>
        </p:nvSpPr>
        <p:spPr bwMode="gray">
          <a:xfrm>
            <a:off x="623887" y="3501069"/>
            <a:ext cx="6284912" cy="2591755"/>
          </a:xfrm>
          <a:custGeom>
            <a:avLst/>
            <a:gdLst>
              <a:gd name="connsiteX0" fmla="*/ 0 w 6284912"/>
              <a:gd name="connsiteY0" fmla="*/ 0 h 2522538"/>
              <a:gd name="connsiteX1" fmla="*/ 254000 w 6284912"/>
              <a:gd name="connsiteY1" fmla="*/ 0 h 2522538"/>
              <a:gd name="connsiteX2" fmla="*/ 6030912 w 6284912"/>
              <a:gd name="connsiteY2" fmla="*/ 0 h 2522538"/>
              <a:gd name="connsiteX3" fmla="*/ 6064518 w 6284912"/>
              <a:gd name="connsiteY3" fmla="*/ 0 h 2522538"/>
              <a:gd name="connsiteX4" fmla="*/ 6284912 w 6284912"/>
              <a:gd name="connsiteY4" fmla="*/ 220394 h 2522538"/>
              <a:gd name="connsiteX5" fmla="*/ 6284912 w 6284912"/>
              <a:gd name="connsiteY5" fmla="*/ 2522538 h 2522538"/>
              <a:gd name="connsiteX6" fmla="*/ 6030912 w 6284912"/>
              <a:gd name="connsiteY6" fmla="*/ 2522538 h 2522538"/>
              <a:gd name="connsiteX7" fmla="*/ 254000 w 6284912"/>
              <a:gd name="connsiteY7" fmla="*/ 2522538 h 2522538"/>
              <a:gd name="connsiteX8" fmla="*/ 220394 w 6284912"/>
              <a:gd name="connsiteY8" fmla="*/ 2522538 h 2522538"/>
              <a:gd name="connsiteX9" fmla="*/ 0 w 6284912"/>
              <a:gd name="connsiteY9" fmla="*/ 2302144 h 2522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84912" h="2522538">
                <a:moveTo>
                  <a:pt x="0" y="0"/>
                </a:moveTo>
                <a:lnTo>
                  <a:pt x="254000" y="0"/>
                </a:lnTo>
                <a:lnTo>
                  <a:pt x="6030912" y="0"/>
                </a:lnTo>
                <a:lnTo>
                  <a:pt x="6064518" y="0"/>
                </a:lnTo>
                <a:cubicBezTo>
                  <a:pt x="6186238" y="0"/>
                  <a:pt x="6284912" y="98674"/>
                  <a:pt x="6284912" y="220394"/>
                </a:cubicBezTo>
                <a:lnTo>
                  <a:pt x="6284912" y="2522538"/>
                </a:lnTo>
                <a:lnTo>
                  <a:pt x="6030912" y="2522538"/>
                </a:lnTo>
                <a:lnTo>
                  <a:pt x="254000" y="2522538"/>
                </a:lnTo>
                <a:lnTo>
                  <a:pt x="220394" y="2522538"/>
                </a:lnTo>
                <a:cubicBezTo>
                  <a:pt x="98674" y="2522538"/>
                  <a:pt x="0" y="2423864"/>
                  <a:pt x="0" y="2302144"/>
                </a:cubicBezTo>
                <a:close/>
              </a:path>
            </a:pathLst>
          </a:custGeom>
          <a:solidFill>
            <a:schemeClr val="bg1"/>
          </a:solidFill>
        </p:spPr>
        <p:txBody>
          <a:bodyPr vert="horz" wrap="square" lIns="1008000" tIns="216000" rIns="288000" bIns="216000" anchor="t">
            <a:noAutofit/>
          </a:bodyPr>
          <a:lstStyle>
            <a:lvl1pPr rtl="0">
              <a:spcAft>
                <a:spcPts val="600"/>
              </a:spcAft>
              <a:defRPr sz="3600">
                <a:solidFill>
                  <a:schemeClr val="accent1"/>
                </a:solidFill>
              </a:defRPr>
            </a:lvl1pPr>
          </a:lstStyle>
          <a:p>
            <a:r>
              <a:rPr lang="de-DE"/>
              <a:t>Mastertitelformat bearbeiten</a:t>
            </a:r>
          </a:p>
        </p:txBody>
      </p:sp>
      <p:sp>
        <p:nvSpPr>
          <p:cNvPr id="3" name="Textplatzhalter 2">
            <a:extLst>
              <a:ext uri="{FF2B5EF4-FFF2-40B4-BE49-F238E27FC236}">
                <a16:creationId xmlns:a16="http://schemas.microsoft.com/office/drawing/2014/main" id="{FBE249F0-AC7A-6A7E-2976-07517C51C45C}"/>
              </a:ext>
            </a:extLst>
          </p:cNvPr>
          <p:cNvSpPr>
            <a:spLocks noGrp="1"/>
          </p:cNvSpPr>
          <p:nvPr>
            <p:ph type="body" sz="quarter" idx="17" hasCustomPrompt="1"/>
          </p:nvPr>
        </p:nvSpPr>
        <p:spPr>
          <a:xfrm>
            <a:off x="623887" y="3501070"/>
            <a:ext cx="800100" cy="772107"/>
          </a:xfrm>
        </p:spPr>
        <p:txBody>
          <a:bodyPr lIns="288000" tIns="216000">
            <a:noAutofit/>
          </a:bodyPr>
          <a:lstStyle>
            <a:lvl1pPr algn="r">
              <a:defRPr sz="3600" b="1">
                <a:solidFill>
                  <a:schemeClr val="accent1"/>
                </a:solidFill>
                <a:latin typeface="+mj-lt"/>
              </a:defRPr>
            </a:lvl1pPr>
          </a:lstStyle>
          <a:p>
            <a:pPr lvl="0"/>
            <a:r>
              <a:rPr lang="de-DE" dirty="0"/>
              <a:t>01</a:t>
            </a:r>
          </a:p>
        </p:txBody>
      </p:sp>
      <p:sp>
        <p:nvSpPr>
          <p:cNvPr id="30" name="Fußzeilenplatzhalter 29">
            <a:extLst>
              <a:ext uri="{FF2B5EF4-FFF2-40B4-BE49-F238E27FC236}">
                <a16:creationId xmlns:a16="http://schemas.microsoft.com/office/drawing/2014/main" id="{AB3B4481-ACE7-EC01-A2C2-1A6C55C2CB1F}"/>
              </a:ext>
            </a:extLst>
          </p:cNvPr>
          <p:cNvSpPr>
            <a:spLocks noGrp="1"/>
          </p:cNvSpPr>
          <p:nvPr>
            <p:ph type="ftr" sz="quarter" idx="18"/>
          </p:nvPr>
        </p:nvSpPr>
        <p:spPr/>
        <p:txBody>
          <a:bodyPr/>
          <a:lstStyle>
            <a:lvl1pPr>
              <a:defRPr>
                <a:solidFill>
                  <a:schemeClr val="bg1"/>
                </a:solidFill>
              </a:defRPr>
            </a:lvl1pPr>
          </a:lstStyle>
          <a:p>
            <a:r>
              <a:rPr lang="de-DE"/>
              <a:t>© msg systems ag | Titel einfügen | 2025</a:t>
            </a:r>
            <a:endParaRPr lang="de-DE" dirty="0"/>
          </a:p>
        </p:txBody>
      </p:sp>
      <p:sp>
        <p:nvSpPr>
          <p:cNvPr id="73" name="Foliennummernplatzhalter 72">
            <a:extLst>
              <a:ext uri="{FF2B5EF4-FFF2-40B4-BE49-F238E27FC236}">
                <a16:creationId xmlns:a16="http://schemas.microsoft.com/office/drawing/2014/main" id="{687FF98D-9179-89D6-B2D1-19E157813367}"/>
              </a:ext>
            </a:extLst>
          </p:cNvPr>
          <p:cNvSpPr>
            <a:spLocks noGrp="1"/>
          </p:cNvSpPr>
          <p:nvPr>
            <p:ph type="sldNum" sz="quarter" idx="19"/>
          </p:nvPr>
        </p:nvSpPr>
        <p:spPr/>
        <p:txBody>
          <a:bodyPr/>
          <a:lstStyle>
            <a:lvl1pPr>
              <a:defRPr>
                <a:solidFill>
                  <a:schemeClr val="bg1"/>
                </a:solidFill>
              </a:defRPr>
            </a:lvl1pPr>
          </a:lstStyle>
          <a:p>
            <a:fld id="{1FBD72F1-A42A-46B0-A7F8-CE6A9835826C}" type="slidenum">
              <a:rPr lang="de-DE"/>
              <a:pPr/>
              <a:t>‹Nr.›</a:t>
            </a:fld>
            <a:endParaRPr lang="de-DE" dirty="0"/>
          </a:p>
        </p:txBody>
      </p:sp>
      <p:grpSp>
        <p:nvGrpSpPr>
          <p:cNvPr id="51" name="Gruppieren 50">
            <a:extLst>
              <a:ext uri="{FF2B5EF4-FFF2-40B4-BE49-F238E27FC236}">
                <a16:creationId xmlns:a16="http://schemas.microsoft.com/office/drawing/2014/main" id="{D30454BE-5DD4-6C5C-9B16-5C47ACF1A8DA}"/>
              </a:ext>
              <a:ext uri="{C183D7F6-B498-43B3-948B-1728B52AA6E4}">
                <adec:decorative xmlns:adec="http://schemas.microsoft.com/office/drawing/2017/decorative" val="1"/>
              </a:ext>
            </a:extLst>
          </p:cNvPr>
          <p:cNvGrpSpPr>
            <a:grpSpLocks/>
          </p:cNvGrpSpPr>
          <p:nvPr userDrawn="1"/>
        </p:nvGrpSpPr>
        <p:grpSpPr bwMode="gray">
          <a:xfrm>
            <a:off x="623888" y="-254000"/>
            <a:ext cx="11233150" cy="144000"/>
            <a:chOff x="623888" y="0"/>
            <a:chExt cx="11233150" cy="6858000"/>
          </a:xfrm>
        </p:grpSpPr>
        <p:cxnSp>
          <p:nvCxnSpPr>
            <p:cNvPr id="52" name="Gerader Verbinder 51">
              <a:extLst>
                <a:ext uri="{FF2B5EF4-FFF2-40B4-BE49-F238E27FC236}">
                  <a16:creationId xmlns:a16="http://schemas.microsoft.com/office/drawing/2014/main" id="{09748565-9A17-43EF-EB89-D4A0B74B57E3}"/>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3" name="Gerader Verbinder 52">
              <a:extLst>
                <a:ext uri="{FF2B5EF4-FFF2-40B4-BE49-F238E27FC236}">
                  <a16:creationId xmlns:a16="http://schemas.microsoft.com/office/drawing/2014/main" id="{B86B1E96-9338-B5E0-77FA-C470E0504B2E}"/>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62" name="Gruppieren 61">
            <a:extLst>
              <a:ext uri="{FF2B5EF4-FFF2-40B4-BE49-F238E27FC236}">
                <a16:creationId xmlns:a16="http://schemas.microsoft.com/office/drawing/2014/main" id="{23AEFC0B-3357-8281-ECC6-905453CCD4B3}"/>
              </a:ext>
              <a:ext uri="{C183D7F6-B498-43B3-948B-1728B52AA6E4}">
                <adec:decorative xmlns:adec="http://schemas.microsoft.com/office/drawing/2017/decorative" val="1"/>
              </a:ext>
            </a:extLst>
          </p:cNvPr>
          <p:cNvGrpSpPr>
            <a:grpSpLocks/>
          </p:cNvGrpSpPr>
          <p:nvPr userDrawn="1"/>
        </p:nvGrpSpPr>
        <p:grpSpPr bwMode="gray">
          <a:xfrm>
            <a:off x="623888" y="6972300"/>
            <a:ext cx="11233150" cy="144000"/>
            <a:chOff x="623888" y="0"/>
            <a:chExt cx="11233150" cy="6858000"/>
          </a:xfrm>
        </p:grpSpPr>
        <p:cxnSp>
          <p:nvCxnSpPr>
            <p:cNvPr id="63" name="Gerader Verbinder 62">
              <a:extLst>
                <a:ext uri="{FF2B5EF4-FFF2-40B4-BE49-F238E27FC236}">
                  <a16:creationId xmlns:a16="http://schemas.microsoft.com/office/drawing/2014/main" id="{79A76A7A-4A89-29AA-6E90-B4DF8A963665}"/>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4" name="Gerader Verbinder 63">
              <a:extLst>
                <a:ext uri="{FF2B5EF4-FFF2-40B4-BE49-F238E27FC236}">
                  <a16:creationId xmlns:a16="http://schemas.microsoft.com/office/drawing/2014/main" id="{D2B29119-661E-C7A4-D412-2008CFAA8B26}"/>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74" name="Gruppieren 73">
            <a:extLst>
              <a:ext uri="{FF2B5EF4-FFF2-40B4-BE49-F238E27FC236}">
                <a16:creationId xmlns:a16="http://schemas.microsoft.com/office/drawing/2014/main" id="{664E7908-DBD1-F7A9-1BFB-CB99F440DEB7}"/>
              </a:ext>
              <a:ext uri="{C183D7F6-B498-43B3-948B-1728B52AA6E4}">
                <adec:decorative xmlns:adec="http://schemas.microsoft.com/office/drawing/2017/decorative" val="1"/>
              </a:ext>
            </a:extLst>
          </p:cNvPr>
          <p:cNvGrpSpPr/>
          <p:nvPr userDrawn="1"/>
        </p:nvGrpSpPr>
        <p:grpSpPr bwMode="gray">
          <a:xfrm>
            <a:off x="-254000" y="296863"/>
            <a:ext cx="144000" cy="6300787"/>
            <a:chOff x="0" y="296863"/>
            <a:chExt cx="12192000" cy="6300787"/>
          </a:xfrm>
        </p:grpSpPr>
        <p:cxnSp>
          <p:nvCxnSpPr>
            <p:cNvPr id="85" name="Gerader Verbinder 84">
              <a:extLst>
                <a:ext uri="{FF2B5EF4-FFF2-40B4-BE49-F238E27FC236}">
                  <a16:creationId xmlns:a16="http://schemas.microsoft.com/office/drawing/2014/main" id="{3569A712-8A5D-61A9-A4E2-A66D7DF41364}"/>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11" name="Gerader Verbinder 110">
              <a:extLst>
                <a:ext uri="{FF2B5EF4-FFF2-40B4-BE49-F238E27FC236}">
                  <a16:creationId xmlns:a16="http://schemas.microsoft.com/office/drawing/2014/main" id="{5F4C2EB6-5306-EED4-C63B-B258B284337D}"/>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12" name="Gerader Verbinder 111">
              <a:extLst>
                <a:ext uri="{FF2B5EF4-FFF2-40B4-BE49-F238E27FC236}">
                  <a16:creationId xmlns:a16="http://schemas.microsoft.com/office/drawing/2014/main" id="{BF5A0AFC-C635-255F-B34C-9740433A2AEA}"/>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13" name="Gerader Verbinder 112">
              <a:extLst>
                <a:ext uri="{FF2B5EF4-FFF2-40B4-BE49-F238E27FC236}">
                  <a16:creationId xmlns:a16="http://schemas.microsoft.com/office/drawing/2014/main" id="{D8F9C328-FF3B-D652-2F1B-495F008A1A9D}"/>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14" name="Gerader Verbinder 113">
              <a:extLst>
                <a:ext uri="{FF2B5EF4-FFF2-40B4-BE49-F238E27FC236}">
                  <a16:creationId xmlns:a16="http://schemas.microsoft.com/office/drawing/2014/main" id="{B57D5572-CC62-B60E-67F7-1F2F25BEDBD3}"/>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2" name="Gerader Verbinder 191">
              <a:extLst>
                <a:ext uri="{FF2B5EF4-FFF2-40B4-BE49-F238E27FC236}">
                  <a16:creationId xmlns:a16="http://schemas.microsoft.com/office/drawing/2014/main" id="{D32CF0AB-B445-A814-7D1B-0BFB0DAC7E7D}"/>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3" name="Gerader Verbinder 192">
              <a:extLst>
                <a:ext uri="{FF2B5EF4-FFF2-40B4-BE49-F238E27FC236}">
                  <a16:creationId xmlns:a16="http://schemas.microsoft.com/office/drawing/2014/main" id="{0A7BCC33-CF5C-1616-52F2-884E1C277F5D}"/>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194" name="Gruppieren 193">
            <a:extLst>
              <a:ext uri="{FF2B5EF4-FFF2-40B4-BE49-F238E27FC236}">
                <a16:creationId xmlns:a16="http://schemas.microsoft.com/office/drawing/2014/main" id="{5C834498-9640-5918-501F-1DE7C8A09F26}"/>
              </a:ext>
              <a:ext uri="{C183D7F6-B498-43B3-948B-1728B52AA6E4}">
                <adec:decorative xmlns:adec="http://schemas.microsoft.com/office/drawing/2017/decorative" val="1"/>
              </a:ext>
            </a:extLst>
          </p:cNvPr>
          <p:cNvGrpSpPr/>
          <p:nvPr userDrawn="1"/>
        </p:nvGrpSpPr>
        <p:grpSpPr bwMode="gray">
          <a:xfrm>
            <a:off x="12301940" y="296863"/>
            <a:ext cx="144000" cy="6300787"/>
            <a:chOff x="0" y="296863"/>
            <a:chExt cx="12192000" cy="6300787"/>
          </a:xfrm>
        </p:grpSpPr>
        <p:cxnSp>
          <p:nvCxnSpPr>
            <p:cNvPr id="195" name="Gerader Verbinder 194">
              <a:extLst>
                <a:ext uri="{FF2B5EF4-FFF2-40B4-BE49-F238E27FC236}">
                  <a16:creationId xmlns:a16="http://schemas.microsoft.com/office/drawing/2014/main" id="{FB855145-B12E-78F7-DA5F-2449FF7C3C67}"/>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6" name="Gerader Verbinder 195">
              <a:extLst>
                <a:ext uri="{FF2B5EF4-FFF2-40B4-BE49-F238E27FC236}">
                  <a16:creationId xmlns:a16="http://schemas.microsoft.com/office/drawing/2014/main" id="{E3A21647-9DBA-0807-48F2-78AFC1BA8F36}"/>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7" name="Gerader Verbinder 196">
              <a:extLst>
                <a:ext uri="{FF2B5EF4-FFF2-40B4-BE49-F238E27FC236}">
                  <a16:creationId xmlns:a16="http://schemas.microsoft.com/office/drawing/2014/main" id="{BA4216C1-1CC0-B713-4472-BBA62EB34542}"/>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8" name="Gerader Verbinder 197">
              <a:extLst>
                <a:ext uri="{FF2B5EF4-FFF2-40B4-BE49-F238E27FC236}">
                  <a16:creationId xmlns:a16="http://schemas.microsoft.com/office/drawing/2014/main" id="{156CA3E9-87F7-1EAC-37AB-01022F50DA84}"/>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9" name="Gerader Verbinder 198">
              <a:extLst>
                <a:ext uri="{FF2B5EF4-FFF2-40B4-BE49-F238E27FC236}">
                  <a16:creationId xmlns:a16="http://schemas.microsoft.com/office/drawing/2014/main" id="{D026C257-E2CE-EA9B-2EE8-240F9342FF3D}"/>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0" name="Gerader Verbinder 199">
              <a:extLst>
                <a:ext uri="{FF2B5EF4-FFF2-40B4-BE49-F238E27FC236}">
                  <a16:creationId xmlns:a16="http://schemas.microsoft.com/office/drawing/2014/main" id="{43532555-4104-CDAA-BB37-3521FAA2EA2B}"/>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1" name="Gerader Verbinder 200">
              <a:extLst>
                <a:ext uri="{FF2B5EF4-FFF2-40B4-BE49-F238E27FC236}">
                  <a16:creationId xmlns:a16="http://schemas.microsoft.com/office/drawing/2014/main" id="{091E8425-E3A4-9374-EBB5-B12E40FA865A}"/>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1155816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A25395A-8F8D-D2E4-F755-32C3801B6119}"/>
              </a:ext>
            </a:extLst>
          </p:cNvPr>
          <p:cNvGraphicFramePr>
            <a:graphicFrameLocks noChangeAspect="1"/>
          </p:cNvGraphicFramePr>
          <p:nvPr userDrawn="1">
            <p:custDataLst>
              <p:tags r:id="rId1"/>
            </p:custDataLst>
            <p:extLst>
              <p:ext uri="{D42A27DB-BD31-4B8C-83A1-F6EECF244321}">
                <p14:modId xmlns:p14="http://schemas.microsoft.com/office/powerpoint/2010/main" val="38882399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8" name="think-cell data - do not delete" hidden="1">
                        <a:extLst>
                          <a:ext uri="{FF2B5EF4-FFF2-40B4-BE49-F238E27FC236}">
                            <a16:creationId xmlns:a16="http://schemas.microsoft.com/office/drawing/2014/main" id="{DA25395A-8F8D-D2E4-F755-32C3801B611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2" name="Textplatzhalter 11">
            <a:extLst>
              <a:ext uri="{FF2B5EF4-FFF2-40B4-BE49-F238E27FC236}">
                <a16:creationId xmlns:a16="http://schemas.microsoft.com/office/drawing/2014/main" id="{5886BF3F-05AB-B72A-A5EC-1196760E9C96}"/>
              </a:ext>
            </a:extLst>
          </p:cNvPr>
          <p:cNvSpPr>
            <a:spLocks noGrp="1"/>
          </p:cNvSpPr>
          <p:nvPr>
            <p:ph type="body" sz="quarter" idx="12" hasCustomPrompt="1"/>
          </p:nvPr>
        </p:nvSpPr>
        <p:spPr bwMode="gray">
          <a:xfrm>
            <a:off x="623888" y="296863"/>
            <a:ext cx="9488833" cy="169277"/>
          </a:xfrm>
          <a:noFill/>
        </p:spPr>
        <p:txBody>
          <a:bodyPr wrap="square" lIns="0" tIns="0" rIns="0" bIns="0" anchor="ctr">
            <a:noAutofit/>
          </a:bodyPr>
          <a:lstStyle>
            <a:lvl1pPr rtl="0">
              <a:defRPr sz="1100" b="0">
                <a:solidFill>
                  <a:schemeClr val="tx1"/>
                </a:solidFill>
              </a:defRPr>
            </a:lvl1pPr>
          </a:lstStyle>
          <a:p>
            <a:pPr lvl="0"/>
            <a:r>
              <a:rPr lang="de-DE" dirty="0" err="1"/>
              <a:t>Subtitle</a:t>
            </a:r>
            <a:r>
              <a:rPr lang="de-DE" dirty="0"/>
              <a:t> einfügen</a:t>
            </a:r>
          </a:p>
        </p:txBody>
      </p:sp>
      <p:sp>
        <p:nvSpPr>
          <p:cNvPr id="2" name="Titel 1">
            <a:extLst>
              <a:ext uri="{FF2B5EF4-FFF2-40B4-BE49-F238E27FC236}">
                <a16:creationId xmlns:a16="http://schemas.microsoft.com/office/drawing/2014/main" id="{6EFC4E64-FF88-559D-D12A-F48A2E523085}"/>
              </a:ext>
            </a:extLst>
          </p:cNvPr>
          <p:cNvSpPr>
            <a:spLocks noGrp="1"/>
          </p:cNvSpPr>
          <p:nvPr>
            <p:ph type="title"/>
          </p:nvPr>
        </p:nvSpPr>
        <p:spPr bwMode="gray">
          <a:xfrm>
            <a:off x="623888" y="620713"/>
            <a:ext cx="9488833" cy="738664"/>
          </a:xfrm>
        </p:spPr>
        <p:txBody>
          <a:bodyPr vert="horz"/>
          <a:lstStyle>
            <a:lvl1pPr rtl="0">
              <a:defRPr/>
            </a:lvl1pPr>
          </a:lstStyle>
          <a:p>
            <a:r>
              <a:rPr lang="de-DE"/>
              <a:t>Mastertitelformat bearbeiten</a:t>
            </a:r>
            <a:endParaRPr lang="de-DE" dirty="0"/>
          </a:p>
        </p:txBody>
      </p:sp>
      <p:sp>
        <p:nvSpPr>
          <p:cNvPr id="3" name="Inhaltsplatzhalter 2">
            <a:extLst>
              <a:ext uri="{FF2B5EF4-FFF2-40B4-BE49-F238E27FC236}">
                <a16:creationId xmlns:a16="http://schemas.microsoft.com/office/drawing/2014/main" id="{44D960F1-7AD1-ECFD-1961-13F488B14822}"/>
              </a:ext>
            </a:extLst>
          </p:cNvPr>
          <p:cNvSpPr>
            <a:spLocks noGrp="1"/>
          </p:cNvSpPr>
          <p:nvPr>
            <p:ph idx="1"/>
          </p:nvPr>
        </p:nvSpPr>
        <p:spPr bwMode="gray">
          <a:xfrm>
            <a:off x="623888" y="1773239"/>
            <a:ext cx="11233150" cy="4319586"/>
          </a:xfrm>
        </p:spPr>
        <p:txBody>
          <a:bodyPr/>
          <a:lstStyle>
            <a:lvl1pPr rtl="0">
              <a:defRPr/>
            </a:lvl1pPr>
            <a:lvl2pPr rtl="0">
              <a:defRPr/>
            </a:lvl2pPr>
            <a:lvl3pPr rtl="0">
              <a:defRPr/>
            </a:lvl3pPr>
            <a:lvl4pPr rtl="0">
              <a:defRPr/>
            </a:lvl4pPr>
            <a:lvl5pPr rtl="0">
              <a:defRPr/>
            </a:lvl5pPr>
            <a:lvl6pPr rtl="0">
              <a:defRPr/>
            </a:lvl6pPr>
            <a:lvl7pPr rtl="0">
              <a:defRPr/>
            </a:lvl7pPr>
            <a:lvl8pPr rtl="0">
              <a:defRPr/>
            </a:lvl8pPr>
            <a:lvl9pPr rtl="0">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9" name="Fußzeilenplatzhalter 8">
            <a:extLst>
              <a:ext uri="{FF2B5EF4-FFF2-40B4-BE49-F238E27FC236}">
                <a16:creationId xmlns:a16="http://schemas.microsoft.com/office/drawing/2014/main" id="{D03EB9C7-5B0D-40C1-4C1E-90D2B3B10616}"/>
              </a:ext>
            </a:extLst>
          </p:cNvPr>
          <p:cNvSpPr>
            <a:spLocks noGrp="1"/>
          </p:cNvSpPr>
          <p:nvPr>
            <p:ph type="ftr" sz="quarter" idx="10"/>
          </p:nvPr>
        </p:nvSpPr>
        <p:spPr bwMode="gray"/>
        <p:txBody>
          <a:bodyPr/>
          <a:lstStyle>
            <a:lvl1pPr rtl="0">
              <a:defRPr/>
            </a:lvl1pPr>
          </a:lstStyle>
          <a:p>
            <a:r>
              <a:rPr lang="de-DE"/>
              <a:t>© msg systems ag | Titel einfügen | 2025</a:t>
            </a:r>
          </a:p>
        </p:txBody>
      </p:sp>
      <p:sp>
        <p:nvSpPr>
          <p:cNvPr id="10" name="Foliennummernplatzhalter 9">
            <a:extLst>
              <a:ext uri="{FF2B5EF4-FFF2-40B4-BE49-F238E27FC236}">
                <a16:creationId xmlns:a16="http://schemas.microsoft.com/office/drawing/2014/main" id="{9DFE6708-DAE5-9464-8231-70CB5EC0057C}"/>
              </a:ext>
            </a:extLst>
          </p:cNvPr>
          <p:cNvSpPr>
            <a:spLocks noGrp="1"/>
          </p:cNvSpPr>
          <p:nvPr>
            <p:ph type="sldNum" sz="quarter" idx="11"/>
          </p:nvPr>
        </p:nvSpPr>
        <p:spPr bwMode="gray"/>
        <p:txBody>
          <a:bodyPr/>
          <a:lstStyle>
            <a:lvl1pPr rtl="0">
              <a:defRPr/>
            </a:lvl1pPr>
          </a:lstStyle>
          <a:p>
            <a:fld id="{1FBD72F1-A42A-46B0-A7F8-CE6A9835826C}" type="slidenum">
              <a:rPr lang="de-DE"/>
              <a:pPr/>
              <a:t>‹Nr.›</a:t>
            </a:fld>
            <a:endParaRPr lang="de-DE"/>
          </a:p>
        </p:txBody>
      </p:sp>
      <p:sp>
        <p:nvSpPr>
          <p:cNvPr id="4" name="MIO_Placeholder_Mapping" hidden="1">
            <a:extLst>
              <a:ext uri="{FF2B5EF4-FFF2-40B4-BE49-F238E27FC236}">
                <a16:creationId xmlns:a16="http://schemas.microsoft.com/office/drawing/2014/main" id="{D507F02C-710D-4032-4DBC-7A15D7B4D32C}"/>
              </a:ext>
            </a:extLst>
          </p:cNvPr>
          <p:cNvSpPr/>
          <p:nvPr userDrawn="1">
            <p:custDataLst>
              <p:tags r:id="rId2"/>
            </p:custDataLst>
          </p:nvPr>
        </p:nvSpPr>
        <p:spPr>
          <a:xfrm>
            <a:off x="0" y="0"/>
            <a:ext cx="0" cy="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de-DE" sz="1600" dirty="0"/>
          </a:p>
        </p:txBody>
      </p:sp>
    </p:spTree>
    <p:extLst>
      <p:ext uri="{BB962C8B-B14F-4D97-AF65-F5344CB8AC3E}">
        <p14:creationId xmlns:p14="http://schemas.microsoft.com/office/powerpoint/2010/main" val="13032900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A25395A-8F8D-D2E4-F755-32C3801B6119}"/>
              </a:ext>
            </a:extLst>
          </p:cNvPr>
          <p:cNvGraphicFramePr>
            <a:graphicFrameLocks noChangeAspect="1"/>
          </p:cNvGraphicFramePr>
          <p:nvPr userDrawn="1">
            <p:custDataLst>
              <p:tags r:id="rId1"/>
            </p:custDataLst>
            <p:extLst>
              <p:ext uri="{D42A27DB-BD31-4B8C-83A1-F6EECF244321}">
                <p14:modId xmlns:p14="http://schemas.microsoft.com/office/powerpoint/2010/main" val="39520334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8" name="think-cell data - do not delete" hidden="1">
                        <a:extLst>
                          <a:ext uri="{FF2B5EF4-FFF2-40B4-BE49-F238E27FC236}">
                            <a16:creationId xmlns:a16="http://schemas.microsoft.com/office/drawing/2014/main" id="{DA25395A-8F8D-D2E4-F755-32C3801B611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2" name="Textplatzhalter 11">
            <a:extLst>
              <a:ext uri="{FF2B5EF4-FFF2-40B4-BE49-F238E27FC236}">
                <a16:creationId xmlns:a16="http://schemas.microsoft.com/office/drawing/2014/main" id="{5886BF3F-05AB-B72A-A5EC-1196760E9C96}"/>
              </a:ext>
            </a:extLst>
          </p:cNvPr>
          <p:cNvSpPr>
            <a:spLocks noGrp="1"/>
          </p:cNvSpPr>
          <p:nvPr>
            <p:ph type="body" sz="quarter" idx="12" hasCustomPrompt="1"/>
          </p:nvPr>
        </p:nvSpPr>
        <p:spPr bwMode="gray">
          <a:xfrm>
            <a:off x="623888" y="296863"/>
            <a:ext cx="9488833" cy="169277"/>
          </a:xfrm>
          <a:noFill/>
        </p:spPr>
        <p:txBody>
          <a:bodyPr wrap="square" lIns="0" tIns="0" rIns="0" bIns="0" anchor="ctr">
            <a:noAutofit/>
          </a:bodyPr>
          <a:lstStyle>
            <a:lvl1pPr rtl="0">
              <a:defRPr sz="1100" b="0">
                <a:solidFill>
                  <a:schemeClr val="tx1"/>
                </a:solidFill>
              </a:defRPr>
            </a:lvl1pPr>
          </a:lstStyle>
          <a:p>
            <a:pPr lvl="0"/>
            <a:r>
              <a:rPr lang="de-DE" dirty="0" err="1"/>
              <a:t>Subtitle</a:t>
            </a:r>
            <a:r>
              <a:rPr lang="de-DE" dirty="0"/>
              <a:t> einfügen</a:t>
            </a:r>
          </a:p>
        </p:txBody>
      </p:sp>
      <p:sp>
        <p:nvSpPr>
          <p:cNvPr id="2" name="Titel 1">
            <a:extLst>
              <a:ext uri="{FF2B5EF4-FFF2-40B4-BE49-F238E27FC236}">
                <a16:creationId xmlns:a16="http://schemas.microsoft.com/office/drawing/2014/main" id="{6EFC4E64-FF88-559D-D12A-F48A2E523085}"/>
              </a:ext>
            </a:extLst>
          </p:cNvPr>
          <p:cNvSpPr>
            <a:spLocks noGrp="1"/>
          </p:cNvSpPr>
          <p:nvPr>
            <p:ph type="title"/>
          </p:nvPr>
        </p:nvSpPr>
        <p:spPr bwMode="gray">
          <a:xfrm>
            <a:off x="623888" y="620713"/>
            <a:ext cx="9488833" cy="738664"/>
          </a:xfrm>
        </p:spPr>
        <p:txBody>
          <a:bodyPr vert="horz"/>
          <a:lstStyle>
            <a:lvl1pPr rtl="0">
              <a:defRPr/>
            </a:lvl1pPr>
          </a:lstStyle>
          <a:p>
            <a:r>
              <a:rPr lang="de-DE"/>
              <a:t>Mastertitelformat bearbeiten</a:t>
            </a:r>
            <a:endParaRPr lang="de-DE" dirty="0"/>
          </a:p>
        </p:txBody>
      </p:sp>
      <p:sp>
        <p:nvSpPr>
          <p:cNvPr id="9" name="Fußzeilenplatzhalter 8">
            <a:extLst>
              <a:ext uri="{FF2B5EF4-FFF2-40B4-BE49-F238E27FC236}">
                <a16:creationId xmlns:a16="http://schemas.microsoft.com/office/drawing/2014/main" id="{D03EB9C7-5B0D-40C1-4C1E-90D2B3B10616}"/>
              </a:ext>
            </a:extLst>
          </p:cNvPr>
          <p:cNvSpPr>
            <a:spLocks noGrp="1"/>
          </p:cNvSpPr>
          <p:nvPr>
            <p:ph type="ftr" sz="quarter" idx="10"/>
          </p:nvPr>
        </p:nvSpPr>
        <p:spPr bwMode="gray"/>
        <p:txBody>
          <a:bodyPr/>
          <a:lstStyle>
            <a:lvl1pPr rtl="0">
              <a:defRPr/>
            </a:lvl1pPr>
          </a:lstStyle>
          <a:p>
            <a:r>
              <a:rPr lang="de-DE"/>
              <a:t>© msg systems ag | Titel einfügen | 2025</a:t>
            </a:r>
          </a:p>
        </p:txBody>
      </p:sp>
      <p:sp>
        <p:nvSpPr>
          <p:cNvPr id="10" name="Foliennummernplatzhalter 9">
            <a:extLst>
              <a:ext uri="{FF2B5EF4-FFF2-40B4-BE49-F238E27FC236}">
                <a16:creationId xmlns:a16="http://schemas.microsoft.com/office/drawing/2014/main" id="{9DFE6708-DAE5-9464-8231-70CB5EC0057C}"/>
              </a:ext>
            </a:extLst>
          </p:cNvPr>
          <p:cNvSpPr>
            <a:spLocks noGrp="1"/>
          </p:cNvSpPr>
          <p:nvPr>
            <p:ph type="sldNum" sz="quarter" idx="11"/>
          </p:nvPr>
        </p:nvSpPr>
        <p:spPr bwMode="gray"/>
        <p:txBody>
          <a:bodyPr/>
          <a:lstStyle>
            <a:lvl1pPr rtl="0">
              <a:defRPr/>
            </a:lvl1pPr>
          </a:lstStyle>
          <a:p>
            <a:fld id="{1FBD72F1-A42A-46B0-A7F8-CE6A9835826C}" type="slidenum">
              <a:rPr lang="de-DE"/>
              <a:pPr/>
              <a:t>‹Nr.›</a:t>
            </a:fld>
            <a:endParaRPr lang="de-DE"/>
          </a:p>
        </p:txBody>
      </p:sp>
      <p:sp>
        <p:nvSpPr>
          <p:cNvPr id="3" name="MIO_Placeholder_Mapping" hidden="1">
            <a:extLst>
              <a:ext uri="{FF2B5EF4-FFF2-40B4-BE49-F238E27FC236}">
                <a16:creationId xmlns:a16="http://schemas.microsoft.com/office/drawing/2014/main" id="{9146F0E9-2DF1-D719-0C95-08C4C832B1CE}"/>
              </a:ext>
            </a:extLst>
          </p:cNvPr>
          <p:cNvSpPr/>
          <p:nvPr userDrawn="1">
            <p:custDataLst>
              <p:tags r:id="rId2"/>
            </p:custDataLst>
          </p:nvPr>
        </p:nvSpPr>
        <p:spPr>
          <a:xfrm>
            <a:off x="0" y="0"/>
            <a:ext cx="0" cy="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de-DE" sz="1600" dirty="0"/>
          </a:p>
        </p:txBody>
      </p:sp>
    </p:spTree>
    <p:extLst>
      <p:ext uri="{BB962C8B-B14F-4D97-AF65-F5344CB8AC3E}">
        <p14:creationId xmlns:p14="http://schemas.microsoft.com/office/powerpoint/2010/main" val="175193085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 Spalten">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A25395A-8F8D-D2E4-F755-32C3801B6119}"/>
              </a:ext>
            </a:extLst>
          </p:cNvPr>
          <p:cNvGraphicFramePr>
            <a:graphicFrameLocks noChangeAspect="1"/>
          </p:cNvGraphicFramePr>
          <p:nvPr userDrawn="1">
            <p:custDataLst>
              <p:tags r:id="rId1"/>
            </p:custDataLst>
            <p:extLst>
              <p:ext uri="{D42A27DB-BD31-4B8C-83A1-F6EECF244321}">
                <p14:modId xmlns:p14="http://schemas.microsoft.com/office/powerpoint/2010/main" val="36464214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8" name="think-cell data - do not delete" hidden="1">
                        <a:extLst>
                          <a:ext uri="{FF2B5EF4-FFF2-40B4-BE49-F238E27FC236}">
                            <a16:creationId xmlns:a16="http://schemas.microsoft.com/office/drawing/2014/main" id="{DA25395A-8F8D-D2E4-F755-32C3801B611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2" name="Textplatzhalter 11">
            <a:extLst>
              <a:ext uri="{FF2B5EF4-FFF2-40B4-BE49-F238E27FC236}">
                <a16:creationId xmlns:a16="http://schemas.microsoft.com/office/drawing/2014/main" id="{5886BF3F-05AB-B72A-A5EC-1196760E9C96}"/>
              </a:ext>
            </a:extLst>
          </p:cNvPr>
          <p:cNvSpPr>
            <a:spLocks noGrp="1"/>
          </p:cNvSpPr>
          <p:nvPr>
            <p:ph type="body" sz="quarter" idx="12" hasCustomPrompt="1"/>
          </p:nvPr>
        </p:nvSpPr>
        <p:spPr bwMode="gray">
          <a:xfrm>
            <a:off x="623888" y="296863"/>
            <a:ext cx="9488833" cy="169277"/>
          </a:xfrm>
          <a:noFill/>
        </p:spPr>
        <p:txBody>
          <a:bodyPr wrap="square" lIns="0" tIns="0" rIns="0" bIns="0" anchor="ctr">
            <a:noAutofit/>
          </a:bodyPr>
          <a:lstStyle>
            <a:lvl1pPr rtl="0">
              <a:defRPr sz="1100" b="0">
                <a:solidFill>
                  <a:schemeClr val="tx1"/>
                </a:solidFill>
              </a:defRPr>
            </a:lvl1pPr>
          </a:lstStyle>
          <a:p>
            <a:pPr lvl="0"/>
            <a:r>
              <a:rPr lang="de-DE" dirty="0" err="1"/>
              <a:t>Subtitle</a:t>
            </a:r>
            <a:r>
              <a:rPr lang="de-DE" dirty="0"/>
              <a:t> einfügen</a:t>
            </a:r>
          </a:p>
        </p:txBody>
      </p:sp>
      <p:sp>
        <p:nvSpPr>
          <p:cNvPr id="2" name="Titel 1">
            <a:extLst>
              <a:ext uri="{FF2B5EF4-FFF2-40B4-BE49-F238E27FC236}">
                <a16:creationId xmlns:a16="http://schemas.microsoft.com/office/drawing/2014/main" id="{6EFC4E64-FF88-559D-D12A-F48A2E523085}"/>
              </a:ext>
            </a:extLst>
          </p:cNvPr>
          <p:cNvSpPr>
            <a:spLocks noGrp="1"/>
          </p:cNvSpPr>
          <p:nvPr>
            <p:ph type="title"/>
          </p:nvPr>
        </p:nvSpPr>
        <p:spPr bwMode="gray">
          <a:xfrm>
            <a:off x="623888" y="620713"/>
            <a:ext cx="9488833" cy="738664"/>
          </a:xfrm>
        </p:spPr>
        <p:txBody>
          <a:bodyPr vert="horz"/>
          <a:lstStyle>
            <a:lvl1pPr rtl="0">
              <a:defRPr/>
            </a:lvl1pPr>
          </a:lstStyle>
          <a:p>
            <a:r>
              <a:rPr lang="de-DE"/>
              <a:t>Mastertitelformat bearbeiten</a:t>
            </a:r>
            <a:endParaRPr lang="de-DE" dirty="0"/>
          </a:p>
        </p:txBody>
      </p:sp>
      <p:sp>
        <p:nvSpPr>
          <p:cNvPr id="5" name="Textplatzhalter 4" descr="Linke Textbox">
            <a:extLst>
              <a:ext uri="{FF2B5EF4-FFF2-40B4-BE49-F238E27FC236}">
                <a16:creationId xmlns:a16="http://schemas.microsoft.com/office/drawing/2014/main" id="{8D0BD29D-F4AB-591C-E885-C312AC61FAE3}"/>
              </a:ext>
            </a:extLst>
          </p:cNvPr>
          <p:cNvSpPr>
            <a:spLocks noGrp="1"/>
          </p:cNvSpPr>
          <p:nvPr>
            <p:ph type="body" sz="quarter" idx="13"/>
          </p:nvPr>
        </p:nvSpPr>
        <p:spPr bwMode="gray">
          <a:xfrm>
            <a:off x="623889" y="1773239"/>
            <a:ext cx="5400544" cy="4319586"/>
          </a:xfrm>
        </p:spPr>
        <p:txBody>
          <a:bodyPr/>
          <a:lstStyle>
            <a:lvl1pPr rtl="0">
              <a:defRPr/>
            </a:lvl1pPr>
            <a:lvl2pPr rtl="0">
              <a:defRPr/>
            </a:lvl2pPr>
            <a:lvl3pPr rtl="0">
              <a:defRPr/>
            </a:lvl3pPr>
            <a:lvl4pPr rtl="0">
              <a:defRPr/>
            </a:lvl4pPr>
            <a:lvl5pPr rtl="0">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Textplatzhalter 6" descr="Rechte Textbox">
            <a:extLst>
              <a:ext uri="{FF2B5EF4-FFF2-40B4-BE49-F238E27FC236}">
                <a16:creationId xmlns:a16="http://schemas.microsoft.com/office/drawing/2014/main" id="{CB71E02F-BF2E-94A1-857E-AA5D8AE17433}"/>
              </a:ext>
            </a:extLst>
          </p:cNvPr>
          <p:cNvSpPr>
            <a:spLocks noGrp="1"/>
          </p:cNvSpPr>
          <p:nvPr>
            <p:ph type="body" sz="quarter" idx="14"/>
          </p:nvPr>
        </p:nvSpPr>
        <p:spPr bwMode="gray">
          <a:xfrm>
            <a:off x="6456480" y="1773239"/>
            <a:ext cx="5400557" cy="4319586"/>
          </a:xfrm>
        </p:spPr>
        <p:txBody>
          <a:bodyPr/>
          <a:lstStyle>
            <a:lvl1pPr rtl="0">
              <a:defRPr/>
            </a:lvl1pPr>
            <a:lvl2pPr rtl="0">
              <a:defRPr/>
            </a:lvl2pPr>
            <a:lvl3pPr rtl="0">
              <a:defRPr/>
            </a:lvl3pPr>
            <a:lvl4pPr rtl="0">
              <a:defRPr/>
            </a:lvl4pPr>
            <a:lvl5pPr rtl="0">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9" name="Fußzeilenplatzhalter 8">
            <a:extLst>
              <a:ext uri="{FF2B5EF4-FFF2-40B4-BE49-F238E27FC236}">
                <a16:creationId xmlns:a16="http://schemas.microsoft.com/office/drawing/2014/main" id="{D03EB9C7-5B0D-40C1-4C1E-90D2B3B10616}"/>
              </a:ext>
            </a:extLst>
          </p:cNvPr>
          <p:cNvSpPr>
            <a:spLocks noGrp="1"/>
          </p:cNvSpPr>
          <p:nvPr>
            <p:ph type="ftr" sz="quarter" idx="10"/>
          </p:nvPr>
        </p:nvSpPr>
        <p:spPr bwMode="gray"/>
        <p:txBody>
          <a:bodyPr/>
          <a:lstStyle>
            <a:lvl1pPr rtl="0">
              <a:defRPr/>
            </a:lvl1pPr>
          </a:lstStyle>
          <a:p>
            <a:r>
              <a:rPr lang="de-DE"/>
              <a:t>© msg systems ag | Titel einfügen | 2025</a:t>
            </a:r>
          </a:p>
        </p:txBody>
      </p:sp>
      <p:sp>
        <p:nvSpPr>
          <p:cNvPr id="10" name="Foliennummernplatzhalter 9">
            <a:extLst>
              <a:ext uri="{FF2B5EF4-FFF2-40B4-BE49-F238E27FC236}">
                <a16:creationId xmlns:a16="http://schemas.microsoft.com/office/drawing/2014/main" id="{9DFE6708-DAE5-9464-8231-70CB5EC0057C}"/>
              </a:ext>
            </a:extLst>
          </p:cNvPr>
          <p:cNvSpPr>
            <a:spLocks noGrp="1"/>
          </p:cNvSpPr>
          <p:nvPr>
            <p:ph type="sldNum" sz="quarter" idx="11"/>
          </p:nvPr>
        </p:nvSpPr>
        <p:spPr bwMode="gray"/>
        <p:txBody>
          <a:bodyPr/>
          <a:lstStyle>
            <a:lvl1pPr rtl="0">
              <a:defRPr/>
            </a:lvl1pPr>
          </a:lstStyle>
          <a:p>
            <a:fld id="{1FBD72F1-A42A-46B0-A7F8-CE6A9835826C}" type="slidenum">
              <a:rPr lang="de-DE"/>
              <a:pPr/>
              <a:t>‹Nr.›</a:t>
            </a:fld>
            <a:endParaRPr lang="de-DE"/>
          </a:p>
        </p:txBody>
      </p:sp>
      <p:sp>
        <p:nvSpPr>
          <p:cNvPr id="3" name="MIO_Placeholder_Mapping" hidden="1">
            <a:extLst>
              <a:ext uri="{FF2B5EF4-FFF2-40B4-BE49-F238E27FC236}">
                <a16:creationId xmlns:a16="http://schemas.microsoft.com/office/drawing/2014/main" id="{57218CB7-3093-82E2-1446-BF1CA426DC67}"/>
              </a:ext>
            </a:extLst>
          </p:cNvPr>
          <p:cNvSpPr/>
          <p:nvPr userDrawn="1">
            <p:custDataLst>
              <p:tags r:id="rId2"/>
            </p:custDataLst>
          </p:nvPr>
        </p:nvSpPr>
        <p:spPr>
          <a:xfrm>
            <a:off x="0" y="0"/>
            <a:ext cx="0" cy="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de-DE" sz="1600" dirty="0"/>
          </a:p>
        </p:txBody>
      </p:sp>
    </p:spTree>
    <p:extLst>
      <p:ext uri="{BB962C8B-B14F-4D97-AF65-F5344CB8AC3E}">
        <p14:creationId xmlns:p14="http://schemas.microsoft.com/office/powerpoint/2010/main" val="129287974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 Spalten">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A25395A-8F8D-D2E4-F755-32C3801B6119}"/>
              </a:ext>
            </a:extLst>
          </p:cNvPr>
          <p:cNvGraphicFramePr>
            <a:graphicFrameLocks noChangeAspect="1"/>
          </p:cNvGraphicFramePr>
          <p:nvPr userDrawn="1">
            <p:custDataLst>
              <p:tags r:id="rId1"/>
            </p:custDataLst>
            <p:extLst>
              <p:ext uri="{D42A27DB-BD31-4B8C-83A1-F6EECF244321}">
                <p14:modId xmlns:p14="http://schemas.microsoft.com/office/powerpoint/2010/main" val="24406817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think-cell data - do not delete" hidden="1">
                        <a:extLst>
                          <a:ext uri="{FF2B5EF4-FFF2-40B4-BE49-F238E27FC236}">
                            <a16:creationId xmlns:a16="http://schemas.microsoft.com/office/drawing/2014/main" id="{DA25395A-8F8D-D2E4-F755-32C3801B611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extplatzhalter 11">
            <a:extLst>
              <a:ext uri="{FF2B5EF4-FFF2-40B4-BE49-F238E27FC236}">
                <a16:creationId xmlns:a16="http://schemas.microsoft.com/office/drawing/2014/main" id="{5886BF3F-05AB-B72A-A5EC-1196760E9C96}"/>
              </a:ext>
            </a:extLst>
          </p:cNvPr>
          <p:cNvSpPr>
            <a:spLocks noGrp="1"/>
          </p:cNvSpPr>
          <p:nvPr>
            <p:ph type="body" sz="quarter" idx="12" hasCustomPrompt="1"/>
          </p:nvPr>
        </p:nvSpPr>
        <p:spPr bwMode="gray">
          <a:xfrm>
            <a:off x="623888" y="296863"/>
            <a:ext cx="9488833" cy="169277"/>
          </a:xfrm>
          <a:noFill/>
        </p:spPr>
        <p:txBody>
          <a:bodyPr wrap="square" lIns="0" tIns="0" rIns="0" bIns="0" anchor="ctr">
            <a:noAutofit/>
          </a:bodyPr>
          <a:lstStyle>
            <a:lvl1pPr rtl="0">
              <a:defRPr sz="1100" b="0">
                <a:solidFill>
                  <a:schemeClr val="tx1"/>
                </a:solidFill>
              </a:defRPr>
            </a:lvl1pPr>
          </a:lstStyle>
          <a:p>
            <a:pPr lvl="0"/>
            <a:r>
              <a:rPr lang="de-DE" dirty="0" err="1"/>
              <a:t>Subtitle</a:t>
            </a:r>
            <a:r>
              <a:rPr lang="de-DE" dirty="0"/>
              <a:t> einfügen</a:t>
            </a:r>
          </a:p>
        </p:txBody>
      </p:sp>
      <p:sp>
        <p:nvSpPr>
          <p:cNvPr id="2" name="Titel 1">
            <a:extLst>
              <a:ext uri="{FF2B5EF4-FFF2-40B4-BE49-F238E27FC236}">
                <a16:creationId xmlns:a16="http://schemas.microsoft.com/office/drawing/2014/main" id="{6EFC4E64-FF88-559D-D12A-F48A2E523085}"/>
              </a:ext>
            </a:extLst>
          </p:cNvPr>
          <p:cNvSpPr>
            <a:spLocks noGrp="1"/>
          </p:cNvSpPr>
          <p:nvPr>
            <p:ph type="title"/>
          </p:nvPr>
        </p:nvSpPr>
        <p:spPr bwMode="gray">
          <a:xfrm>
            <a:off x="623888" y="620713"/>
            <a:ext cx="9488833" cy="738664"/>
          </a:xfrm>
        </p:spPr>
        <p:txBody>
          <a:bodyPr vert="horz"/>
          <a:lstStyle>
            <a:lvl1pPr rtl="0">
              <a:defRPr/>
            </a:lvl1pPr>
          </a:lstStyle>
          <a:p>
            <a:r>
              <a:rPr lang="de-DE"/>
              <a:t>Mastertitelformat bearbeiten</a:t>
            </a:r>
          </a:p>
        </p:txBody>
      </p:sp>
      <p:sp>
        <p:nvSpPr>
          <p:cNvPr id="5" name="Textplatzhalter 4" descr="Linke Textbox">
            <a:extLst>
              <a:ext uri="{FF2B5EF4-FFF2-40B4-BE49-F238E27FC236}">
                <a16:creationId xmlns:a16="http://schemas.microsoft.com/office/drawing/2014/main" id="{8D0BD29D-F4AB-591C-E885-C312AC61FAE3}"/>
              </a:ext>
            </a:extLst>
          </p:cNvPr>
          <p:cNvSpPr>
            <a:spLocks noGrp="1"/>
          </p:cNvSpPr>
          <p:nvPr>
            <p:ph type="body" sz="quarter" idx="13"/>
          </p:nvPr>
        </p:nvSpPr>
        <p:spPr bwMode="gray">
          <a:xfrm>
            <a:off x="623890" y="1773239"/>
            <a:ext cx="3456346" cy="4319586"/>
          </a:xfrm>
        </p:spPr>
        <p:txBody>
          <a:bodyPr/>
          <a:lstStyle>
            <a:lvl1pPr rtl="0">
              <a:defRPr/>
            </a:lvl1pPr>
            <a:lvl2pPr rtl="0">
              <a:defRPr/>
            </a:lvl2pPr>
            <a:lvl3pPr rtl="0">
              <a:defRPr/>
            </a:lvl3pPr>
            <a:lvl4pPr rtl="0">
              <a:defRPr/>
            </a:lvl4pPr>
            <a:lvl5pPr rtl="0">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7" name="Textplatzhalter 6" descr="Mittlere Textbox">
            <a:extLst>
              <a:ext uri="{FF2B5EF4-FFF2-40B4-BE49-F238E27FC236}">
                <a16:creationId xmlns:a16="http://schemas.microsoft.com/office/drawing/2014/main" id="{CB71E02F-BF2E-94A1-857E-AA5D8AE17433}"/>
              </a:ext>
            </a:extLst>
          </p:cNvPr>
          <p:cNvSpPr>
            <a:spLocks noGrp="1"/>
          </p:cNvSpPr>
          <p:nvPr>
            <p:ph type="body" sz="quarter" idx="14"/>
          </p:nvPr>
        </p:nvSpPr>
        <p:spPr bwMode="gray">
          <a:xfrm>
            <a:off x="4512282" y="1773239"/>
            <a:ext cx="3456350" cy="4319586"/>
          </a:xfrm>
        </p:spPr>
        <p:txBody>
          <a:bodyPr/>
          <a:lstStyle>
            <a:lvl1pPr rtl="0">
              <a:defRPr/>
            </a:lvl1pPr>
            <a:lvl2pPr rtl="0">
              <a:defRPr/>
            </a:lvl2pPr>
            <a:lvl3pPr rtl="0">
              <a:defRPr/>
            </a:lvl3pPr>
            <a:lvl4pPr rtl="0">
              <a:defRPr/>
            </a:lvl4pPr>
            <a:lvl5pPr rtl="0">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4" name="Textplatzhalter 3" descr="Rechte Textbox">
            <a:extLst>
              <a:ext uri="{FF2B5EF4-FFF2-40B4-BE49-F238E27FC236}">
                <a16:creationId xmlns:a16="http://schemas.microsoft.com/office/drawing/2014/main" id="{B3589477-55C5-26BE-8AA6-D6C317AE70AC}"/>
              </a:ext>
            </a:extLst>
          </p:cNvPr>
          <p:cNvSpPr>
            <a:spLocks noGrp="1"/>
          </p:cNvSpPr>
          <p:nvPr>
            <p:ph type="body" sz="quarter" idx="15"/>
          </p:nvPr>
        </p:nvSpPr>
        <p:spPr bwMode="gray">
          <a:xfrm>
            <a:off x="8400678" y="1773239"/>
            <a:ext cx="3456359" cy="4319586"/>
          </a:xfrm>
        </p:spPr>
        <p:txBody>
          <a:bodyPr/>
          <a:lstStyle>
            <a:lvl1pPr rtl="0">
              <a:defRPr/>
            </a:lvl1pPr>
            <a:lvl2pPr rtl="0">
              <a:defRPr/>
            </a:lvl2pPr>
            <a:lvl3pPr rtl="0">
              <a:defRPr/>
            </a:lvl3pPr>
            <a:lvl4pPr rtl="0">
              <a:defRPr/>
            </a:lvl4pPr>
            <a:lvl5pPr rtl="0">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9" name="Fußzeilenplatzhalter 8">
            <a:extLst>
              <a:ext uri="{FF2B5EF4-FFF2-40B4-BE49-F238E27FC236}">
                <a16:creationId xmlns:a16="http://schemas.microsoft.com/office/drawing/2014/main" id="{D03EB9C7-5B0D-40C1-4C1E-90D2B3B10616}"/>
              </a:ext>
            </a:extLst>
          </p:cNvPr>
          <p:cNvSpPr>
            <a:spLocks noGrp="1"/>
          </p:cNvSpPr>
          <p:nvPr>
            <p:ph type="ftr" sz="quarter" idx="10"/>
          </p:nvPr>
        </p:nvSpPr>
        <p:spPr bwMode="gray"/>
        <p:txBody>
          <a:bodyPr/>
          <a:lstStyle>
            <a:lvl1pPr rtl="0">
              <a:defRPr/>
            </a:lvl1pPr>
          </a:lstStyle>
          <a:p>
            <a:r>
              <a:rPr lang="de-DE"/>
              <a:t>© msg systems ag | Titel einfügen | 2025</a:t>
            </a:r>
          </a:p>
        </p:txBody>
      </p:sp>
      <p:sp>
        <p:nvSpPr>
          <p:cNvPr id="10" name="Foliennummernplatzhalter 9">
            <a:extLst>
              <a:ext uri="{FF2B5EF4-FFF2-40B4-BE49-F238E27FC236}">
                <a16:creationId xmlns:a16="http://schemas.microsoft.com/office/drawing/2014/main" id="{9DFE6708-DAE5-9464-8231-70CB5EC0057C}"/>
              </a:ext>
            </a:extLst>
          </p:cNvPr>
          <p:cNvSpPr>
            <a:spLocks noGrp="1"/>
          </p:cNvSpPr>
          <p:nvPr>
            <p:ph type="sldNum" sz="quarter" idx="11"/>
          </p:nvPr>
        </p:nvSpPr>
        <p:spPr bwMode="gray"/>
        <p:txBody>
          <a:bodyPr/>
          <a:lstStyle>
            <a:lvl1pPr rtl="0">
              <a:defRPr/>
            </a:lvl1pPr>
          </a:lstStyle>
          <a:p>
            <a:fld id="{1FBD72F1-A42A-46B0-A7F8-CE6A9835826C}" type="slidenum">
              <a:rPr lang="de-DE"/>
              <a:pPr/>
              <a:t>‹Nr.›</a:t>
            </a:fld>
            <a:endParaRPr lang="de-DE"/>
          </a:p>
        </p:txBody>
      </p:sp>
    </p:spTree>
    <p:extLst>
      <p:ext uri="{BB962C8B-B14F-4D97-AF65-F5344CB8AC3E}">
        <p14:creationId xmlns:p14="http://schemas.microsoft.com/office/powerpoint/2010/main" val="124554595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ext und Bild 1">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A25395A-8F8D-D2E4-F755-32C3801B6119}"/>
              </a:ext>
            </a:extLst>
          </p:cNvPr>
          <p:cNvGraphicFramePr>
            <a:graphicFrameLocks noChangeAspect="1"/>
          </p:cNvGraphicFramePr>
          <p:nvPr userDrawn="1">
            <p:custDataLst>
              <p:tags r:id="rId1"/>
            </p:custDataLst>
            <p:extLst>
              <p:ext uri="{D42A27DB-BD31-4B8C-83A1-F6EECF244321}">
                <p14:modId xmlns:p14="http://schemas.microsoft.com/office/powerpoint/2010/main" val="8122864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8" name="think-cell data - do not delete" hidden="1">
                        <a:extLst>
                          <a:ext uri="{FF2B5EF4-FFF2-40B4-BE49-F238E27FC236}">
                            <a16:creationId xmlns:a16="http://schemas.microsoft.com/office/drawing/2014/main" id="{DA25395A-8F8D-D2E4-F755-32C3801B611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1" name="Bildplatzhalter 90" descr="Bild füllt 1/3 der Folie aus, rechts Titel, Untertitel und Inhaltsbereich, Bild ist änderbar">
            <a:extLst>
              <a:ext uri="{FF2B5EF4-FFF2-40B4-BE49-F238E27FC236}">
                <a16:creationId xmlns:a16="http://schemas.microsoft.com/office/drawing/2014/main" id="{007B28C8-5E97-92DD-BBC1-001A15B6747A}"/>
              </a:ext>
            </a:extLst>
          </p:cNvPr>
          <p:cNvSpPr>
            <a:spLocks noGrp="1"/>
          </p:cNvSpPr>
          <p:nvPr>
            <p:ph type="pic" sz="quarter" idx="14"/>
          </p:nvPr>
        </p:nvSpPr>
        <p:spPr bwMode="gray">
          <a:xfrm>
            <a:off x="0" y="1"/>
            <a:ext cx="4302682" cy="6857999"/>
          </a:xfrm>
          <a:custGeom>
            <a:avLst/>
            <a:gdLst>
              <a:gd name="connsiteX0" fmla="*/ 0 w 4302682"/>
              <a:gd name="connsiteY0" fmla="*/ 0 h 6857999"/>
              <a:gd name="connsiteX1" fmla="*/ 3867433 w 4302682"/>
              <a:gd name="connsiteY1" fmla="*/ 0 h 6857999"/>
              <a:gd name="connsiteX2" fmla="*/ 3867433 w 4302682"/>
              <a:gd name="connsiteY2" fmla="*/ 1557589 h 6857999"/>
              <a:gd name="connsiteX3" fmla="*/ 4083081 w 4302682"/>
              <a:gd name="connsiteY3" fmla="*/ 1773237 h 6857999"/>
              <a:gd name="connsiteX4" fmla="*/ 4302682 w 4302682"/>
              <a:gd name="connsiteY4" fmla="*/ 1773237 h 6857999"/>
              <a:gd name="connsiteX5" fmla="*/ 4302682 w 4302682"/>
              <a:gd name="connsiteY5" fmla="*/ 6857999 h 6857999"/>
              <a:gd name="connsiteX6" fmla="*/ 0 w 4302682"/>
              <a:gd name="connsiteY6"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02682" h="6857999">
                <a:moveTo>
                  <a:pt x="0" y="0"/>
                </a:moveTo>
                <a:lnTo>
                  <a:pt x="3867433" y="0"/>
                </a:lnTo>
                <a:lnTo>
                  <a:pt x="3867433" y="1557589"/>
                </a:lnTo>
                <a:cubicBezTo>
                  <a:pt x="3867433" y="1676688"/>
                  <a:pt x="3963982" y="1773237"/>
                  <a:pt x="4083081" y="1773237"/>
                </a:cubicBezTo>
                <a:lnTo>
                  <a:pt x="4302682" y="1773237"/>
                </a:lnTo>
                <a:lnTo>
                  <a:pt x="4302682" y="6857999"/>
                </a:lnTo>
                <a:lnTo>
                  <a:pt x="0" y="6857999"/>
                </a:lnTo>
                <a:close/>
              </a:path>
            </a:pathLst>
          </a:custGeom>
          <a:solidFill>
            <a:schemeClr val="bg2"/>
          </a:solidFill>
        </p:spPr>
        <p:txBody>
          <a:bodyPr wrap="square">
            <a:noAutofit/>
          </a:bodyPr>
          <a:lstStyle>
            <a:lvl1pPr rtl="0">
              <a:defRPr>
                <a:solidFill>
                  <a:schemeClr val="tx1"/>
                </a:solidFill>
              </a:defRPr>
            </a:lvl1pPr>
          </a:lstStyle>
          <a:p>
            <a:r>
              <a:rPr lang="de-DE"/>
              <a:t>Bild durch Klicken auf Symbol hinzufügen</a:t>
            </a:r>
            <a:endParaRPr lang="de-DE" dirty="0"/>
          </a:p>
        </p:txBody>
      </p:sp>
      <p:sp>
        <p:nvSpPr>
          <p:cNvPr id="12" name="Textplatzhalter 11">
            <a:extLst>
              <a:ext uri="{FF2B5EF4-FFF2-40B4-BE49-F238E27FC236}">
                <a16:creationId xmlns:a16="http://schemas.microsoft.com/office/drawing/2014/main" id="{5886BF3F-05AB-B72A-A5EC-1196760E9C96}"/>
              </a:ext>
            </a:extLst>
          </p:cNvPr>
          <p:cNvSpPr>
            <a:spLocks noGrp="1"/>
          </p:cNvSpPr>
          <p:nvPr>
            <p:ph type="body" sz="quarter" idx="12" hasCustomPrompt="1"/>
          </p:nvPr>
        </p:nvSpPr>
        <p:spPr bwMode="gray">
          <a:xfrm>
            <a:off x="4944328" y="296863"/>
            <a:ext cx="4974926" cy="169277"/>
          </a:xfrm>
          <a:noFill/>
        </p:spPr>
        <p:txBody>
          <a:bodyPr wrap="square" lIns="0" tIns="0" rIns="0" bIns="0" anchor="ctr">
            <a:noAutofit/>
          </a:bodyPr>
          <a:lstStyle>
            <a:lvl1pPr rtl="0">
              <a:defRPr sz="1100" b="0">
                <a:solidFill>
                  <a:schemeClr val="tx1"/>
                </a:solidFill>
              </a:defRPr>
            </a:lvl1pPr>
          </a:lstStyle>
          <a:p>
            <a:pPr lvl="0"/>
            <a:r>
              <a:rPr lang="de-DE" dirty="0" err="1"/>
              <a:t>Subtitle</a:t>
            </a:r>
            <a:r>
              <a:rPr lang="de-DE" dirty="0"/>
              <a:t> einfügen</a:t>
            </a:r>
          </a:p>
        </p:txBody>
      </p:sp>
      <p:sp>
        <p:nvSpPr>
          <p:cNvPr id="2" name="Titel 1">
            <a:extLst>
              <a:ext uri="{FF2B5EF4-FFF2-40B4-BE49-F238E27FC236}">
                <a16:creationId xmlns:a16="http://schemas.microsoft.com/office/drawing/2014/main" id="{6EFC4E64-FF88-559D-D12A-F48A2E523085}"/>
              </a:ext>
            </a:extLst>
          </p:cNvPr>
          <p:cNvSpPr>
            <a:spLocks noGrp="1"/>
          </p:cNvSpPr>
          <p:nvPr>
            <p:ph type="title"/>
          </p:nvPr>
        </p:nvSpPr>
        <p:spPr bwMode="gray">
          <a:xfrm>
            <a:off x="4944328" y="620713"/>
            <a:ext cx="4974926" cy="738664"/>
          </a:xfrm>
        </p:spPr>
        <p:txBody>
          <a:bodyPr vert="horz"/>
          <a:lstStyle>
            <a:lvl1pPr rtl="0">
              <a:defRPr/>
            </a:lvl1pPr>
          </a:lstStyle>
          <a:p>
            <a:r>
              <a:rPr lang="de-DE"/>
              <a:t>Mastertitelformat bearbeiten</a:t>
            </a:r>
            <a:endParaRPr lang="de-DE" dirty="0"/>
          </a:p>
        </p:txBody>
      </p:sp>
      <p:sp>
        <p:nvSpPr>
          <p:cNvPr id="5" name="Textplatzhalter 4">
            <a:extLst>
              <a:ext uri="{FF2B5EF4-FFF2-40B4-BE49-F238E27FC236}">
                <a16:creationId xmlns:a16="http://schemas.microsoft.com/office/drawing/2014/main" id="{8D0BD29D-F4AB-591C-E885-C312AC61FAE3}"/>
              </a:ext>
            </a:extLst>
          </p:cNvPr>
          <p:cNvSpPr>
            <a:spLocks noGrp="1"/>
          </p:cNvSpPr>
          <p:nvPr>
            <p:ph type="body" sz="quarter" idx="13"/>
          </p:nvPr>
        </p:nvSpPr>
        <p:spPr bwMode="gray">
          <a:xfrm>
            <a:off x="4944324" y="1773239"/>
            <a:ext cx="6912714" cy="4319586"/>
          </a:xfrm>
        </p:spPr>
        <p:txBody>
          <a:bodyPr/>
          <a:lstStyle>
            <a:lvl1pPr rtl="0">
              <a:defRPr/>
            </a:lvl1pPr>
            <a:lvl2pPr rtl="0">
              <a:defRPr/>
            </a:lvl2pPr>
            <a:lvl3pPr rtl="0">
              <a:defRPr/>
            </a:lvl3pPr>
            <a:lvl4pPr rtl="0">
              <a:defRPr/>
            </a:lvl4pPr>
            <a:lvl5pPr rtl="0">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9" name="Fußzeilenplatzhalter 8">
            <a:extLst>
              <a:ext uri="{FF2B5EF4-FFF2-40B4-BE49-F238E27FC236}">
                <a16:creationId xmlns:a16="http://schemas.microsoft.com/office/drawing/2014/main" id="{D03EB9C7-5B0D-40C1-4C1E-90D2B3B10616}"/>
              </a:ext>
            </a:extLst>
          </p:cNvPr>
          <p:cNvSpPr>
            <a:spLocks noGrp="1"/>
          </p:cNvSpPr>
          <p:nvPr>
            <p:ph type="ftr" sz="quarter" idx="10"/>
          </p:nvPr>
        </p:nvSpPr>
        <p:spPr bwMode="gray">
          <a:xfrm>
            <a:off x="4944324" y="6443762"/>
            <a:ext cx="4974930" cy="153888"/>
          </a:xfrm>
        </p:spPr>
        <p:txBody>
          <a:bodyPr/>
          <a:lstStyle>
            <a:lvl1pPr rtl="0">
              <a:defRPr>
                <a:solidFill>
                  <a:schemeClr val="tx1"/>
                </a:solidFill>
              </a:defRPr>
            </a:lvl1pPr>
          </a:lstStyle>
          <a:p>
            <a:r>
              <a:rPr lang="de-DE"/>
              <a:t>© msg systems ag | Titel einfügen | 2025</a:t>
            </a:r>
            <a:endParaRPr lang="de-DE" dirty="0"/>
          </a:p>
        </p:txBody>
      </p:sp>
      <p:sp>
        <p:nvSpPr>
          <p:cNvPr id="10" name="Foliennummernplatzhalter 9">
            <a:extLst>
              <a:ext uri="{FF2B5EF4-FFF2-40B4-BE49-F238E27FC236}">
                <a16:creationId xmlns:a16="http://schemas.microsoft.com/office/drawing/2014/main" id="{9DFE6708-DAE5-9464-8231-70CB5EC0057C}"/>
              </a:ext>
            </a:extLst>
          </p:cNvPr>
          <p:cNvSpPr>
            <a:spLocks noGrp="1"/>
          </p:cNvSpPr>
          <p:nvPr>
            <p:ph type="sldNum" sz="quarter" idx="11"/>
          </p:nvPr>
        </p:nvSpPr>
        <p:spPr bwMode="gray"/>
        <p:txBody>
          <a:bodyPr/>
          <a:lstStyle>
            <a:lvl1pPr rtl="0">
              <a:defRPr>
                <a:solidFill>
                  <a:schemeClr val="tx1"/>
                </a:solidFill>
              </a:defRPr>
            </a:lvl1pPr>
          </a:lstStyle>
          <a:p>
            <a:fld id="{1FBD72F1-A42A-46B0-A7F8-CE6A9835826C}" type="slidenum">
              <a:rPr lang="de-DE"/>
              <a:pPr/>
              <a:t>‹Nr.›</a:t>
            </a:fld>
            <a:endParaRPr lang="de-DE"/>
          </a:p>
        </p:txBody>
      </p:sp>
      <p:sp>
        <p:nvSpPr>
          <p:cNvPr id="3" name="MIO_Placeholder_Mapping" hidden="1">
            <a:extLst>
              <a:ext uri="{FF2B5EF4-FFF2-40B4-BE49-F238E27FC236}">
                <a16:creationId xmlns:a16="http://schemas.microsoft.com/office/drawing/2014/main" id="{FAA030E7-39E1-E545-5104-5C312673DDCB}"/>
              </a:ext>
            </a:extLst>
          </p:cNvPr>
          <p:cNvSpPr/>
          <p:nvPr userDrawn="1">
            <p:custDataLst>
              <p:tags r:id="rId2"/>
            </p:custDataLst>
          </p:nvPr>
        </p:nvSpPr>
        <p:spPr>
          <a:xfrm>
            <a:off x="0" y="0"/>
            <a:ext cx="0" cy="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de-DE" sz="1600" dirty="0"/>
          </a:p>
        </p:txBody>
      </p:sp>
    </p:spTree>
    <p:extLst>
      <p:ext uri="{BB962C8B-B14F-4D97-AF65-F5344CB8AC3E}">
        <p14:creationId xmlns:p14="http://schemas.microsoft.com/office/powerpoint/2010/main" val="241642828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Text und Bild 2">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A25395A-8F8D-D2E4-F755-32C3801B6119}"/>
              </a:ext>
            </a:extLst>
          </p:cNvPr>
          <p:cNvGraphicFramePr>
            <a:graphicFrameLocks noChangeAspect="1"/>
          </p:cNvGraphicFramePr>
          <p:nvPr userDrawn="1">
            <p:custDataLst>
              <p:tags r:id="rId1"/>
            </p:custDataLst>
            <p:extLst>
              <p:ext uri="{D42A27DB-BD31-4B8C-83A1-F6EECF244321}">
                <p14:modId xmlns:p14="http://schemas.microsoft.com/office/powerpoint/2010/main" val="15926502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8" name="think-cell data - do not delete" hidden="1">
                        <a:extLst>
                          <a:ext uri="{FF2B5EF4-FFF2-40B4-BE49-F238E27FC236}">
                            <a16:creationId xmlns:a16="http://schemas.microsoft.com/office/drawing/2014/main" id="{DA25395A-8F8D-D2E4-F755-32C3801B611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2" name="Bildplatzhalter 111" descr="Bild füllt die Hälfte der Folie aus, links Titel , Untertitel und Inhaltsbereich, Bild ist änderbar">
            <a:extLst>
              <a:ext uri="{FF2B5EF4-FFF2-40B4-BE49-F238E27FC236}">
                <a16:creationId xmlns:a16="http://schemas.microsoft.com/office/drawing/2014/main" id="{57BE64DB-4F36-89B3-381F-1A5523E83103}"/>
              </a:ext>
            </a:extLst>
          </p:cNvPr>
          <p:cNvSpPr>
            <a:spLocks noGrp="1"/>
          </p:cNvSpPr>
          <p:nvPr>
            <p:ph type="pic" sz="quarter" idx="14"/>
          </p:nvPr>
        </p:nvSpPr>
        <p:spPr bwMode="gray">
          <a:xfrm>
            <a:off x="6024438" y="1"/>
            <a:ext cx="6167561" cy="6857999"/>
          </a:xfrm>
          <a:custGeom>
            <a:avLst/>
            <a:gdLst>
              <a:gd name="connsiteX0" fmla="*/ 4723326 w 6167561"/>
              <a:gd name="connsiteY0" fmla="*/ 454510 h 6857999"/>
              <a:gd name="connsiteX1" fmla="*/ 4662622 w 6167561"/>
              <a:gd name="connsiteY1" fmla="*/ 514510 h 6857999"/>
              <a:gd name="connsiteX2" fmla="*/ 4723326 w 6167561"/>
              <a:gd name="connsiteY2" fmla="*/ 574510 h 6857999"/>
              <a:gd name="connsiteX3" fmla="*/ 4784030 w 6167561"/>
              <a:gd name="connsiteY3" fmla="*/ 514510 h 6857999"/>
              <a:gd name="connsiteX4" fmla="*/ 4723326 w 6167561"/>
              <a:gd name="connsiteY4" fmla="*/ 454510 h 6857999"/>
              <a:gd name="connsiteX5" fmla="*/ 5673408 w 6167561"/>
              <a:gd name="connsiteY5" fmla="*/ 338981 h 6857999"/>
              <a:gd name="connsiteX6" fmla="*/ 5778153 w 6167561"/>
              <a:gd name="connsiteY6" fmla="*/ 338981 h 6857999"/>
              <a:gd name="connsiteX7" fmla="*/ 5778153 w 6167561"/>
              <a:gd name="connsiteY7" fmla="*/ 530745 h 6857999"/>
              <a:gd name="connsiteX8" fmla="*/ 5671266 w 6167561"/>
              <a:gd name="connsiteY8" fmla="*/ 530745 h 6857999"/>
              <a:gd name="connsiteX9" fmla="*/ 5606752 w 6167561"/>
              <a:gd name="connsiteY9" fmla="*/ 492628 h 6857999"/>
              <a:gd name="connsiteX10" fmla="*/ 5606752 w 6167561"/>
              <a:gd name="connsiteY10" fmla="*/ 432863 h 6857999"/>
              <a:gd name="connsiteX11" fmla="*/ 5606752 w 6167561"/>
              <a:gd name="connsiteY11" fmla="*/ 383687 h 6857999"/>
              <a:gd name="connsiteX12" fmla="*/ 5673408 w 6167561"/>
              <a:gd name="connsiteY12" fmla="*/ 338981 h 6857999"/>
              <a:gd name="connsiteX13" fmla="*/ 5655792 w 6167561"/>
              <a:gd name="connsiteY13" fmla="*/ 296863 h 6857999"/>
              <a:gd name="connsiteX14" fmla="*/ 5581042 w 6167561"/>
              <a:gd name="connsiteY14" fmla="*/ 313804 h 6857999"/>
              <a:gd name="connsiteX15" fmla="*/ 5554856 w 6167561"/>
              <a:gd name="connsiteY15" fmla="*/ 384392 h 6857999"/>
              <a:gd name="connsiteX16" fmla="*/ 5554856 w 6167561"/>
              <a:gd name="connsiteY16" fmla="*/ 483922 h 6857999"/>
              <a:gd name="connsiteX17" fmla="*/ 5582708 w 6167561"/>
              <a:gd name="connsiteY17" fmla="*/ 558275 h 6857999"/>
              <a:gd name="connsiteX18" fmla="*/ 5656030 w 6167561"/>
              <a:gd name="connsiteY18" fmla="*/ 572628 h 6857999"/>
              <a:gd name="connsiteX19" fmla="*/ 5778153 w 6167561"/>
              <a:gd name="connsiteY19" fmla="*/ 572628 h 6857999"/>
              <a:gd name="connsiteX20" fmla="*/ 5778153 w 6167561"/>
              <a:gd name="connsiteY20" fmla="*/ 583216 h 6857999"/>
              <a:gd name="connsiteX21" fmla="*/ 5749824 w 6167561"/>
              <a:gd name="connsiteY21" fmla="*/ 613098 h 6857999"/>
              <a:gd name="connsiteX22" fmla="*/ 5590564 w 6167561"/>
              <a:gd name="connsiteY22" fmla="*/ 613098 h 6857999"/>
              <a:gd name="connsiteX23" fmla="*/ 5590564 w 6167561"/>
              <a:gd name="connsiteY23" fmla="*/ 657334 h 6857999"/>
              <a:gd name="connsiteX24" fmla="*/ 5766250 w 6167561"/>
              <a:gd name="connsiteY24" fmla="*/ 657334 h 6857999"/>
              <a:gd name="connsiteX25" fmla="*/ 5828859 w 6167561"/>
              <a:gd name="connsiteY25" fmla="*/ 597098 h 6857999"/>
              <a:gd name="connsiteX26" fmla="*/ 5828859 w 6167561"/>
              <a:gd name="connsiteY26" fmla="*/ 296863 h 6857999"/>
              <a:gd name="connsiteX27" fmla="*/ 5317276 w 6167561"/>
              <a:gd name="connsiteY27" fmla="*/ 296863 h 6857999"/>
              <a:gd name="connsiteX28" fmla="*/ 5245621 w 6167561"/>
              <a:gd name="connsiteY28" fmla="*/ 373334 h 6857999"/>
              <a:gd name="connsiteX29" fmla="*/ 5313705 w 6167561"/>
              <a:gd name="connsiteY29" fmla="*/ 452863 h 6857999"/>
              <a:gd name="connsiteX30" fmla="*/ 5434876 w 6167561"/>
              <a:gd name="connsiteY30" fmla="*/ 452863 h 6857999"/>
              <a:gd name="connsiteX31" fmla="*/ 5472012 w 6167561"/>
              <a:gd name="connsiteY31" fmla="*/ 494039 h 6857999"/>
              <a:gd name="connsiteX32" fmla="*/ 5435828 w 6167561"/>
              <a:gd name="connsiteY32" fmla="*/ 530745 h 6857999"/>
              <a:gd name="connsiteX33" fmla="*/ 5250382 w 6167561"/>
              <a:gd name="connsiteY33" fmla="*/ 530745 h 6857999"/>
              <a:gd name="connsiteX34" fmla="*/ 5250382 w 6167561"/>
              <a:gd name="connsiteY34" fmla="*/ 572863 h 6857999"/>
              <a:gd name="connsiteX35" fmla="*/ 5457254 w 6167561"/>
              <a:gd name="connsiteY35" fmla="*/ 572863 h 6857999"/>
              <a:gd name="connsiteX36" fmla="*/ 5523671 w 6167561"/>
              <a:gd name="connsiteY36" fmla="*/ 494510 h 6857999"/>
              <a:gd name="connsiteX37" fmla="*/ 5460586 w 6167561"/>
              <a:gd name="connsiteY37" fmla="*/ 411216 h 6857999"/>
              <a:gd name="connsiteX38" fmla="*/ 5329655 w 6167561"/>
              <a:gd name="connsiteY38" fmla="*/ 411216 h 6857999"/>
              <a:gd name="connsiteX39" fmla="*/ 5296565 w 6167561"/>
              <a:gd name="connsiteY39" fmla="*/ 374510 h 6857999"/>
              <a:gd name="connsiteX40" fmla="*/ 5335130 w 6167561"/>
              <a:gd name="connsiteY40" fmla="*/ 338981 h 6857999"/>
              <a:gd name="connsiteX41" fmla="*/ 5513911 w 6167561"/>
              <a:gd name="connsiteY41" fmla="*/ 338981 h 6857999"/>
              <a:gd name="connsiteX42" fmla="*/ 5513911 w 6167561"/>
              <a:gd name="connsiteY42" fmla="*/ 297098 h 6857999"/>
              <a:gd name="connsiteX43" fmla="*/ 4823309 w 6167561"/>
              <a:gd name="connsiteY43" fmla="*/ 296863 h 6857999"/>
              <a:gd name="connsiteX44" fmla="*/ 4823309 w 6167561"/>
              <a:gd name="connsiteY44" fmla="*/ 572628 h 6857999"/>
              <a:gd name="connsiteX45" fmla="*/ 4874253 w 6167561"/>
              <a:gd name="connsiteY45" fmla="*/ 572628 h 6857999"/>
              <a:gd name="connsiteX46" fmla="*/ 4874253 w 6167561"/>
              <a:gd name="connsiteY46" fmla="*/ 338745 h 6857999"/>
              <a:gd name="connsiteX47" fmla="*/ 4990900 w 6167561"/>
              <a:gd name="connsiteY47" fmla="*/ 338745 h 6857999"/>
              <a:gd name="connsiteX48" fmla="*/ 4990900 w 6167561"/>
              <a:gd name="connsiteY48" fmla="*/ 572628 h 6857999"/>
              <a:gd name="connsiteX49" fmla="*/ 5042082 w 6167561"/>
              <a:gd name="connsiteY49" fmla="*/ 572628 h 6857999"/>
              <a:gd name="connsiteX50" fmla="*/ 5042082 w 6167561"/>
              <a:gd name="connsiteY50" fmla="*/ 338745 h 6857999"/>
              <a:gd name="connsiteX51" fmla="*/ 5119688 w 6167561"/>
              <a:gd name="connsiteY51" fmla="*/ 338745 h 6857999"/>
              <a:gd name="connsiteX52" fmla="*/ 5164444 w 6167561"/>
              <a:gd name="connsiteY52" fmla="*/ 387922 h 6857999"/>
              <a:gd name="connsiteX53" fmla="*/ 5164444 w 6167561"/>
              <a:gd name="connsiteY53" fmla="*/ 572628 h 6857999"/>
              <a:gd name="connsiteX54" fmla="*/ 5215388 w 6167561"/>
              <a:gd name="connsiteY54" fmla="*/ 572628 h 6857999"/>
              <a:gd name="connsiteX55" fmla="*/ 5215388 w 6167561"/>
              <a:gd name="connsiteY55" fmla="*/ 374039 h 6857999"/>
              <a:gd name="connsiteX56" fmla="*/ 5145399 w 6167561"/>
              <a:gd name="connsiteY56" fmla="*/ 296863 h 6857999"/>
              <a:gd name="connsiteX57" fmla="*/ 432037 w 6167561"/>
              <a:gd name="connsiteY57" fmla="*/ 0 h 6857999"/>
              <a:gd name="connsiteX58" fmla="*/ 6167561 w 6167561"/>
              <a:gd name="connsiteY58" fmla="*/ 0 h 6857999"/>
              <a:gd name="connsiteX59" fmla="*/ 6167561 w 6167561"/>
              <a:gd name="connsiteY59" fmla="*/ 6857999 h 6857999"/>
              <a:gd name="connsiteX60" fmla="*/ 0 w 6167561"/>
              <a:gd name="connsiteY60" fmla="*/ 6857999 h 6857999"/>
              <a:gd name="connsiteX61" fmla="*/ 0 w 6167561"/>
              <a:gd name="connsiteY61" fmla="*/ 1773237 h 6857999"/>
              <a:gd name="connsiteX62" fmla="*/ 216034 w 6167561"/>
              <a:gd name="connsiteY62" fmla="*/ 1773237 h 6857999"/>
              <a:gd name="connsiteX63" fmla="*/ 231901 w 6167561"/>
              <a:gd name="connsiteY63" fmla="*/ 1773237 h 6857999"/>
              <a:gd name="connsiteX64" fmla="*/ 248100 w 6167561"/>
              <a:gd name="connsiteY64" fmla="*/ 1770005 h 6857999"/>
              <a:gd name="connsiteX65" fmla="*/ 259566 w 6167561"/>
              <a:gd name="connsiteY65" fmla="*/ 1768849 h 6857999"/>
              <a:gd name="connsiteX66" fmla="*/ 269778 w 6167561"/>
              <a:gd name="connsiteY66" fmla="*/ 1765679 h 6857999"/>
              <a:gd name="connsiteX67" fmla="*/ 277036 w 6167561"/>
              <a:gd name="connsiteY67" fmla="*/ 1764231 h 6857999"/>
              <a:gd name="connsiteX68" fmla="*/ 279296 w 6167561"/>
              <a:gd name="connsiteY68" fmla="*/ 1762724 h 6857999"/>
              <a:gd name="connsiteX69" fmla="*/ 300112 w 6167561"/>
              <a:gd name="connsiteY69" fmla="*/ 1756263 h 6857999"/>
              <a:gd name="connsiteX70" fmla="*/ 432037 w 6167561"/>
              <a:gd name="connsiteY70" fmla="*/ 1557234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167561" h="6857999">
                <a:moveTo>
                  <a:pt x="4723326" y="454510"/>
                </a:moveTo>
                <a:cubicBezTo>
                  <a:pt x="4689760" y="454510"/>
                  <a:pt x="4662622" y="481334"/>
                  <a:pt x="4662622" y="514510"/>
                </a:cubicBezTo>
                <a:cubicBezTo>
                  <a:pt x="4662622" y="547686"/>
                  <a:pt x="4689760" y="574510"/>
                  <a:pt x="4723326" y="574510"/>
                </a:cubicBezTo>
                <a:cubicBezTo>
                  <a:pt x="4756892" y="574510"/>
                  <a:pt x="4784030" y="547686"/>
                  <a:pt x="4784030" y="514510"/>
                </a:cubicBezTo>
                <a:cubicBezTo>
                  <a:pt x="4784030" y="481334"/>
                  <a:pt x="4756892" y="454510"/>
                  <a:pt x="4723326" y="454510"/>
                </a:cubicBezTo>
                <a:close/>
                <a:moveTo>
                  <a:pt x="5673408" y="338981"/>
                </a:moveTo>
                <a:lnTo>
                  <a:pt x="5778153" y="338981"/>
                </a:lnTo>
                <a:lnTo>
                  <a:pt x="5778153" y="530745"/>
                </a:lnTo>
                <a:lnTo>
                  <a:pt x="5671266" y="530745"/>
                </a:lnTo>
                <a:cubicBezTo>
                  <a:pt x="5639604" y="530981"/>
                  <a:pt x="5607704" y="533098"/>
                  <a:pt x="5606752" y="492628"/>
                </a:cubicBezTo>
                <a:cubicBezTo>
                  <a:pt x="5606752" y="490981"/>
                  <a:pt x="5606514" y="476157"/>
                  <a:pt x="5606752" y="432863"/>
                </a:cubicBezTo>
                <a:cubicBezTo>
                  <a:pt x="5606991" y="396157"/>
                  <a:pt x="5606514" y="387451"/>
                  <a:pt x="5606752" y="383687"/>
                </a:cubicBezTo>
                <a:cubicBezTo>
                  <a:pt x="5608418" y="349804"/>
                  <a:pt x="5621036" y="337804"/>
                  <a:pt x="5673408" y="338981"/>
                </a:cubicBezTo>
                <a:close/>
                <a:moveTo>
                  <a:pt x="5655792" y="296863"/>
                </a:moveTo>
                <a:cubicBezTo>
                  <a:pt x="5610324" y="296863"/>
                  <a:pt x="5593422" y="303922"/>
                  <a:pt x="5581042" y="313804"/>
                </a:cubicBezTo>
                <a:cubicBezTo>
                  <a:pt x="5567474" y="324628"/>
                  <a:pt x="5555094" y="338039"/>
                  <a:pt x="5554856" y="384392"/>
                </a:cubicBezTo>
                <a:lnTo>
                  <a:pt x="5554856" y="483922"/>
                </a:lnTo>
                <a:cubicBezTo>
                  <a:pt x="5554856" y="532863"/>
                  <a:pt x="5568663" y="546745"/>
                  <a:pt x="5582708" y="558275"/>
                </a:cubicBezTo>
                <a:cubicBezTo>
                  <a:pt x="5592230" y="564863"/>
                  <a:pt x="5607943" y="572628"/>
                  <a:pt x="5656030" y="572628"/>
                </a:cubicBezTo>
                <a:lnTo>
                  <a:pt x="5778153" y="572628"/>
                </a:lnTo>
                <a:lnTo>
                  <a:pt x="5778153" y="583216"/>
                </a:lnTo>
                <a:cubicBezTo>
                  <a:pt x="5778153" y="604157"/>
                  <a:pt x="5774106" y="613098"/>
                  <a:pt x="5749824" y="613098"/>
                </a:cubicBezTo>
                <a:lnTo>
                  <a:pt x="5590564" y="613098"/>
                </a:lnTo>
                <a:lnTo>
                  <a:pt x="5590564" y="657334"/>
                </a:lnTo>
                <a:lnTo>
                  <a:pt x="5766250" y="657334"/>
                </a:lnTo>
                <a:cubicBezTo>
                  <a:pt x="5813624" y="657334"/>
                  <a:pt x="5828859" y="636392"/>
                  <a:pt x="5828859" y="597098"/>
                </a:cubicBezTo>
                <a:lnTo>
                  <a:pt x="5828859" y="296863"/>
                </a:lnTo>
                <a:close/>
                <a:moveTo>
                  <a:pt x="5317276" y="296863"/>
                </a:moveTo>
                <a:cubicBezTo>
                  <a:pt x="5262286" y="296863"/>
                  <a:pt x="5245621" y="333098"/>
                  <a:pt x="5245621" y="373334"/>
                </a:cubicBezTo>
                <a:cubicBezTo>
                  <a:pt x="5245621" y="416628"/>
                  <a:pt x="5263713" y="452863"/>
                  <a:pt x="5313705" y="452863"/>
                </a:cubicBezTo>
                <a:lnTo>
                  <a:pt x="5434876" y="452863"/>
                </a:lnTo>
                <a:cubicBezTo>
                  <a:pt x="5472012" y="452863"/>
                  <a:pt x="5472012" y="481098"/>
                  <a:pt x="5472012" y="494039"/>
                </a:cubicBezTo>
                <a:cubicBezTo>
                  <a:pt x="5472012" y="506039"/>
                  <a:pt x="5472012" y="530745"/>
                  <a:pt x="5435828" y="530745"/>
                </a:cubicBezTo>
                <a:lnTo>
                  <a:pt x="5250382" y="530745"/>
                </a:lnTo>
                <a:lnTo>
                  <a:pt x="5250382" y="572863"/>
                </a:lnTo>
                <a:lnTo>
                  <a:pt x="5457254" y="572863"/>
                </a:lnTo>
                <a:cubicBezTo>
                  <a:pt x="5508912" y="572863"/>
                  <a:pt x="5523671" y="542981"/>
                  <a:pt x="5523671" y="494510"/>
                </a:cubicBezTo>
                <a:cubicBezTo>
                  <a:pt x="5523671" y="436863"/>
                  <a:pt x="5504626" y="411216"/>
                  <a:pt x="5460586" y="411216"/>
                </a:cubicBezTo>
                <a:lnTo>
                  <a:pt x="5329655" y="411216"/>
                </a:lnTo>
                <a:cubicBezTo>
                  <a:pt x="5296565" y="411216"/>
                  <a:pt x="5296565" y="389098"/>
                  <a:pt x="5296565" y="374510"/>
                </a:cubicBezTo>
                <a:cubicBezTo>
                  <a:pt x="5296565" y="362981"/>
                  <a:pt x="5299898" y="338981"/>
                  <a:pt x="5335130" y="338981"/>
                </a:cubicBezTo>
                <a:lnTo>
                  <a:pt x="5513911" y="338981"/>
                </a:lnTo>
                <a:lnTo>
                  <a:pt x="5513911" y="297098"/>
                </a:lnTo>
                <a:close/>
                <a:moveTo>
                  <a:pt x="4823309" y="296863"/>
                </a:moveTo>
                <a:lnTo>
                  <a:pt x="4823309" y="572628"/>
                </a:lnTo>
                <a:lnTo>
                  <a:pt x="4874253" y="572628"/>
                </a:lnTo>
                <a:lnTo>
                  <a:pt x="4874253" y="338745"/>
                </a:lnTo>
                <a:lnTo>
                  <a:pt x="4990900" y="338745"/>
                </a:lnTo>
                <a:lnTo>
                  <a:pt x="4990900" y="572628"/>
                </a:lnTo>
                <a:lnTo>
                  <a:pt x="5042082" y="572628"/>
                </a:lnTo>
                <a:lnTo>
                  <a:pt x="5042082" y="338745"/>
                </a:lnTo>
                <a:lnTo>
                  <a:pt x="5119688" y="338745"/>
                </a:lnTo>
                <a:cubicBezTo>
                  <a:pt x="5145876" y="338745"/>
                  <a:pt x="5164444" y="354275"/>
                  <a:pt x="5164444" y="387922"/>
                </a:cubicBezTo>
                <a:lnTo>
                  <a:pt x="5164444" y="572628"/>
                </a:lnTo>
                <a:lnTo>
                  <a:pt x="5215388" y="572628"/>
                </a:lnTo>
                <a:lnTo>
                  <a:pt x="5215388" y="374039"/>
                </a:lnTo>
                <a:cubicBezTo>
                  <a:pt x="5215388" y="336392"/>
                  <a:pt x="5195868" y="296863"/>
                  <a:pt x="5145399" y="296863"/>
                </a:cubicBezTo>
                <a:close/>
                <a:moveTo>
                  <a:pt x="432037" y="0"/>
                </a:moveTo>
                <a:lnTo>
                  <a:pt x="6167561" y="0"/>
                </a:lnTo>
                <a:lnTo>
                  <a:pt x="6167561" y="6857999"/>
                </a:lnTo>
                <a:lnTo>
                  <a:pt x="0" y="6857999"/>
                </a:lnTo>
                <a:lnTo>
                  <a:pt x="0" y="1773237"/>
                </a:lnTo>
                <a:lnTo>
                  <a:pt x="216034" y="1773237"/>
                </a:lnTo>
                <a:lnTo>
                  <a:pt x="231901" y="1773237"/>
                </a:lnTo>
                <a:lnTo>
                  <a:pt x="248100" y="1770005"/>
                </a:lnTo>
                <a:lnTo>
                  <a:pt x="259566" y="1768849"/>
                </a:lnTo>
                <a:lnTo>
                  <a:pt x="269778" y="1765679"/>
                </a:lnTo>
                <a:lnTo>
                  <a:pt x="277036" y="1764231"/>
                </a:lnTo>
                <a:lnTo>
                  <a:pt x="279296" y="1762724"/>
                </a:lnTo>
                <a:lnTo>
                  <a:pt x="300112" y="1756263"/>
                </a:lnTo>
                <a:cubicBezTo>
                  <a:pt x="377639" y="1723471"/>
                  <a:pt x="432037" y="1646705"/>
                  <a:pt x="432037" y="1557234"/>
                </a:cubicBezTo>
                <a:close/>
              </a:path>
            </a:pathLst>
          </a:custGeom>
          <a:solidFill>
            <a:schemeClr val="bg2"/>
          </a:solidFill>
        </p:spPr>
        <p:txBody>
          <a:bodyPr wrap="square">
            <a:noAutofit/>
          </a:bodyPr>
          <a:lstStyle>
            <a:lvl1pPr rtl="0">
              <a:defRPr>
                <a:solidFill>
                  <a:schemeClr val="tx1"/>
                </a:solidFill>
              </a:defRPr>
            </a:lvl1pPr>
          </a:lstStyle>
          <a:p>
            <a:r>
              <a:rPr lang="de-DE"/>
              <a:t>Bild durch Klicken auf Symbol hinzufügen</a:t>
            </a:r>
          </a:p>
        </p:txBody>
      </p:sp>
      <p:sp>
        <p:nvSpPr>
          <p:cNvPr id="12" name="Textplatzhalter 11">
            <a:extLst>
              <a:ext uri="{FF2B5EF4-FFF2-40B4-BE49-F238E27FC236}">
                <a16:creationId xmlns:a16="http://schemas.microsoft.com/office/drawing/2014/main" id="{5886BF3F-05AB-B72A-A5EC-1196760E9C96}"/>
              </a:ext>
            </a:extLst>
          </p:cNvPr>
          <p:cNvSpPr>
            <a:spLocks noGrp="1"/>
          </p:cNvSpPr>
          <p:nvPr>
            <p:ph type="body" sz="quarter" idx="12" hasCustomPrompt="1"/>
          </p:nvPr>
        </p:nvSpPr>
        <p:spPr bwMode="gray">
          <a:xfrm>
            <a:off x="623888" y="296863"/>
            <a:ext cx="4752478" cy="169277"/>
          </a:xfrm>
          <a:noFill/>
        </p:spPr>
        <p:txBody>
          <a:bodyPr wrap="square" lIns="0" tIns="0" rIns="0" bIns="0" anchor="ctr">
            <a:noAutofit/>
          </a:bodyPr>
          <a:lstStyle>
            <a:lvl1pPr rtl="0">
              <a:defRPr sz="1100" b="0">
                <a:solidFill>
                  <a:schemeClr val="tx1"/>
                </a:solidFill>
              </a:defRPr>
            </a:lvl1pPr>
          </a:lstStyle>
          <a:p>
            <a:pPr lvl="0"/>
            <a:r>
              <a:rPr lang="de-DE" dirty="0" err="1"/>
              <a:t>Subtitle</a:t>
            </a:r>
            <a:r>
              <a:rPr lang="de-DE" dirty="0"/>
              <a:t> einfügen</a:t>
            </a:r>
          </a:p>
        </p:txBody>
      </p:sp>
      <p:sp>
        <p:nvSpPr>
          <p:cNvPr id="2" name="Titel 1">
            <a:extLst>
              <a:ext uri="{FF2B5EF4-FFF2-40B4-BE49-F238E27FC236}">
                <a16:creationId xmlns:a16="http://schemas.microsoft.com/office/drawing/2014/main" id="{6EFC4E64-FF88-559D-D12A-F48A2E523085}"/>
              </a:ext>
            </a:extLst>
          </p:cNvPr>
          <p:cNvSpPr>
            <a:spLocks noGrp="1"/>
          </p:cNvSpPr>
          <p:nvPr>
            <p:ph type="title"/>
          </p:nvPr>
        </p:nvSpPr>
        <p:spPr bwMode="gray">
          <a:xfrm>
            <a:off x="623888" y="620713"/>
            <a:ext cx="4752478" cy="738664"/>
          </a:xfrm>
        </p:spPr>
        <p:txBody>
          <a:bodyPr vert="horz"/>
          <a:lstStyle>
            <a:lvl1pPr rtl="0">
              <a:defRPr/>
            </a:lvl1pPr>
          </a:lstStyle>
          <a:p>
            <a:r>
              <a:rPr lang="de-DE"/>
              <a:t>Mastertitelformat bearbeiten</a:t>
            </a:r>
            <a:endParaRPr lang="de-DE" dirty="0"/>
          </a:p>
        </p:txBody>
      </p:sp>
      <p:sp>
        <p:nvSpPr>
          <p:cNvPr id="5" name="Textplatzhalter 4">
            <a:extLst>
              <a:ext uri="{FF2B5EF4-FFF2-40B4-BE49-F238E27FC236}">
                <a16:creationId xmlns:a16="http://schemas.microsoft.com/office/drawing/2014/main" id="{8D0BD29D-F4AB-591C-E885-C312AC61FAE3}"/>
              </a:ext>
            </a:extLst>
          </p:cNvPr>
          <p:cNvSpPr>
            <a:spLocks noGrp="1"/>
          </p:cNvSpPr>
          <p:nvPr>
            <p:ph type="body" sz="quarter" idx="13"/>
          </p:nvPr>
        </p:nvSpPr>
        <p:spPr bwMode="gray">
          <a:xfrm>
            <a:off x="623888" y="1773239"/>
            <a:ext cx="4752478" cy="4319586"/>
          </a:xfrm>
        </p:spPr>
        <p:txBody>
          <a:bodyPr/>
          <a:lstStyle>
            <a:lvl1pPr rtl="0">
              <a:defRPr/>
            </a:lvl1pPr>
            <a:lvl2pPr rtl="0">
              <a:defRPr/>
            </a:lvl2pPr>
            <a:lvl3pPr rtl="0">
              <a:defRPr/>
            </a:lvl3pPr>
            <a:lvl4pPr rtl="0">
              <a:defRPr/>
            </a:lvl4pPr>
            <a:lvl5pPr rtl="0">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90" name="Fußzeilenplatzhalter 189">
            <a:extLst>
              <a:ext uri="{FF2B5EF4-FFF2-40B4-BE49-F238E27FC236}">
                <a16:creationId xmlns:a16="http://schemas.microsoft.com/office/drawing/2014/main" id="{67B18C16-2F61-1021-9B48-B18BC20FCE67}"/>
              </a:ext>
            </a:extLst>
          </p:cNvPr>
          <p:cNvSpPr>
            <a:spLocks noGrp="1"/>
          </p:cNvSpPr>
          <p:nvPr>
            <p:ph type="ftr" sz="quarter" idx="15"/>
          </p:nvPr>
        </p:nvSpPr>
        <p:spPr/>
        <p:txBody>
          <a:bodyPr/>
          <a:lstStyle/>
          <a:p>
            <a:r>
              <a:rPr lang="de-DE"/>
              <a:t>© msg systems ag | Titel einfügen | 2025</a:t>
            </a:r>
            <a:endParaRPr lang="de-DE" dirty="0"/>
          </a:p>
        </p:txBody>
      </p:sp>
      <p:sp>
        <p:nvSpPr>
          <p:cNvPr id="191" name="Foliennummernplatzhalter 190">
            <a:extLst>
              <a:ext uri="{FF2B5EF4-FFF2-40B4-BE49-F238E27FC236}">
                <a16:creationId xmlns:a16="http://schemas.microsoft.com/office/drawing/2014/main" id="{0B3DE3E7-6D43-4C73-D660-56E6F7F5C4AF}"/>
              </a:ext>
            </a:extLst>
          </p:cNvPr>
          <p:cNvSpPr>
            <a:spLocks noGrp="1"/>
          </p:cNvSpPr>
          <p:nvPr>
            <p:ph type="sldNum" sz="quarter" idx="16"/>
          </p:nvPr>
        </p:nvSpPr>
        <p:spPr/>
        <p:txBody>
          <a:bodyPr/>
          <a:lstStyle>
            <a:lvl1pPr>
              <a:defRPr>
                <a:solidFill>
                  <a:schemeClr val="bg1"/>
                </a:solidFill>
              </a:defRPr>
            </a:lvl1pPr>
          </a:lstStyle>
          <a:p>
            <a:fld id="{1FBD72F1-A42A-46B0-A7F8-CE6A9835826C}" type="slidenum">
              <a:rPr lang="de-DE"/>
              <a:pPr/>
              <a:t>‹Nr.›</a:t>
            </a:fld>
            <a:endParaRPr lang="de-DE" dirty="0"/>
          </a:p>
        </p:txBody>
      </p:sp>
      <p:grpSp>
        <p:nvGrpSpPr>
          <p:cNvPr id="14" name="Gruppieren 13">
            <a:extLst>
              <a:ext uri="{FF2B5EF4-FFF2-40B4-BE49-F238E27FC236}">
                <a16:creationId xmlns:a16="http://schemas.microsoft.com/office/drawing/2014/main" id="{5E4F4C11-F828-EEB5-D491-B5E147CB0001}"/>
              </a:ext>
              <a:ext uri="{C183D7F6-B498-43B3-948B-1728B52AA6E4}">
                <adec:decorative xmlns:adec="http://schemas.microsoft.com/office/drawing/2017/decorative" val="1"/>
              </a:ext>
            </a:extLst>
          </p:cNvPr>
          <p:cNvGrpSpPr>
            <a:grpSpLocks/>
          </p:cNvGrpSpPr>
          <p:nvPr userDrawn="1"/>
        </p:nvGrpSpPr>
        <p:grpSpPr bwMode="gray">
          <a:xfrm>
            <a:off x="623888" y="-254000"/>
            <a:ext cx="11233150" cy="144000"/>
            <a:chOff x="623888" y="0"/>
            <a:chExt cx="11233150" cy="6858000"/>
          </a:xfrm>
        </p:grpSpPr>
        <p:cxnSp>
          <p:nvCxnSpPr>
            <p:cNvPr id="15" name="Gerader Verbinder 14">
              <a:extLst>
                <a:ext uri="{FF2B5EF4-FFF2-40B4-BE49-F238E27FC236}">
                  <a16:creationId xmlns:a16="http://schemas.microsoft.com/office/drawing/2014/main" id="{45C8A40F-3570-7398-6606-ED012072CD52}"/>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40E6AF93-6ED4-13E4-ADF0-184B6C95E3C1}"/>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26" name="Gruppieren 25">
            <a:extLst>
              <a:ext uri="{FF2B5EF4-FFF2-40B4-BE49-F238E27FC236}">
                <a16:creationId xmlns:a16="http://schemas.microsoft.com/office/drawing/2014/main" id="{56157887-B659-DAFC-DD3D-26B3C41E02BB}"/>
              </a:ext>
              <a:ext uri="{C183D7F6-B498-43B3-948B-1728B52AA6E4}">
                <adec:decorative xmlns:adec="http://schemas.microsoft.com/office/drawing/2017/decorative" val="1"/>
              </a:ext>
            </a:extLst>
          </p:cNvPr>
          <p:cNvGrpSpPr>
            <a:grpSpLocks/>
          </p:cNvGrpSpPr>
          <p:nvPr userDrawn="1"/>
        </p:nvGrpSpPr>
        <p:grpSpPr bwMode="gray">
          <a:xfrm>
            <a:off x="623888" y="6972300"/>
            <a:ext cx="11233150" cy="144000"/>
            <a:chOff x="623888" y="0"/>
            <a:chExt cx="11233150" cy="6858000"/>
          </a:xfrm>
        </p:grpSpPr>
        <p:cxnSp>
          <p:nvCxnSpPr>
            <p:cNvPr id="27" name="Gerader Verbinder 26">
              <a:extLst>
                <a:ext uri="{FF2B5EF4-FFF2-40B4-BE49-F238E27FC236}">
                  <a16:creationId xmlns:a16="http://schemas.microsoft.com/office/drawing/2014/main" id="{3F895BE4-45FE-1DB3-BA15-3BD00B42B8C4}"/>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469C3F4F-57CE-28C9-AE13-2AB2D549697D}"/>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192" name="Gruppieren 191">
            <a:extLst>
              <a:ext uri="{FF2B5EF4-FFF2-40B4-BE49-F238E27FC236}">
                <a16:creationId xmlns:a16="http://schemas.microsoft.com/office/drawing/2014/main" id="{1BA20C28-79F2-9738-9E50-6E0E9750D059}"/>
              </a:ext>
              <a:ext uri="{C183D7F6-B498-43B3-948B-1728B52AA6E4}">
                <adec:decorative xmlns:adec="http://schemas.microsoft.com/office/drawing/2017/decorative" val="1"/>
              </a:ext>
            </a:extLst>
          </p:cNvPr>
          <p:cNvGrpSpPr/>
          <p:nvPr userDrawn="1"/>
        </p:nvGrpSpPr>
        <p:grpSpPr bwMode="gray">
          <a:xfrm>
            <a:off x="-254000" y="296863"/>
            <a:ext cx="144000" cy="6300787"/>
            <a:chOff x="0" y="296863"/>
            <a:chExt cx="12192000" cy="6300787"/>
          </a:xfrm>
        </p:grpSpPr>
        <p:cxnSp>
          <p:nvCxnSpPr>
            <p:cNvPr id="193" name="Gerader Verbinder 192">
              <a:extLst>
                <a:ext uri="{FF2B5EF4-FFF2-40B4-BE49-F238E27FC236}">
                  <a16:creationId xmlns:a16="http://schemas.microsoft.com/office/drawing/2014/main" id="{8D63515B-3B43-AB26-E9E3-89C8659B427A}"/>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4" name="Gerader Verbinder 193">
              <a:extLst>
                <a:ext uri="{FF2B5EF4-FFF2-40B4-BE49-F238E27FC236}">
                  <a16:creationId xmlns:a16="http://schemas.microsoft.com/office/drawing/2014/main" id="{99C20835-E9FB-1935-9D61-D84D83233FF2}"/>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5" name="Gerader Verbinder 194">
              <a:extLst>
                <a:ext uri="{FF2B5EF4-FFF2-40B4-BE49-F238E27FC236}">
                  <a16:creationId xmlns:a16="http://schemas.microsoft.com/office/drawing/2014/main" id="{3BA779B9-F1CD-F5A8-F03D-DC78B400A773}"/>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6" name="Gerader Verbinder 195">
              <a:extLst>
                <a:ext uri="{FF2B5EF4-FFF2-40B4-BE49-F238E27FC236}">
                  <a16:creationId xmlns:a16="http://schemas.microsoft.com/office/drawing/2014/main" id="{7420CD6B-0A6A-D11E-66AF-E051F2E7635C}"/>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7" name="Gerader Verbinder 196">
              <a:extLst>
                <a:ext uri="{FF2B5EF4-FFF2-40B4-BE49-F238E27FC236}">
                  <a16:creationId xmlns:a16="http://schemas.microsoft.com/office/drawing/2014/main" id="{D48DE708-1895-C519-B9D6-126F977B7AA2}"/>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8" name="Gerader Verbinder 197">
              <a:extLst>
                <a:ext uri="{FF2B5EF4-FFF2-40B4-BE49-F238E27FC236}">
                  <a16:creationId xmlns:a16="http://schemas.microsoft.com/office/drawing/2014/main" id="{D6967E30-C443-00CF-A7BA-79D0E2C404EC}"/>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9" name="Gerader Verbinder 198">
              <a:extLst>
                <a:ext uri="{FF2B5EF4-FFF2-40B4-BE49-F238E27FC236}">
                  <a16:creationId xmlns:a16="http://schemas.microsoft.com/office/drawing/2014/main" id="{9AE451F8-C42C-4721-59C0-479232D81537}"/>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200" name="Gruppieren 199">
            <a:extLst>
              <a:ext uri="{FF2B5EF4-FFF2-40B4-BE49-F238E27FC236}">
                <a16:creationId xmlns:a16="http://schemas.microsoft.com/office/drawing/2014/main" id="{DA2D2EB0-948B-927A-7662-FE166F488140}"/>
              </a:ext>
              <a:ext uri="{C183D7F6-B498-43B3-948B-1728B52AA6E4}">
                <adec:decorative xmlns:adec="http://schemas.microsoft.com/office/drawing/2017/decorative" val="1"/>
              </a:ext>
            </a:extLst>
          </p:cNvPr>
          <p:cNvGrpSpPr/>
          <p:nvPr userDrawn="1"/>
        </p:nvGrpSpPr>
        <p:grpSpPr bwMode="gray">
          <a:xfrm>
            <a:off x="12301940" y="296863"/>
            <a:ext cx="144000" cy="6300787"/>
            <a:chOff x="0" y="296863"/>
            <a:chExt cx="12192000" cy="6300787"/>
          </a:xfrm>
        </p:grpSpPr>
        <p:cxnSp>
          <p:nvCxnSpPr>
            <p:cNvPr id="201" name="Gerader Verbinder 200">
              <a:extLst>
                <a:ext uri="{FF2B5EF4-FFF2-40B4-BE49-F238E27FC236}">
                  <a16:creationId xmlns:a16="http://schemas.microsoft.com/office/drawing/2014/main" id="{FE70C339-172E-1446-E7A4-86796BD7D2CD}"/>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2" name="Gerader Verbinder 201">
              <a:extLst>
                <a:ext uri="{FF2B5EF4-FFF2-40B4-BE49-F238E27FC236}">
                  <a16:creationId xmlns:a16="http://schemas.microsoft.com/office/drawing/2014/main" id="{EC6DEAAA-937C-5CE7-372C-51DF31EFC475}"/>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3" name="Gerader Verbinder 202">
              <a:extLst>
                <a:ext uri="{FF2B5EF4-FFF2-40B4-BE49-F238E27FC236}">
                  <a16:creationId xmlns:a16="http://schemas.microsoft.com/office/drawing/2014/main" id="{609A464F-0F7E-1105-294A-F88EF6A444F8}"/>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4" name="Gerader Verbinder 203">
              <a:extLst>
                <a:ext uri="{FF2B5EF4-FFF2-40B4-BE49-F238E27FC236}">
                  <a16:creationId xmlns:a16="http://schemas.microsoft.com/office/drawing/2014/main" id="{1C4CEF7C-D076-B3CC-4BD9-121DB82AC517}"/>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5" name="Gerader Verbinder 204">
              <a:extLst>
                <a:ext uri="{FF2B5EF4-FFF2-40B4-BE49-F238E27FC236}">
                  <a16:creationId xmlns:a16="http://schemas.microsoft.com/office/drawing/2014/main" id="{E8E63755-61F0-E89C-5474-F1EB8B96F83C}"/>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6" name="Gerader Verbinder 205">
              <a:extLst>
                <a:ext uri="{FF2B5EF4-FFF2-40B4-BE49-F238E27FC236}">
                  <a16:creationId xmlns:a16="http://schemas.microsoft.com/office/drawing/2014/main" id="{069519D7-EF0B-1C42-8342-B4685D57BA81}"/>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7" name="Gerader Verbinder 206">
              <a:extLst>
                <a:ext uri="{FF2B5EF4-FFF2-40B4-BE49-F238E27FC236}">
                  <a16:creationId xmlns:a16="http://schemas.microsoft.com/office/drawing/2014/main" id="{80048A09-0E4B-F0BE-508B-4F79BBFC26A7}"/>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3" name="MIO_Placeholder_Mapping" hidden="1">
            <a:extLst>
              <a:ext uri="{FF2B5EF4-FFF2-40B4-BE49-F238E27FC236}">
                <a16:creationId xmlns:a16="http://schemas.microsoft.com/office/drawing/2014/main" id="{044317A5-E681-C39A-0396-F21078E6301F}"/>
              </a:ext>
            </a:extLst>
          </p:cNvPr>
          <p:cNvSpPr/>
          <p:nvPr userDrawn="1">
            <p:custDataLst>
              <p:tags r:id="rId2"/>
            </p:custDataLst>
          </p:nvPr>
        </p:nvSpPr>
        <p:spPr>
          <a:xfrm>
            <a:off x="0" y="0"/>
            <a:ext cx="0" cy="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de-DE" sz="1600" dirty="0"/>
          </a:p>
        </p:txBody>
      </p:sp>
    </p:spTree>
    <p:extLst>
      <p:ext uri="{BB962C8B-B14F-4D97-AF65-F5344CB8AC3E}">
        <p14:creationId xmlns:p14="http://schemas.microsoft.com/office/powerpoint/2010/main" val="297224412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3 Spalten mit Bildern">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A25395A-8F8D-D2E4-F755-32C3801B6119}"/>
              </a:ext>
            </a:extLst>
          </p:cNvPr>
          <p:cNvGraphicFramePr>
            <a:graphicFrameLocks noChangeAspect="1"/>
          </p:cNvGraphicFramePr>
          <p:nvPr userDrawn="1">
            <p:custDataLst>
              <p:tags r:id="rId1"/>
            </p:custDataLst>
            <p:extLst>
              <p:ext uri="{D42A27DB-BD31-4B8C-83A1-F6EECF244321}">
                <p14:modId xmlns:p14="http://schemas.microsoft.com/office/powerpoint/2010/main" val="2815494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think-cell data - do not delete" hidden="1">
                        <a:extLst>
                          <a:ext uri="{FF2B5EF4-FFF2-40B4-BE49-F238E27FC236}">
                            <a16:creationId xmlns:a16="http://schemas.microsoft.com/office/drawing/2014/main" id="{DA25395A-8F8D-D2E4-F755-32C3801B611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extplatzhalter 11">
            <a:extLst>
              <a:ext uri="{FF2B5EF4-FFF2-40B4-BE49-F238E27FC236}">
                <a16:creationId xmlns:a16="http://schemas.microsoft.com/office/drawing/2014/main" id="{5886BF3F-05AB-B72A-A5EC-1196760E9C96}"/>
              </a:ext>
            </a:extLst>
          </p:cNvPr>
          <p:cNvSpPr>
            <a:spLocks noGrp="1"/>
          </p:cNvSpPr>
          <p:nvPr>
            <p:ph type="body" sz="quarter" idx="12" hasCustomPrompt="1"/>
          </p:nvPr>
        </p:nvSpPr>
        <p:spPr bwMode="gray">
          <a:xfrm>
            <a:off x="623888" y="296863"/>
            <a:ext cx="3456347" cy="169277"/>
          </a:xfrm>
          <a:noFill/>
        </p:spPr>
        <p:txBody>
          <a:bodyPr wrap="square" lIns="0" tIns="0" rIns="0" bIns="0" anchor="ctr">
            <a:noAutofit/>
          </a:bodyPr>
          <a:lstStyle>
            <a:lvl1pPr rtl="0">
              <a:defRPr sz="1100" b="0">
                <a:solidFill>
                  <a:schemeClr val="tx1"/>
                </a:solidFill>
              </a:defRPr>
            </a:lvl1pPr>
          </a:lstStyle>
          <a:p>
            <a:pPr lvl="0"/>
            <a:r>
              <a:rPr lang="de-DE" dirty="0" err="1"/>
              <a:t>Subtitle</a:t>
            </a:r>
            <a:r>
              <a:rPr lang="de-DE" dirty="0"/>
              <a:t> einfügen</a:t>
            </a:r>
          </a:p>
        </p:txBody>
      </p:sp>
      <p:sp>
        <p:nvSpPr>
          <p:cNvPr id="2" name="Titel 1">
            <a:extLst>
              <a:ext uri="{FF2B5EF4-FFF2-40B4-BE49-F238E27FC236}">
                <a16:creationId xmlns:a16="http://schemas.microsoft.com/office/drawing/2014/main" id="{6EFC4E64-FF88-559D-D12A-F48A2E523085}"/>
              </a:ext>
            </a:extLst>
          </p:cNvPr>
          <p:cNvSpPr>
            <a:spLocks noGrp="1"/>
          </p:cNvSpPr>
          <p:nvPr>
            <p:ph type="title"/>
          </p:nvPr>
        </p:nvSpPr>
        <p:spPr bwMode="gray">
          <a:xfrm>
            <a:off x="623888" y="620714"/>
            <a:ext cx="3456347" cy="2880350"/>
          </a:xfrm>
        </p:spPr>
        <p:txBody>
          <a:bodyPr vert="horz">
            <a:noAutofit/>
          </a:bodyPr>
          <a:lstStyle>
            <a:lvl1pPr rtl="0">
              <a:defRPr sz="4000"/>
            </a:lvl1pPr>
          </a:lstStyle>
          <a:p>
            <a:r>
              <a:rPr lang="de-DE"/>
              <a:t>Mastertitelformat bearbeiten</a:t>
            </a:r>
            <a:endParaRPr lang="de-DE" dirty="0"/>
          </a:p>
        </p:txBody>
      </p:sp>
      <p:sp>
        <p:nvSpPr>
          <p:cNvPr id="5" name="Textplatzhalter 4">
            <a:extLst>
              <a:ext uri="{FF2B5EF4-FFF2-40B4-BE49-F238E27FC236}">
                <a16:creationId xmlns:a16="http://schemas.microsoft.com/office/drawing/2014/main" id="{8D0BD29D-F4AB-591C-E885-C312AC61FAE3}"/>
              </a:ext>
            </a:extLst>
          </p:cNvPr>
          <p:cNvSpPr>
            <a:spLocks noGrp="1"/>
          </p:cNvSpPr>
          <p:nvPr>
            <p:ph type="body" sz="quarter" idx="13"/>
          </p:nvPr>
        </p:nvSpPr>
        <p:spPr bwMode="gray">
          <a:xfrm>
            <a:off x="623889" y="3933028"/>
            <a:ext cx="3455927" cy="2159798"/>
          </a:xfrm>
        </p:spPr>
        <p:txBody>
          <a:bodyPr/>
          <a:lstStyle>
            <a:lvl1pPr rtl="0">
              <a:defRPr b="0">
                <a:latin typeface="+mn-lt"/>
              </a:defRPr>
            </a:lvl1pPr>
            <a:lvl2pPr marL="0" indent="0" rtl="0">
              <a:buNone/>
              <a:defRPr b="0">
                <a:latin typeface="+mn-lt"/>
              </a:defRPr>
            </a:lvl2pPr>
            <a:lvl3pPr marL="216000" rtl="0">
              <a:defRPr b="0">
                <a:latin typeface="+mn-lt"/>
              </a:defRPr>
            </a:lvl3pPr>
          </a:lstStyle>
          <a:p>
            <a:pPr lvl="0"/>
            <a:r>
              <a:rPr lang="de-DE"/>
              <a:t>Mastertextformat bearbeiten</a:t>
            </a:r>
          </a:p>
          <a:p>
            <a:pPr lvl="1"/>
            <a:r>
              <a:rPr lang="de-DE"/>
              <a:t>Zweite Ebene</a:t>
            </a:r>
          </a:p>
          <a:p>
            <a:pPr lvl="2"/>
            <a:r>
              <a:rPr lang="de-DE"/>
              <a:t>Dritte Ebene</a:t>
            </a:r>
          </a:p>
        </p:txBody>
      </p:sp>
      <p:sp>
        <p:nvSpPr>
          <p:cNvPr id="117" name="Bildplatzhalter 116" descr="Dreispaltiges Layout mit zwei Bildern und drei Textboxen. Links oben ein großer Titel, darunter eine Textbox. In der mittleren und rechten Spalte jeweils ein änderbares Bild, darunter jeweils eine Textbox. Dies ist das mittlere Bild.">
            <a:extLst>
              <a:ext uri="{FF2B5EF4-FFF2-40B4-BE49-F238E27FC236}">
                <a16:creationId xmlns:a16="http://schemas.microsoft.com/office/drawing/2014/main" id="{9D5C2B19-DABE-822C-8F3C-89F9CFD1D62D}"/>
              </a:ext>
            </a:extLst>
          </p:cNvPr>
          <p:cNvSpPr>
            <a:spLocks noGrp="1"/>
          </p:cNvSpPr>
          <p:nvPr>
            <p:ph type="pic" sz="quarter" idx="16"/>
          </p:nvPr>
        </p:nvSpPr>
        <p:spPr bwMode="gray">
          <a:xfrm>
            <a:off x="4511859" y="1362076"/>
            <a:ext cx="3456353" cy="2138988"/>
          </a:xfrm>
          <a:custGeom>
            <a:avLst/>
            <a:gdLst>
              <a:gd name="connsiteX0" fmla="*/ 215995 w 3456353"/>
              <a:gd name="connsiteY0" fmla="*/ 0 h 2138988"/>
              <a:gd name="connsiteX1" fmla="*/ 3240358 w 3456353"/>
              <a:gd name="connsiteY1" fmla="*/ 0 h 2138988"/>
              <a:gd name="connsiteX2" fmla="*/ 3456353 w 3456353"/>
              <a:gd name="connsiteY2" fmla="*/ 215995 h 2138988"/>
              <a:gd name="connsiteX3" fmla="*/ 3456353 w 3456353"/>
              <a:gd name="connsiteY3" fmla="*/ 1922993 h 2138988"/>
              <a:gd name="connsiteX4" fmla="*/ 3240358 w 3456353"/>
              <a:gd name="connsiteY4" fmla="*/ 2138988 h 2138988"/>
              <a:gd name="connsiteX5" fmla="*/ 215995 w 3456353"/>
              <a:gd name="connsiteY5" fmla="*/ 2138988 h 2138988"/>
              <a:gd name="connsiteX6" fmla="*/ 0 w 3456353"/>
              <a:gd name="connsiteY6" fmla="*/ 1922993 h 2138988"/>
              <a:gd name="connsiteX7" fmla="*/ 0 w 3456353"/>
              <a:gd name="connsiteY7" fmla="*/ 215995 h 2138988"/>
              <a:gd name="connsiteX8" fmla="*/ 215995 w 3456353"/>
              <a:gd name="connsiteY8" fmla="*/ 0 h 2138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6353" h="2138988">
                <a:moveTo>
                  <a:pt x="215995" y="0"/>
                </a:moveTo>
                <a:lnTo>
                  <a:pt x="3240358" y="0"/>
                </a:lnTo>
                <a:cubicBezTo>
                  <a:pt x="3359649" y="0"/>
                  <a:pt x="3456353" y="96704"/>
                  <a:pt x="3456353" y="215995"/>
                </a:cubicBezTo>
                <a:lnTo>
                  <a:pt x="3456353" y="1922993"/>
                </a:lnTo>
                <a:cubicBezTo>
                  <a:pt x="3456353" y="2042284"/>
                  <a:pt x="3359649" y="2138988"/>
                  <a:pt x="3240358" y="2138988"/>
                </a:cubicBezTo>
                <a:lnTo>
                  <a:pt x="215995" y="2138988"/>
                </a:lnTo>
                <a:cubicBezTo>
                  <a:pt x="96704" y="2138988"/>
                  <a:pt x="0" y="2042284"/>
                  <a:pt x="0" y="1922993"/>
                </a:cubicBezTo>
                <a:lnTo>
                  <a:pt x="0" y="215995"/>
                </a:lnTo>
                <a:cubicBezTo>
                  <a:pt x="0" y="96704"/>
                  <a:pt x="96704" y="0"/>
                  <a:pt x="215995" y="0"/>
                </a:cubicBezTo>
                <a:close/>
              </a:path>
            </a:pathLst>
          </a:custGeom>
          <a:solidFill>
            <a:schemeClr val="bg2"/>
          </a:solidFill>
        </p:spPr>
        <p:txBody>
          <a:bodyPr wrap="square">
            <a:noAutofit/>
          </a:bodyPr>
          <a:lstStyle>
            <a:lvl1pPr rtl="0">
              <a:defRPr>
                <a:solidFill>
                  <a:schemeClr val="tx1"/>
                </a:solidFill>
              </a:defRPr>
            </a:lvl1pP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de-DE"/>
              <a:t>Bild durch Klicken auf Symbol hinzufügen</a:t>
            </a:r>
            <a:endParaRPr lang="de-DE" dirty="0"/>
          </a:p>
        </p:txBody>
      </p:sp>
      <p:sp>
        <p:nvSpPr>
          <p:cNvPr id="7" name="Textplatzhalter 6">
            <a:extLst>
              <a:ext uri="{FF2B5EF4-FFF2-40B4-BE49-F238E27FC236}">
                <a16:creationId xmlns:a16="http://schemas.microsoft.com/office/drawing/2014/main" id="{CB71E02F-BF2E-94A1-857E-AA5D8AE17433}"/>
              </a:ext>
            </a:extLst>
          </p:cNvPr>
          <p:cNvSpPr>
            <a:spLocks noGrp="1"/>
          </p:cNvSpPr>
          <p:nvPr>
            <p:ph type="body" sz="quarter" idx="14"/>
          </p:nvPr>
        </p:nvSpPr>
        <p:spPr bwMode="gray">
          <a:xfrm>
            <a:off x="4511860" y="3933028"/>
            <a:ext cx="3456771" cy="2159798"/>
          </a:xfrm>
        </p:spPr>
        <p:txBody>
          <a:bodyPr/>
          <a:lstStyle>
            <a:lvl1pPr rtl="0">
              <a:defRPr b="0">
                <a:latin typeface="+mn-lt"/>
              </a:defRPr>
            </a:lvl1pPr>
            <a:lvl2pPr marL="0" indent="0" rtl="0">
              <a:buNone/>
              <a:defRPr b="0">
                <a:latin typeface="+mn-lt"/>
              </a:defRPr>
            </a:lvl2pPr>
            <a:lvl3pPr marL="216000" rtl="0">
              <a:defRPr b="0">
                <a:latin typeface="+mn-lt"/>
              </a:defRPr>
            </a:lvl3pPr>
          </a:lstStyle>
          <a:p>
            <a:pPr lvl="0"/>
            <a:r>
              <a:rPr lang="de-DE"/>
              <a:t>Mastertextformat bearbeiten</a:t>
            </a:r>
          </a:p>
          <a:p>
            <a:pPr lvl="1"/>
            <a:r>
              <a:rPr lang="de-DE"/>
              <a:t>Zweite Ebene</a:t>
            </a:r>
          </a:p>
          <a:p>
            <a:pPr lvl="2"/>
            <a:r>
              <a:rPr lang="de-DE"/>
              <a:t>Dritte Ebene</a:t>
            </a:r>
          </a:p>
        </p:txBody>
      </p:sp>
      <p:sp>
        <p:nvSpPr>
          <p:cNvPr id="118" name="Bildplatzhalter 117" descr="Dies ist das rechte Bild.">
            <a:extLst>
              <a:ext uri="{FF2B5EF4-FFF2-40B4-BE49-F238E27FC236}">
                <a16:creationId xmlns:a16="http://schemas.microsoft.com/office/drawing/2014/main" id="{A91CF5A0-04E0-B185-BDC7-3E99D8F8AB6A}"/>
              </a:ext>
            </a:extLst>
          </p:cNvPr>
          <p:cNvSpPr>
            <a:spLocks noGrp="1"/>
          </p:cNvSpPr>
          <p:nvPr>
            <p:ph type="pic" sz="quarter" idx="17"/>
          </p:nvPr>
        </p:nvSpPr>
        <p:spPr bwMode="gray">
          <a:xfrm>
            <a:off x="8400255" y="1362076"/>
            <a:ext cx="3456781" cy="2138988"/>
          </a:xfrm>
          <a:custGeom>
            <a:avLst/>
            <a:gdLst>
              <a:gd name="connsiteX0" fmla="*/ 215995 w 3456781"/>
              <a:gd name="connsiteY0" fmla="*/ 0 h 2138988"/>
              <a:gd name="connsiteX1" fmla="*/ 3240786 w 3456781"/>
              <a:gd name="connsiteY1" fmla="*/ 0 h 2138988"/>
              <a:gd name="connsiteX2" fmla="*/ 3456781 w 3456781"/>
              <a:gd name="connsiteY2" fmla="*/ 215995 h 2138988"/>
              <a:gd name="connsiteX3" fmla="*/ 3456781 w 3456781"/>
              <a:gd name="connsiteY3" fmla="*/ 1922993 h 2138988"/>
              <a:gd name="connsiteX4" fmla="*/ 3240786 w 3456781"/>
              <a:gd name="connsiteY4" fmla="*/ 2138988 h 2138988"/>
              <a:gd name="connsiteX5" fmla="*/ 215995 w 3456781"/>
              <a:gd name="connsiteY5" fmla="*/ 2138988 h 2138988"/>
              <a:gd name="connsiteX6" fmla="*/ 0 w 3456781"/>
              <a:gd name="connsiteY6" fmla="*/ 1922993 h 2138988"/>
              <a:gd name="connsiteX7" fmla="*/ 0 w 3456781"/>
              <a:gd name="connsiteY7" fmla="*/ 215995 h 2138988"/>
              <a:gd name="connsiteX8" fmla="*/ 215995 w 3456781"/>
              <a:gd name="connsiteY8" fmla="*/ 0 h 2138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6781" h="2138988">
                <a:moveTo>
                  <a:pt x="215995" y="0"/>
                </a:moveTo>
                <a:lnTo>
                  <a:pt x="3240786" y="0"/>
                </a:lnTo>
                <a:cubicBezTo>
                  <a:pt x="3360077" y="0"/>
                  <a:pt x="3456781" y="96704"/>
                  <a:pt x="3456781" y="215995"/>
                </a:cubicBezTo>
                <a:lnTo>
                  <a:pt x="3456781" y="1922993"/>
                </a:lnTo>
                <a:cubicBezTo>
                  <a:pt x="3456781" y="2042284"/>
                  <a:pt x="3360077" y="2138988"/>
                  <a:pt x="3240786" y="2138988"/>
                </a:cubicBezTo>
                <a:lnTo>
                  <a:pt x="215995" y="2138988"/>
                </a:lnTo>
                <a:cubicBezTo>
                  <a:pt x="96704" y="2138988"/>
                  <a:pt x="0" y="2042284"/>
                  <a:pt x="0" y="1922993"/>
                </a:cubicBezTo>
                <a:lnTo>
                  <a:pt x="0" y="215995"/>
                </a:lnTo>
                <a:cubicBezTo>
                  <a:pt x="0" y="96704"/>
                  <a:pt x="96704" y="0"/>
                  <a:pt x="215995" y="0"/>
                </a:cubicBezTo>
                <a:close/>
              </a:path>
            </a:pathLst>
          </a:custGeom>
          <a:solidFill>
            <a:schemeClr val="bg2"/>
          </a:solidFill>
        </p:spPr>
        <p:txBody>
          <a:bodyPr wrap="square">
            <a:noAutofit/>
          </a:bodyPr>
          <a:lstStyle>
            <a:lvl1pPr rtl="0">
              <a:defRPr>
                <a:solidFill>
                  <a:schemeClr val="tx1"/>
                </a:solidFill>
              </a:defRPr>
            </a:lvl1pP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de-DE"/>
              <a:t>Bild durch Klicken auf Symbol hinzufügen</a:t>
            </a:r>
            <a:endParaRPr lang="de-DE" dirty="0"/>
          </a:p>
        </p:txBody>
      </p:sp>
      <p:sp>
        <p:nvSpPr>
          <p:cNvPr id="4" name="Textplatzhalter 3">
            <a:extLst>
              <a:ext uri="{FF2B5EF4-FFF2-40B4-BE49-F238E27FC236}">
                <a16:creationId xmlns:a16="http://schemas.microsoft.com/office/drawing/2014/main" id="{B3589477-55C5-26BE-8AA6-D6C317AE70AC}"/>
              </a:ext>
            </a:extLst>
          </p:cNvPr>
          <p:cNvSpPr>
            <a:spLocks noGrp="1"/>
          </p:cNvSpPr>
          <p:nvPr>
            <p:ph type="body" sz="quarter" idx="15"/>
          </p:nvPr>
        </p:nvSpPr>
        <p:spPr bwMode="gray">
          <a:xfrm>
            <a:off x="8400256" y="3933028"/>
            <a:ext cx="3456781" cy="2159798"/>
          </a:xfrm>
        </p:spPr>
        <p:txBody>
          <a:bodyPr/>
          <a:lstStyle>
            <a:lvl1pPr rtl="0">
              <a:defRPr b="0">
                <a:latin typeface="+mn-lt"/>
              </a:defRPr>
            </a:lvl1pPr>
            <a:lvl2pPr marL="0" indent="0" rtl="0">
              <a:buNone/>
              <a:defRPr b="0">
                <a:latin typeface="+mn-lt"/>
              </a:defRPr>
            </a:lvl2pPr>
            <a:lvl3pPr marL="216000" rtl="0">
              <a:defRPr b="0">
                <a:latin typeface="+mn-lt"/>
              </a:defRPr>
            </a:lvl3pPr>
          </a:lstStyle>
          <a:p>
            <a:pPr lvl="0"/>
            <a:r>
              <a:rPr lang="de-DE"/>
              <a:t>Mastertextformat bearbeiten</a:t>
            </a:r>
          </a:p>
          <a:p>
            <a:pPr lvl="1"/>
            <a:r>
              <a:rPr lang="de-DE"/>
              <a:t>Zweite Ebene</a:t>
            </a:r>
          </a:p>
          <a:p>
            <a:pPr lvl="2"/>
            <a:r>
              <a:rPr lang="de-DE"/>
              <a:t>Dritte Ebene</a:t>
            </a:r>
          </a:p>
        </p:txBody>
      </p:sp>
      <p:sp>
        <p:nvSpPr>
          <p:cNvPr id="9" name="Fußzeilenplatzhalter 8">
            <a:extLst>
              <a:ext uri="{FF2B5EF4-FFF2-40B4-BE49-F238E27FC236}">
                <a16:creationId xmlns:a16="http://schemas.microsoft.com/office/drawing/2014/main" id="{D03EB9C7-5B0D-40C1-4C1E-90D2B3B10616}"/>
              </a:ext>
            </a:extLst>
          </p:cNvPr>
          <p:cNvSpPr>
            <a:spLocks noGrp="1"/>
          </p:cNvSpPr>
          <p:nvPr>
            <p:ph type="ftr" sz="quarter" idx="10"/>
          </p:nvPr>
        </p:nvSpPr>
        <p:spPr bwMode="gray"/>
        <p:txBody>
          <a:bodyPr/>
          <a:lstStyle>
            <a:lvl1pPr rtl="0">
              <a:defRPr/>
            </a:lvl1pPr>
          </a:lstStyle>
          <a:p>
            <a:r>
              <a:rPr lang="de-DE"/>
              <a:t>© msg systems ag | Titel einfügen | 2025</a:t>
            </a:r>
          </a:p>
        </p:txBody>
      </p:sp>
      <p:sp>
        <p:nvSpPr>
          <p:cNvPr id="10" name="Foliennummernplatzhalter 9">
            <a:extLst>
              <a:ext uri="{FF2B5EF4-FFF2-40B4-BE49-F238E27FC236}">
                <a16:creationId xmlns:a16="http://schemas.microsoft.com/office/drawing/2014/main" id="{9DFE6708-DAE5-9464-8231-70CB5EC0057C}"/>
              </a:ext>
            </a:extLst>
          </p:cNvPr>
          <p:cNvSpPr>
            <a:spLocks noGrp="1"/>
          </p:cNvSpPr>
          <p:nvPr>
            <p:ph type="sldNum" sz="quarter" idx="11"/>
          </p:nvPr>
        </p:nvSpPr>
        <p:spPr bwMode="gray"/>
        <p:txBody>
          <a:bodyPr/>
          <a:lstStyle>
            <a:lvl1pPr rtl="0">
              <a:defRPr/>
            </a:lvl1pPr>
          </a:lstStyle>
          <a:p>
            <a:fld id="{1FBD72F1-A42A-46B0-A7F8-CE6A9835826C}" type="slidenum">
              <a:rPr lang="de-DE"/>
              <a:pPr/>
              <a:t>‹Nr.›</a:t>
            </a:fld>
            <a:endParaRPr lang="de-DE"/>
          </a:p>
        </p:txBody>
      </p:sp>
      <p:pic>
        <p:nvPicPr>
          <p:cNvPr id="11" name="Grafik 10">
            <a:extLst>
              <a:ext uri="{FF2B5EF4-FFF2-40B4-BE49-F238E27FC236}">
                <a16:creationId xmlns:a16="http://schemas.microsoft.com/office/drawing/2014/main" id="{18DDB0B6-6024-EE63-F81C-9D6A387E6BAA}"/>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bwMode="gray">
          <a:xfrm>
            <a:off x="10704521" y="296864"/>
            <a:ext cx="1152942" cy="360000"/>
          </a:xfrm>
          <a:prstGeom prst="rect">
            <a:avLst/>
          </a:prstGeom>
        </p:spPr>
      </p:pic>
      <p:grpSp>
        <p:nvGrpSpPr>
          <p:cNvPr id="16" name="Gruppieren 15">
            <a:extLst>
              <a:ext uri="{FF2B5EF4-FFF2-40B4-BE49-F238E27FC236}">
                <a16:creationId xmlns:a16="http://schemas.microsoft.com/office/drawing/2014/main" id="{94E373BD-A210-48FB-0330-A62ADC2294C8}"/>
              </a:ext>
              <a:ext uri="{C183D7F6-B498-43B3-948B-1728B52AA6E4}">
                <adec:decorative xmlns:adec="http://schemas.microsoft.com/office/drawing/2017/decorative" val="1"/>
              </a:ext>
            </a:extLst>
          </p:cNvPr>
          <p:cNvGrpSpPr>
            <a:grpSpLocks/>
          </p:cNvGrpSpPr>
          <p:nvPr userDrawn="1"/>
        </p:nvGrpSpPr>
        <p:grpSpPr bwMode="gray">
          <a:xfrm>
            <a:off x="623888" y="-254000"/>
            <a:ext cx="11233150" cy="144000"/>
            <a:chOff x="623888" y="0"/>
            <a:chExt cx="11233150" cy="6858000"/>
          </a:xfrm>
        </p:grpSpPr>
        <p:cxnSp>
          <p:nvCxnSpPr>
            <p:cNvPr id="17" name="Gerader Verbinder 16">
              <a:extLst>
                <a:ext uri="{FF2B5EF4-FFF2-40B4-BE49-F238E27FC236}">
                  <a16:creationId xmlns:a16="http://schemas.microsoft.com/office/drawing/2014/main" id="{143AEAFB-896C-623B-064D-2A1D2F4A248F}"/>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405DA5D7-6D8C-787F-DCA9-6D12E29F2386}"/>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27" name="Gruppieren 26">
            <a:extLst>
              <a:ext uri="{FF2B5EF4-FFF2-40B4-BE49-F238E27FC236}">
                <a16:creationId xmlns:a16="http://schemas.microsoft.com/office/drawing/2014/main" id="{13C492C9-1DE9-2543-19F4-F0B3A243D386}"/>
              </a:ext>
              <a:ext uri="{C183D7F6-B498-43B3-948B-1728B52AA6E4}">
                <adec:decorative xmlns:adec="http://schemas.microsoft.com/office/drawing/2017/decorative" val="1"/>
              </a:ext>
            </a:extLst>
          </p:cNvPr>
          <p:cNvGrpSpPr>
            <a:grpSpLocks/>
          </p:cNvGrpSpPr>
          <p:nvPr userDrawn="1"/>
        </p:nvGrpSpPr>
        <p:grpSpPr bwMode="gray">
          <a:xfrm>
            <a:off x="623888" y="6972300"/>
            <a:ext cx="11233150" cy="144000"/>
            <a:chOff x="623888" y="0"/>
            <a:chExt cx="11233150" cy="6858000"/>
          </a:xfrm>
        </p:grpSpPr>
        <p:cxnSp>
          <p:nvCxnSpPr>
            <p:cNvPr id="28" name="Gerader Verbinder 27">
              <a:extLst>
                <a:ext uri="{FF2B5EF4-FFF2-40B4-BE49-F238E27FC236}">
                  <a16:creationId xmlns:a16="http://schemas.microsoft.com/office/drawing/2014/main" id="{F55A8800-6C3B-5E27-A87D-35AFFB8A5318}"/>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F94D55FF-CAC9-7213-88F4-0873CC693DB5}"/>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196" name="Gruppieren 195">
            <a:extLst>
              <a:ext uri="{FF2B5EF4-FFF2-40B4-BE49-F238E27FC236}">
                <a16:creationId xmlns:a16="http://schemas.microsoft.com/office/drawing/2014/main" id="{AE37D6E0-CB33-67A9-50BE-7308C98FBA21}"/>
              </a:ext>
              <a:ext uri="{C183D7F6-B498-43B3-948B-1728B52AA6E4}">
                <adec:decorative xmlns:adec="http://schemas.microsoft.com/office/drawing/2017/decorative" val="1"/>
              </a:ext>
            </a:extLst>
          </p:cNvPr>
          <p:cNvGrpSpPr/>
          <p:nvPr userDrawn="1"/>
        </p:nvGrpSpPr>
        <p:grpSpPr bwMode="gray">
          <a:xfrm>
            <a:off x="-254000" y="296863"/>
            <a:ext cx="144000" cy="6300787"/>
            <a:chOff x="0" y="296863"/>
            <a:chExt cx="12192000" cy="6300787"/>
          </a:xfrm>
        </p:grpSpPr>
        <p:cxnSp>
          <p:nvCxnSpPr>
            <p:cNvPr id="197" name="Gerader Verbinder 196">
              <a:extLst>
                <a:ext uri="{FF2B5EF4-FFF2-40B4-BE49-F238E27FC236}">
                  <a16:creationId xmlns:a16="http://schemas.microsoft.com/office/drawing/2014/main" id="{64B2C7E9-DB90-68A2-6932-6B65EF8801E8}"/>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8" name="Gerader Verbinder 197">
              <a:extLst>
                <a:ext uri="{FF2B5EF4-FFF2-40B4-BE49-F238E27FC236}">
                  <a16:creationId xmlns:a16="http://schemas.microsoft.com/office/drawing/2014/main" id="{939AB7D2-9D21-C89D-9DC5-AD442C26D73A}"/>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9" name="Gerader Verbinder 198">
              <a:extLst>
                <a:ext uri="{FF2B5EF4-FFF2-40B4-BE49-F238E27FC236}">
                  <a16:creationId xmlns:a16="http://schemas.microsoft.com/office/drawing/2014/main" id="{5E095254-7DB8-B32E-6FAB-1F4F656A4ED6}"/>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0" name="Gerader Verbinder 199">
              <a:extLst>
                <a:ext uri="{FF2B5EF4-FFF2-40B4-BE49-F238E27FC236}">
                  <a16:creationId xmlns:a16="http://schemas.microsoft.com/office/drawing/2014/main" id="{248EF858-4C0E-A705-4453-A433ABF81D12}"/>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1" name="Gerader Verbinder 200">
              <a:extLst>
                <a:ext uri="{FF2B5EF4-FFF2-40B4-BE49-F238E27FC236}">
                  <a16:creationId xmlns:a16="http://schemas.microsoft.com/office/drawing/2014/main" id="{666B404F-95C8-B077-3AB8-06EA3F5D0290}"/>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2" name="Gerader Verbinder 201">
              <a:extLst>
                <a:ext uri="{FF2B5EF4-FFF2-40B4-BE49-F238E27FC236}">
                  <a16:creationId xmlns:a16="http://schemas.microsoft.com/office/drawing/2014/main" id="{E48A5C6D-E38D-D5FB-814C-2D6E086F4827}"/>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3" name="Gerader Verbinder 202">
              <a:extLst>
                <a:ext uri="{FF2B5EF4-FFF2-40B4-BE49-F238E27FC236}">
                  <a16:creationId xmlns:a16="http://schemas.microsoft.com/office/drawing/2014/main" id="{08B4C178-F535-C4C2-04B7-C9F78FED80A7}"/>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204" name="Gruppieren 203">
            <a:extLst>
              <a:ext uri="{FF2B5EF4-FFF2-40B4-BE49-F238E27FC236}">
                <a16:creationId xmlns:a16="http://schemas.microsoft.com/office/drawing/2014/main" id="{D327A1F8-1AE0-83D5-5569-9F22A6B122E8}"/>
              </a:ext>
              <a:ext uri="{C183D7F6-B498-43B3-948B-1728B52AA6E4}">
                <adec:decorative xmlns:adec="http://schemas.microsoft.com/office/drawing/2017/decorative" val="1"/>
              </a:ext>
            </a:extLst>
          </p:cNvPr>
          <p:cNvGrpSpPr/>
          <p:nvPr userDrawn="1"/>
        </p:nvGrpSpPr>
        <p:grpSpPr bwMode="gray">
          <a:xfrm>
            <a:off x="12301940" y="296863"/>
            <a:ext cx="144000" cy="6300787"/>
            <a:chOff x="0" y="296863"/>
            <a:chExt cx="12192000" cy="6300787"/>
          </a:xfrm>
        </p:grpSpPr>
        <p:cxnSp>
          <p:nvCxnSpPr>
            <p:cNvPr id="205" name="Gerader Verbinder 204">
              <a:extLst>
                <a:ext uri="{FF2B5EF4-FFF2-40B4-BE49-F238E27FC236}">
                  <a16:creationId xmlns:a16="http://schemas.microsoft.com/office/drawing/2014/main" id="{25173145-014F-B2BB-D4E7-FF72C2AC8BB0}"/>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6" name="Gerader Verbinder 205">
              <a:extLst>
                <a:ext uri="{FF2B5EF4-FFF2-40B4-BE49-F238E27FC236}">
                  <a16:creationId xmlns:a16="http://schemas.microsoft.com/office/drawing/2014/main" id="{92B88E33-C9FD-0D1B-283A-E32F0A893868}"/>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7" name="Gerader Verbinder 206">
              <a:extLst>
                <a:ext uri="{FF2B5EF4-FFF2-40B4-BE49-F238E27FC236}">
                  <a16:creationId xmlns:a16="http://schemas.microsoft.com/office/drawing/2014/main" id="{E382BA12-42DB-C8B4-6497-C599AEDEC461}"/>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8" name="Gerader Verbinder 207">
              <a:extLst>
                <a:ext uri="{FF2B5EF4-FFF2-40B4-BE49-F238E27FC236}">
                  <a16:creationId xmlns:a16="http://schemas.microsoft.com/office/drawing/2014/main" id="{4B219BC5-78FC-DE84-3B02-5D756B8731EE}"/>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9" name="Gerader Verbinder 208">
              <a:extLst>
                <a:ext uri="{FF2B5EF4-FFF2-40B4-BE49-F238E27FC236}">
                  <a16:creationId xmlns:a16="http://schemas.microsoft.com/office/drawing/2014/main" id="{660354FD-0B89-AFBB-1723-F9409138BAD2}"/>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10" name="Gerader Verbinder 209">
              <a:extLst>
                <a:ext uri="{FF2B5EF4-FFF2-40B4-BE49-F238E27FC236}">
                  <a16:creationId xmlns:a16="http://schemas.microsoft.com/office/drawing/2014/main" id="{912A9A16-9510-4314-1982-3B4F6D3198CA}"/>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11" name="Gerader Verbinder 210">
              <a:extLst>
                <a:ext uri="{FF2B5EF4-FFF2-40B4-BE49-F238E27FC236}">
                  <a16:creationId xmlns:a16="http://schemas.microsoft.com/office/drawing/2014/main" id="{F3B22BC5-BAB1-30F5-E4A4-024AD8B96070}"/>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2426317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2 Spalten mit Bildern">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A25395A-8F8D-D2E4-F755-32C3801B6119}"/>
              </a:ext>
            </a:extLst>
          </p:cNvPr>
          <p:cNvGraphicFramePr>
            <a:graphicFrameLocks noChangeAspect="1"/>
          </p:cNvGraphicFramePr>
          <p:nvPr userDrawn="1">
            <p:custDataLst>
              <p:tags r:id="rId1"/>
            </p:custDataLst>
            <p:extLst>
              <p:ext uri="{D42A27DB-BD31-4B8C-83A1-F6EECF244321}">
                <p14:modId xmlns:p14="http://schemas.microsoft.com/office/powerpoint/2010/main" val="4374347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think-cell data - do not delete" hidden="1">
                        <a:extLst>
                          <a:ext uri="{FF2B5EF4-FFF2-40B4-BE49-F238E27FC236}">
                            <a16:creationId xmlns:a16="http://schemas.microsoft.com/office/drawing/2014/main" id="{DA25395A-8F8D-D2E4-F755-32C3801B611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extplatzhalter 11">
            <a:extLst>
              <a:ext uri="{FF2B5EF4-FFF2-40B4-BE49-F238E27FC236}">
                <a16:creationId xmlns:a16="http://schemas.microsoft.com/office/drawing/2014/main" id="{5886BF3F-05AB-B72A-A5EC-1196760E9C96}"/>
              </a:ext>
            </a:extLst>
          </p:cNvPr>
          <p:cNvSpPr>
            <a:spLocks noGrp="1"/>
          </p:cNvSpPr>
          <p:nvPr>
            <p:ph type="body" sz="quarter" idx="12" hasCustomPrompt="1"/>
          </p:nvPr>
        </p:nvSpPr>
        <p:spPr bwMode="gray">
          <a:xfrm>
            <a:off x="623888" y="296863"/>
            <a:ext cx="3456347" cy="169277"/>
          </a:xfrm>
          <a:noFill/>
        </p:spPr>
        <p:txBody>
          <a:bodyPr wrap="square" lIns="0" tIns="0" rIns="0" bIns="0" anchor="ctr">
            <a:noAutofit/>
          </a:bodyPr>
          <a:lstStyle>
            <a:lvl1pPr rtl="0">
              <a:defRPr sz="1100" b="0">
                <a:solidFill>
                  <a:schemeClr val="tx1"/>
                </a:solidFill>
              </a:defRPr>
            </a:lvl1pPr>
          </a:lstStyle>
          <a:p>
            <a:pPr lvl="0"/>
            <a:r>
              <a:rPr lang="de-DE" err="1"/>
              <a:t>Subtitle</a:t>
            </a:r>
            <a:r>
              <a:rPr lang="de-DE"/>
              <a:t> einfügen</a:t>
            </a:r>
          </a:p>
        </p:txBody>
      </p:sp>
      <p:sp>
        <p:nvSpPr>
          <p:cNvPr id="2" name="Titel 1">
            <a:extLst>
              <a:ext uri="{FF2B5EF4-FFF2-40B4-BE49-F238E27FC236}">
                <a16:creationId xmlns:a16="http://schemas.microsoft.com/office/drawing/2014/main" id="{6EFC4E64-FF88-559D-D12A-F48A2E523085}"/>
              </a:ext>
            </a:extLst>
          </p:cNvPr>
          <p:cNvSpPr>
            <a:spLocks noGrp="1"/>
          </p:cNvSpPr>
          <p:nvPr>
            <p:ph type="title"/>
          </p:nvPr>
        </p:nvSpPr>
        <p:spPr bwMode="gray">
          <a:xfrm>
            <a:off x="623888" y="620713"/>
            <a:ext cx="3456347" cy="2880351"/>
          </a:xfrm>
        </p:spPr>
        <p:txBody>
          <a:bodyPr vert="horz">
            <a:noAutofit/>
          </a:bodyPr>
          <a:lstStyle>
            <a:lvl1pPr rtl="0">
              <a:defRPr sz="4000"/>
            </a:lvl1pPr>
          </a:lstStyle>
          <a:p>
            <a:r>
              <a:rPr lang="de-DE"/>
              <a:t>Mastertitelformat bearbeiten</a:t>
            </a:r>
            <a:endParaRPr lang="de-DE" dirty="0"/>
          </a:p>
        </p:txBody>
      </p:sp>
      <p:sp>
        <p:nvSpPr>
          <p:cNvPr id="116" name="Bildplatzhalter 115" descr="Dreispaltiges Layout mit zwei Bildern und einer Textbox. Links oben ein großer Titel. In der mittleren Spalte ein großes änderbares Bild. In der rechten Spalte ein kleineres änderbares Bild, darunter eine Textbox. Dies ist das mittlere Bild.">
            <a:extLst>
              <a:ext uri="{FF2B5EF4-FFF2-40B4-BE49-F238E27FC236}">
                <a16:creationId xmlns:a16="http://schemas.microsoft.com/office/drawing/2014/main" id="{FEFFA24E-B115-921F-79AC-EED42D946BB8}"/>
              </a:ext>
            </a:extLst>
          </p:cNvPr>
          <p:cNvSpPr>
            <a:spLocks noGrp="1"/>
          </p:cNvSpPr>
          <p:nvPr>
            <p:ph type="pic" sz="quarter" idx="16"/>
          </p:nvPr>
        </p:nvSpPr>
        <p:spPr bwMode="gray">
          <a:xfrm>
            <a:off x="4511860" y="1362076"/>
            <a:ext cx="3456351" cy="4730750"/>
          </a:xfrm>
          <a:custGeom>
            <a:avLst/>
            <a:gdLst>
              <a:gd name="connsiteX0" fmla="*/ 215987 w 3456351"/>
              <a:gd name="connsiteY0" fmla="*/ 0 h 4730750"/>
              <a:gd name="connsiteX1" fmla="*/ 3240364 w 3456351"/>
              <a:gd name="connsiteY1" fmla="*/ 0 h 4730750"/>
              <a:gd name="connsiteX2" fmla="*/ 3456351 w 3456351"/>
              <a:gd name="connsiteY2" fmla="*/ 215987 h 4730750"/>
              <a:gd name="connsiteX3" fmla="*/ 3456351 w 3456351"/>
              <a:gd name="connsiteY3" fmla="*/ 4514763 h 4730750"/>
              <a:gd name="connsiteX4" fmla="*/ 3240364 w 3456351"/>
              <a:gd name="connsiteY4" fmla="*/ 4730750 h 4730750"/>
              <a:gd name="connsiteX5" fmla="*/ 215987 w 3456351"/>
              <a:gd name="connsiteY5" fmla="*/ 4730750 h 4730750"/>
              <a:gd name="connsiteX6" fmla="*/ 0 w 3456351"/>
              <a:gd name="connsiteY6" fmla="*/ 4514763 h 4730750"/>
              <a:gd name="connsiteX7" fmla="*/ 0 w 3456351"/>
              <a:gd name="connsiteY7" fmla="*/ 215987 h 4730750"/>
              <a:gd name="connsiteX8" fmla="*/ 215987 w 3456351"/>
              <a:gd name="connsiteY8" fmla="*/ 0 h 4730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6351" h="4730750">
                <a:moveTo>
                  <a:pt x="215987" y="0"/>
                </a:moveTo>
                <a:lnTo>
                  <a:pt x="3240364" y="0"/>
                </a:lnTo>
                <a:cubicBezTo>
                  <a:pt x="3359650" y="0"/>
                  <a:pt x="3456351" y="96701"/>
                  <a:pt x="3456351" y="215987"/>
                </a:cubicBezTo>
                <a:lnTo>
                  <a:pt x="3456351" y="4514763"/>
                </a:lnTo>
                <a:cubicBezTo>
                  <a:pt x="3456351" y="4634049"/>
                  <a:pt x="3359650" y="4730750"/>
                  <a:pt x="3240364" y="4730750"/>
                </a:cubicBezTo>
                <a:lnTo>
                  <a:pt x="215987" y="4730750"/>
                </a:lnTo>
                <a:cubicBezTo>
                  <a:pt x="96701" y="4730750"/>
                  <a:pt x="0" y="4634049"/>
                  <a:pt x="0" y="4514763"/>
                </a:cubicBezTo>
                <a:lnTo>
                  <a:pt x="0" y="215987"/>
                </a:lnTo>
                <a:cubicBezTo>
                  <a:pt x="0" y="96701"/>
                  <a:pt x="96701" y="0"/>
                  <a:pt x="215987" y="0"/>
                </a:cubicBezTo>
                <a:close/>
              </a:path>
            </a:pathLst>
          </a:custGeom>
          <a:solidFill>
            <a:schemeClr val="bg2"/>
          </a:solidFill>
        </p:spPr>
        <p:txBody>
          <a:bodyPr wrap="square">
            <a:noAutofit/>
          </a:bodyPr>
          <a:lstStyle>
            <a:lvl1pPr rtl="0">
              <a:defRPr>
                <a:solidFill>
                  <a:schemeClr val="tx1"/>
                </a:solidFill>
              </a:defRPr>
            </a:lvl1pP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de-DE"/>
              <a:t>Bild durch Klicken auf Symbol hinzufügen</a:t>
            </a:r>
            <a:endParaRPr lang="de-DE" dirty="0"/>
          </a:p>
        </p:txBody>
      </p:sp>
      <p:sp>
        <p:nvSpPr>
          <p:cNvPr id="115" name="Bildplatzhalter 114" descr="Dies ist das rechte Bild.">
            <a:extLst>
              <a:ext uri="{FF2B5EF4-FFF2-40B4-BE49-F238E27FC236}">
                <a16:creationId xmlns:a16="http://schemas.microsoft.com/office/drawing/2014/main" id="{BD88A33B-654C-6BAD-94F3-ABC9AE59D19F}"/>
              </a:ext>
            </a:extLst>
          </p:cNvPr>
          <p:cNvSpPr>
            <a:spLocks noGrp="1"/>
          </p:cNvSpPr>
          <p:nvPr>
            <p:ph type="pic" sz="quarter" idx="17"/>
          </p:nvPr>
        </p:nvSpPr>
        <p:spPr bwMode="gray">
          <a:xfrm>
            <a:off x="8400679" y="1362076"/>
            <a:ext cx="3456357" cy="2138988"/>
          </a:xfrm>
          <a:custGeom>
            <a:avLst/>
            <a:gdLst>
              <a:gd name="connsiteX0" fmla="*/ 215995 w 3456357"/>
              <a:gd name="connsiteY0" fmla="*/ 0 h 2138988"/>
              <a:gd name="connsiteX1" fmla="*/ 3240362 w 3456357"/>
              <a:gd name="connsiteY1" fmla="*/ 0 h 2138988"/>
              <a:gd name="connsiteX2" fmla="*/ 3456357 w 3456357"/>
              <a:gd name="connsiteY2" fmla="*/ 215995 h 2138988"/>
              <a:gd name="connsiteX3" fmla="*/ 3456357 w 3456357"/>
              <a:gd name="connsiteY3" fmla="*/ 1922993 h 2138988"/>
              <a:gd name="connsiteX4" fmla="*/ 3240362 w 3456357"/>
              <a:gd name="connsiteY4" fmla="*/ 2138988 h 2138988"/>
              <a:gd name="connsiteX5" fmla="*/ 215995 w 3456357"/>
              <a:gd name="connsiteY5" fmla="*/ 2138988 h 2138988"/>
              <a:gd name="connsiteX6" fmla="*/ 0 w 3456357"/>
              <a:gd name="connsiteY6" fmla="*/ 1922993 h 2138988"/>
              <a:gd name="connsiteX7" fmla="*/ 0 w 3456357"/>
              <a:gd name="connsiteY7" fmla="*/ 215995 h 2138988"/>
              <a:gd name="connsiteX8" fmla="*/ 215995 w 3456357"/>
              <a:gd name="connsiteY8" fmla="*/ 0 h 2138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6357" h="2138988">
                <a:moveTo>
                  <a:pt x="215995" y="0"/>
                </a:moveTo>
                <a:lnTo>
                  <a:pt x="3240362" y="0"/>
                </a:lnTo>
                <a:cubicBezTo>
                  <a:pt x="3359653" y="0"/>
                  <a:pt x="3456357" y="96704"/>
                  <a:pt x="3456357" y="215995"/>
                </a:cubicBezTo>
                <a:lnTo>
                  <a:pt x="3456357" y="1922993"/>
                </a:lnTo>
                <a:cubicBezTo>
                  <a:pt x="3456357" y="2042284"/>
                  <a:pt x="3359653" y="2138988"/>
                  <a:pt x="3240362" y="2138988"/>
                </a:cubicBezTo>
                <a:lnTo>
                  <a:pt x="215995" y="2138988"/>
                </a:lnTo>
                <a:cubicBezTo>
                  <a:pt x="96704" y="2138988"/>
                  <a:pt x="0" y="2042284"/>
                  <a:pt x="0" y="1922993"/>
                </a:cubicBezTo>
                <a:lnTo>
                  <a:pt x="0" y="215995"/>
                </a:lnTo>
                <a:cubicBezTo>
                  <a:pt x="0" y="96704"/>
                  <a:pt x="96704" y="0"/>
                  <a:pt x="215995" y="0"/>
                </a:cubicBezTo>
                <a:close/>
              </a:path>
            </a:pathLst>
          </a:custGeom>
          <a:solidFill>
            <a:schemeClr val="bg2"/>
          </a:solidFill>
        </p:spPr>
        <p:txBody>
          <a:bodyPr wrap="square">
            <a:noAutofit/>
          </a:bodyPr>
          <a:lstStyle>
            <a:lvl1pPr rtl="0">
              <a:defRPr>
                <a:solidFill>
                  <a:schemeClr val="tx1"/>
                </a:solidFill>
              </a:defRPr>
            </a:lvl1pP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de-DE"/>
              <a:t>Bild durch Klicken auf Symbol hinzufügen</a:t>
            </a:r>
            <a:endParaRPr lang="de-DE" dirty="0"/>
          </a:p>
        </p:txBody>
      </p:sp>
      <p:sp>
        <p:nvSpPr>
          <p:cNvPr id="5" name="Textplatzhalter 4">
            <a:extLst>
              <a:ext uri="{FF2B5EF4-FFF2-40B4-BE49-F238E27FC236}">
                <a16:creationId xmlns:a16="http://schemas.microsoft.com/office/drawing/2014/main" id="{8D0BD29D-F4AB-591C-E885-C312AC61FAE3}"/>
              </a:ext>
            </a:extLst>
          </p:cNvPr>
          <p:cNvSpPr>
            <a:spLocks noGrp="1"/>
          </p:cNvSpPr>
          <p:nvPr>
            <p:ph type="body" sz="quarter" idx="13"/>
          </p:nvPr>
        </p:nvSpPr>
        <p:spPr bwMode="gray">
          <a:xfrm>
            <a:off x="8400257" y="3933028"/>
            <a:ext cx="3456780" cy="2159798"/>
          </a:xfrm>
        </p:spPr>
        <p:txBody>
          <a:bodyPr/>
          <a:lstStyle>
            <a:lvl1pPr rtl="0">
              <a:defRPr b="0">
                <a:latin typeface="+mn-lt"/>
              </a:defRPr>
            </a:lvl1pPr>
            <a:lvl2pPr marL="0" indent="0" rtl="0">
              <a:buNone/>
              <a:defRPr>
                <a:latin typeface="+mn-lt"/>
              </a:defRPr>
            </a:lvl2pPr>
            <a:lvl3pPr marL="216000" rtl="0">
              <a:defRPr>
                <a:latin typeface="+mn-lt"/>
              </a:defRPr>
            </a:lvl3pPr>
          </a:lstStyle>
          <a:p>
            <a:pPr lvl="0"/>
            <a:r>
              <a:rPr lang="de-DE"/>
              <a:t>Mastertextformat bearbeiten</a:t>
            </a:r>
          </a:p>
          <a:p>
            <a:pPr lvl="1"/>
            <a:r>
              <a:rPr lang="de-DE"/>
              <a:t>Zweite Ebene</a:t>
            </a:r>
          </a:p>
          <a:p>
            <a:pPr lvl="2"/>
            <a:r>
              <a:rPr lang="de-DE"/>
              <a:t>Dritte Ebene</a:t>
            </a:r>
          </a:p>
        </p:txBody>
      </p:sp>
      <p:sp>
        <p:nvSpPr>
          <p:cNvPr id="9" name="Fußzeilenplatzhalter 8">
            <a:extLst>
              <a:ext uri="{FF2B5EF4-FFF2-40B4-BE49-F238E27FC236}">
                <a16:creationId xmlns:a16="http://schemas.microsoft.com/office/drawing/2014/main" id="{D03EB9C7-5B0D-40C1-4C1E-90D2B3B10616}"/>
              </a:ext>
            </a:extLst>
          </p:cNvPr>
          <p:cNvSpPr>
            <a:spLocks noGrp="1"/>
          </p:cNvSpPr>
          <p:nvPr>
            <p:ph type="ftr" sz="quarter" idx="10"/>
          </p:nvPr>
        </p:nvSpPr>
        <p:spPr bwMode="gray"/>
        <p:txBody>
          <a:bodyPr/>
          <a:lstStyle>
            <a:lvl1pPr rtl="0">
              <a:defRPr/>
            </a:lvl1pPr>
          </a:lstStyle>
          <a:p>
            <a:r>
              <a:rPr lang="de-DE"/>
              <a:t>© msg systems ag | Titel einfügen | 2025</a:t>
            </a:r>
          </a:p>
        </p:txBody>
      </p:sp>
      <p:sp>
        <p:nvSpPr>
          <p:cNvPr id="10" name="Foliennummernplatzhalter 9">
            <a:extLst>
              <a:ext uri="{FF2B5EF4-FFF2-40B4-BE49-F238E27FC236}">
                <a16:creationId xmlns:a16="http://schemas.microsoft.com/office/drawing/2014/main" id="{9DFE6708-DAE5-9464-8231-70CB5EC0057C}"/>
              </a:ext>
            </a:extLst>
          </p:cNvPr>
          <p:cNvSpPr>
            <a:spLocks noGrp="1"/>
          </p:cNvSpPr>
          <p:nvPr>
            <p:ph type="sldNum" sz="quarter" idx="11"/>
          </p:nvPr>
        </p:nvSpPr>
        <p:spPr bwMode="gray"/>
        <p:txBody>
          <a:bodyPr/>
          <a:lstStyle>
            <a:lvl1pPr rtl="0">
              <a:defRPr/>
            </a:lvl1pPr>
          </a:lstStyle>
          <a:p>
            <a:fld id="{1FBD72F1-A42A-46B0-A7F8-CE6A9835826C}" type="slidenum">
              <a:rPr lang="de-DE"/>
              <a:pPr/>
              <a:t>‹Nr.›</a:t>
            </a:fld>
            <a:endParaRPr lang="de-DE"/>
          </a:p>
        </p:txBody>
      </p:sp>
      <p:pic>
        <p:nvPicPr>
          <p:cNvPr id="11" name="Grafik 10">
            <a:extLst>
              <a:ext uri="{FF2B5EF4-FFF2-40B4-BE49-F238E27FC236}">
                <a16:creationId xmlns:a16="http://schemas.microsoft.com/office/drawing/2014/main" id="{18DDB0B6-6024-EE63-F81C-9D6A387E6BAA}"/>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bwMode="gray">
          <a:xfrm>
            <a:off x="10704521" y="296864"/>
            <a:ext cx="1152942" cy="360000"/>
          </a:xfrm>
          <a:prstGeom prst="rect">
            <a:avLst/>
          </a:prstGeom>
        </p:spPr>
      </p:pic>
      <p:grpSp>
        <p:nvGrpSpPr>
          <p:cNvPr id="16" name="Gruppieren 15">
            <a:extLst>
              <a:ext uri="{FF2B5EF4-FFF2-40B4-BE49-F238E27FC236}">
                <a16:creationId xmlns:a16="http://schemas.microsoft.com/office/drawing/2014/main" id="{94E373BD-A210-48FB-0330-A62ADC2294C8}"/>
              </a:ext>
              <a:ext uri="{C183D7F6-B498-43B3-948B-1728B52AA6E4}">
                <adec:decorative xmlns:adec="http://schemas.microsoft.com/office/drawing/2017/decorative" val="1"/>
              </a:ext>
            </a:extLst>
          </p:cNvPr>
          <p:cNvGrpSpPr>
            <a:grpSpLocks/>
          </p:cNvGrpSpPr>
          <p:nvPr userDrawn="1"/>
        </p:nvGrpSpPr>
        <p:grpSpPr bwMode="gray">
          <a:xfrm>
            <a:off x="623888" y="-254000"/>
            <a:ext cx="11233150" cy="144000"/>
            <a:chOff x="623888" y="0"/>
            <a:chExt cx="11233150" cy="6858000"/>
          </a:xfrm>
        </p:grpSpPr>
        <p:cxnSp>
          <p:nvCxnSpPr>
            <p:cNvPr id="17" name="Gerader Verbinder 16">
              <a:extLst>
                <a:ext uri="{FF2B5EF4-FFF2-40B4-BE49-F238E27FC236}">
                  <a16:creationId xmlns:a16="http://schemas.microsoft.com/office/drawing/2014/main" id="{143AEAFB-896C-623B-064D-2A1D2F4A248F}"/>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405DA5D7-6D8C-787F-DCA9-6D12E29F2386}"/>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27" name="Gruppieren 26">
            <a:extLst>
              <a:ext uri="{FF2B5EF4-FFF2-40B4-BE49-F238E27FC236}">
                <a16:creationId xmlns:a16="http://schemas.microsoft.com/office/drawing/2014/main" id="{13C492C9-1DE9-2543-19F4-F0B3A243D386}"/>
              </a:ext>
              <a:ext uri="{C183D7F6-B498-43B3-948B-1728B52AA6E4}">
                <adec:decorative xmlns:adec="http://schemas.microsoft.com/office/drawing/2017/decorative" val="1"/>
              </a:ext>
            </a:extLst>
          </p:cNvPr>
          <p:cNvGrpSpPr>
            <a:grpSpLocks/>
          </p:cNvGrpSpPr>
          <p:nvPr userDrawn="1"/>
        </p:nvGrpSpPr>
        <p:grpSpPr bwMode="gray">
          <a:xfrm>
            <a:off x="623888" y="6972300"/>
            <a:ext cx="11233150" cy="144000"/>
            <a:chOff x="623888" y="0"/>
            <a:chExt cx="11233150" cy="6858000"/>
          </a:xfrm>
        </p:grpSpPr>
        <p:cxnSp>
          <p:nvCxnSpPr>
            <p:cNvPr id="28" name="Gerader Verbinder 27">
              <a:extLst>
                <a:ext uri="{FF2B5EF4-FFF2-40B4-BE49-F238E27FC236}">
                  <a16:creationId xmlns:a16="http://schemas.microsoft.com/office/drawing/2014/main" id="{F55A8800-6C3B-5E27-A87D-35AFFB8A5318}"/>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F94D55FF-CAC9-7213-88F4-0873CC693DB5}"/>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194" name="Gruppieren 193">
            <a:extLst>
              <a:ext uri="{FF2B5EF4-FFF2-40B4-BE49-F238E27FC236}">
                <a16:creationId xmlns:a16="http://schemas.microsoft.com/office/drawing/2014/main" id="{489D6F4E-3D3F-73BA-7F58-E72CE133B300}"/>
              </a:ext>
              <a:ext uri="{C183D7F6-B498-43B3-948B-1728B52AA6E4}">
                <adec:decorative xmlns:adec="http://schemas.microsoft.com/office/drawing/2017/decorative" val="1"/>
              </a:ext>
            </a:extLst>
          </p:cNvPr>
          <p:cNvGrpSpPr/>
          <p:nvPr userDrawn="1"/>
        </p:nvGrpSpPr>
        <p:grpSpPr bwMode="gray">
          <a:xfrm>
            <a:off x="-254000" y="296863"/>
            <a:ext cx="144000" cy="6300787"/>
            <a:chOff x="0" y="296863"/>
            <a:chExt cx="12192000" cy="6300787"/>
          </a:xfrm>
        </p:grpSpPr>
        <p:cxnSp>
          <p:nvCxnSpPr>
            <p:cNvPr id="195" name="Gerader Verbinder 194">
              <a:extLst>
                <a:ext uri="{FF2B5EF4-FFF2-40B4-BE49-F238E27FC236}">
                  <a16:creationId xmlns:a16="http://schemas.microsoft.com/office/drawing/2014/main" id="{514B6F31-3983-B3CE-843C-A9F4E3C33933}"/>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6" name="Gerader Verbinder 195">
              <a:extLst>
                <a:ext uri="{FF2B5EF4-FFF2-40B4-BE49-F238E27FC236}">
                  <a16:creationId xmlns:a16="http://schemas.microsoft.com/office/drawing/2014/main" id="{88FC63F3-EE15-A067-3A08-32DFA67543A0}"/>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7" name="Gerader Verbinder 196">
              <a:extLst>
                <a:ext uri="{FF2B5EF4-FFF2-40B4-BE49-F238E27FC236}">
                  <a16:creationId xmlns:a16="http://schemas.microsoft.com/office/drawing/2014/main" id="{CB19517A-C964-5D5D-B0B2-785A9C4B7E5F}"/>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8" name="Gerader Verbinder 197">
              <a:extLst>
                <a:ext uri="{FF2B5EF4-FFF2-40B4-BE49-F238E27FC236}">
                  <a16:creationId xmlns:a16="http://schemas.microsoft.com/office/drawing/2014/main" id="{1D967DFA-4C9E-06D9-08E1-76C69BFFA6F5}"/>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9" name="Gerader Verbinder 198">
              <a:extLst>
                <a:ext uri="{FF2B5EF4-FFF2-40B4-BE49-F238E27FC236}">
                  <a16:creationId xmlns:a16="http://schemas.microsoft.com/office/drawing/2014/main" id="{C96AA835-CA65-DF6B-E8A3-074126C11E26}"/>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0" name="Gerader Verbinder 199">
              <a:extLst>
                <a:ext uri="{FF2B5EF4-FFF2-40B4-BE49-F238E27FC236}">
                  <a16:creationId xmlns:a16="http://schemas.microsoft.com/office/drawing/2014/main" id="{3EB54851-2DE0-8BFD-30EF-CD0400059DC7}"/>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1" name="Gerader Verbinder 200">
              <a:extLst>
                <a:ext uri="{FF2B5EF4-FFF2-40B4-BE49-F238E27FC236}">
                  <a16:creationId xmlns:a16="http://schemas.microsoft.com/office/drawing/2014/main" id="{9EAECAE7-9FD8-F8D1-8A6B-DC47A44CDAA5}"/>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202" name="Gruppieren 201">
            <a:extLst>
              <a:ext uri="{FF2B5EF4-FFF2-40B4-BE49-F238E27FC236}">
                <a16:creationId xmlns:a16="http://schemas.microsoft.com/office/drawing/2014/main" id="{CC938821-6834-4061-1ABF-6F6348DF4403}"/>
              </a:ext>
              <a:ext uri="{C183D7F6-B498-43B3-948B-1728B52AA6E4}">
                <adec:decorative xmlns:adec="http://schemas.microsoft.com/office/drawing/2017/decorative" val="1"/>
              </a:ext>
            </a:extLst>
          </p:cNvPr>
          <p:cNvGrpSpPr/>
          <p:nvPr userDrawn="1"/>
        </p:nvGrpSpPr>
        <p:grpSpPr bwMode="gray">
          <a:xfrm>
            <a:off x="12301940" y="296863"/>
            <a:ext cx="144000" cy="6300787"/>
            <a:chOff x="0" y="296863"/>
            <a:chExt cx="12192000" cy="6300787"/>
          </a:xfrm>
        </p:grpSpPr>
        <p:cxnSp>
          <p:nvCxnSpPr>
            <p:cNvPr id="203" name="Gerader Verbinder 202">
              <a:extLst>
                <a:ext uri="{FF2B5EF4-FFF2-40B4-BE49-F238E27FC236}">
                  <a16:creationId xmlns:a16="http://schemas.microsoft.com/office/drawing/2014/main" id="{626DB4AC-C497-2018-E1D0-B15DFC71C88E}"/>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4" name="Gerader Verbinder 203">
              <a:extLst>
                <a:ext uri="{FF2B5EF4-FFF2-40B4-BE49-F238E27FC236}">
                  <a16:creationId xmlns:a16="http://schemas.microsoft.com/office/drawing/2014/main" id="{FEFABE42-4274-B7B1-2908-6C01C1A47430}"/>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5" name="Gerader Verbinder 204">
              <a:extLst>
                <a:ext uri="{FF2B5EF4-FFF2-40B4-BE49-F238E27FC236}">
                  <a16:creationId xmlns:a16="http://schemas.microsoft.com/office/drawing/2014/main" id="{07923EB1-16D4-8092-D93E-64364672A830}"/>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6" name="Gerader Verbinder 205">
              <a:extLst>
                <a:ext uri="{FF2B5EF4-FFF2-40B4-BE49-F238E27FC236}">
                  <a16:creationId xmlns:a16="http://schemas.microsoft.com/office/drawing/2014/main" id="{7EE55FA5-9516-18AF-E196-2A0A78530CA2}"/>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7" name="Gerader Verbinder 206">
              <a:extLst>
                <a:ext uri="{FF2B5EF4-FFF2-40B4-BE49-F238E27FC236}">
                  <a16:creationId xmlns:a16="http://schemas.microsoft.com/office/drawing/2014/main" id="{B1BA0DA9-8D4A-9E5A-28AC-C934CF36506E}"/>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8" name="Gerader Verbinder 207">
              <a:extLst>
                <a:ext uri="{FF2B5EF4-FFF2-40B4-BE49-F238E27FC236}">
                  <a16:creationId xmlns:a16="http://schemas.microsoft.com/office/drawing/2014/main" id="{143699DA-CA7D-16B8-3933-B86A0CAC0C6C}"/>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9" name="Gerader Verbinder 208">
              <a:extLst>
                <a:ext uri="{FF2B5EF4-FFF2-40B4-BE49-F238E27FC236}">
                  <a16:creationId xmlns:a16="http://schemas.microsoft.com/office/drawing/2014/main" id="{5CD47C8A-68F6-41F2-F45B-3E683A45B745}"/>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3561003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2 Bilder mit Tex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A25395A-8F8D-D2E4-F755-32C3801B6119}"/>
              </a:ext>
            </a:extLst>
          </p:cNvPr>
          <p:cNvGraphicFramePr>
            <a:graphicFrameLocks noChangeAspect="1"/>
          </p:cNvGraphicFramePr>
          <p:nvPr userDrawn="1">
            <p:custDataLst>
              <p:tags r:id="rId1"/>
            </p:custDataLst>
            <p:extLst>
              <p:ext uri="{D42A27DB-BD31-4B8C-83A1-F6EECF244321}">
                <p14:modId xmlns:p14="http://schemas.microsoft.com/office/powerpoint/2010/main" val="12471857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think-cell data - do not delete" hidden="1">
                        <a:extLst>
                          <a:ext uri="{FF2B5EF4-FFF2-40B4-BE49-F238E27FC236}">
                            <a16:creationId xmlns:a16="http://schemas.microsoft.com/office/drawing/2014/main" id="{DA25395A-8F8D-D2E4-F755-32C3801B611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extplatzhalter 11">
            <a:extLst>
              <a:ext uri="{FF2B5EF4-FFF2-40B4-BE49-F238E27FC236}">
                <a16:creationId xmlns:a16="http://schemas.microsoft.com/office/drawing/2014/main" id="{5886BF3F-05AB-B72A-A5EC-1196760E9C96}"/>
              </a:ext>
            </a:extLst>
          </p:cNvPr>
          <p:cNvSpPr>
            <a:spLocks noGrp="1"/>
          </p:cNvSpPr>
          <p:nvPr>
            <p:ph type="body" sz="quarter" idx="12" hasCustomPrompt="1"/>
          </p:nvPr>
        </p:nvSpPr>
        <p:spPr bwMode="gray">
          <a:xfrm>
            <a:off x="623888" y="296863"/>
            <a:ext cx="3456348" cy="169277"/>
          </a:xfrm>
          <a:noFill/>
        </p:spPr>
        <p:txBody>
          <a:bodyPr wrap="square" lIns="0" tIns="0" rIns="0" bIns="0" anchor="ctr">
            <a:noAutofit/>
          </a:bodyPr>
          <a:lstStyle>
            <a:lvl1pPr rtl="0">
              <a:defRPr sz="1100" b="0">
                <a:solidFill>
                  <a:schemeClr val="tx1"/>
                </a:solidFill>
              </a:defRPr>
            </a:lvl1pPr>
          </a:lstStyle>
          <a:p>
            <a:pPr lvl="0"/>
            <a:r>
              <a:rPr lang="de-DE" err="1"/>
              <a:t>Subtitle</a:t>
            </a:r>
            <a:r>
              <a:rPr lang="de-DE"/>
              <a:t> einfügen</a:t>
            </a:r>
          </a:p>
        </p:txBody>
      </p:sp>
      <p:sp>
        <p:nvSpPr>
          <p:cNvPr id="2" name="Titel 1">
            <a:extLst>
              <a:ext uri="{FF2B5EF4-FFF2-40B4-BE49-F238E27FC236}">
                <a16:creationId xmlns:a16="http://schemas.microsoft.com/office/drawing/2014/main" id="{6EFC4E64-FF88-559D-D12A-F48A2E523085}"/>
              </a:ext>
            </a:extLst>
          </p:cNvPr>
          <p:cNvSpPr>
            <a:spLocks noGrp="1"/>
          </p:cNvSpPr>
          <p:nvPr>
            <p:ph type="title"/>
          </p:nvPr>
        </p:nvSpPr>
        <p:spPr bwMode="gray">
          <a:xfrm>
            <a:off x="623888" y="620714"/>
            <a:ext cx="3456348" cy="1798764"/>
          </a:xfrm>
        </p:spPr>
        <p:txBody>
          <a:bodyPr vert="horz">
            <a:noAutofit/>
          </a:bodyPr>
          <a:lstStyle>
            <a:lvl1pPr rtl="0">
              <a:defRPr sz="4000"/>
            </a:lvl1pPr>
          </a:lstStyle>
          <a:p>
            <a:r>
              <a:rPr lang="de-DE"/>
              <a:t>Mastertitelformat bearbeiten</a:t>
            </a:r>
            <a:endParaRPr lang="de-DE" dirty="0"/>
          </a:p>
        </p:txBody>
      </p:sp>
      <p:sp>
        <p:nvSpPr>
          <p:cNvPr id="5" name="Textplatzhalter 4">
            <a:extLst>
              <a:ext uri="{FF2B5EF4-FFF2-40B4-BE49-F238E27FC236}">
                <a16:creationId xmlns:a16="http://schemas.microsoft.com/office/drawing/2014/main" id="{8D0BD29D-F4AB-591C-E885-C312AC61FAE3}"/>
              </a:ext>
            </a:extLst>
          </p:cNvPr>
          <p:cNvSpPr>
            <a:spLocks noGrp="1"/>
          </p:cNvSpPr>
          <p:nvPr>
            <p:ph type="body" sz="quarter" idx="13"/>
          </p:nvPr>
        </p:nvSpPr>
        <p:spPr bwMode="gray">
          <a:xfrm>
            <a:off x="623888" y="2853134"/>
            <a:ext cx="3456347" cy="3239692"/>
          </a:xfrm>
        </p:spPr>
        <p:txBody>
          <a:bodyPr/>
          <a:lstStyle>
            <a:lvl1pPr rtl="0">
              <a:defRPr b="0">
                <a:latin typeface="+mn-lt"/>
              </a:defRPr>
            </a:lvl1pPr>
            <a:lvl2pPr marL="0" indent="0" rtl="0">
              <a:buNone/>
              <a:defRPr>
                <a:latin typeface="+mn-lt"/>
              </a:defRPr>
            </a:lvl2pPr>
            <a:lvl3pPr marL="216000" rtl="0">
              <a:defRPr>
                <a:latin typeface="+mn-lt"/>
              </a:defRPr>
            </a:lvl3pPr>
          </a:lstStyle>
          <a:p>
            <a:pPr lvl="0"/>
            <a:r>
              <a:rPr lang="de-DE"/>
              <a:t>Mastertextformat bearbeiten</a:t>
            </a:r>
          </a:p>
          <a:p>
            <a:pPr lvl="1"/>
            <a:r>
              <a:rPr lang="de-DE"/>
              <a:t>Zweite Ebene</a:t>
            </a:r>
          </a:p>
          <a:p>
            <a:pPr lvl="2"/>
            <a:r>
              <a:rPr lang="de-DE"/>
              <a:t>Dritte Ebene</a:t>
            </a:r>
          </a:p>
        </p:txBody>
      </p:sp>
      <p:sp>
        <p:nvSpPr>
          <p:cNvPr id="115" name="Bildplatzhalter 114" descr="Zweigeteiltes Layout mit zwei Bildern und einer Textbox. Links oben ein großer Titel, darunter eine Textbox. Rechts ein großes änderbares Bild. Links davon überlappt ein kleines änderbares Bild das große Bild. Dies ist das große Bild rechts.">
            <a:extLst>
              <a:ext uri="{FF2B5EF4-FFF2-40B4-BE49-F238E27FC236}">
                <a16:creationId xmlns:a16="http://schemas.microsoft.com/office/drawing/2014/main" id="{7CF65C7C-431B-1AF4-03E9-78BEFCD80B09}"/>
              </a:ext>
            </a:extLst>
          </p:cNvPr>
          <p:cNvSpPr>
            <a:spLocks noGrp="1"/>
          </p:cNvSpPr>
          <p:nvPr>
            <p:ph type="pic" sz="quarter" idx="17"/>
          </p:nvPr>
        </p:nvSpPr>
        <p:spPr bwMode="gray">
          <a:xfrm>
            <a:off x="6888526" y="1362075"/>
            <a:ext cx="5303471" cy="4730751"/>
          </a:xfrm>
          <a:custGeom>
            <a:avLst/>
            <a:gdLst>
              <a:gd name="connsiteX0" fmla="*/ 4389071 w 5303471"/>
              <a:gd name="connsiteY0" fmla="*/ 0 h 4730751"/>
              <a:gd name="connsiteX1" fmla="*/ 5303471 w 5303471"/>
              <a:gd name="connsiteY1" fmla="*/ 0 h 4730751"/>
              <a:gd name="connsiteX2" fmla="*/ 5303471 w 5303471"/>
              <a:gd name="connsiteY2" fmla="*/ 216007 h 4730751"/>
              <a:gd name="connsiteX3" fmla="*/ 5303471 w 5303471"/>
              <a:gd name="connsiteY3" fmla="*/ 4514745 h 4730751"/>
              <a:gd name="connsiteX4" fmla="*/ 5303471 w 5303471"/>
              <a:gd name="connsiteY4" fmla="*/ 4730733 h 4730751"/>
              <a:gd name="connsiteX5" fmla="*/ 5087643 w 5303471"/>
              <a:gd name="connsiteY5" fmla="*/ 4730733 h 4730751"/>
              <a:gd name="connsiteX6" fmla="*/ 5087465 w 5303471"/>
              <a:gd name="connsiteY6" fmla="*/ 4730751 h 4730751"/>
              <a:gd name="connsiteX7" fmla="*/ 216006 w 5303471"/>
              <a:gd name="connsiteY7" fmla="*/ 4730751 h 4730751"/>
              <a:gd name="connsiteX8" fmla="*/ 0 w 5303471"/>
              <a:gd name="connsiteY8" fmla="*/ 4514745 h 4730751"/>
              <a:gd name="connsiteX9" fmla="*/ 0 w 5303471"/>
              <a:gd name="connsiteY9" fmla="*/ 216007 h 4730751"/>
              <a:gd name="connsiteX10" fmla="*/ 216006 w 5303471"/>
              <a:gd name="connsiteY10" fmla="*/ 1 h 4730751"/>
              <a:gd name="connsiteX11" fmla="*/ 4389071 w 5303471"/>
              <a:gd name="connsiteY11" fmla="*/ 1 h 4730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03471" h="4730751">
                <a:moveTo>
                  <a:pt x="4389071" y="0"/>
                </a:moveTo>
                <a:lnTo>
                  <a:pt x="5303471" y="0"/>
                </a:lnTo>
                <a:lnTo>
                  <a:pt x="5303471" y="216007"/>
                </a:lnTo>
                <a:lnTo>
                  <a:pt x="5303471" y="4514745"/>
                </a:lnTo>
                <a:lnTo>
                  <a:pt x="5303471" y="4730733"/>
                </a:lnTo>
                <a:lnTo>
                  <a:pt x="5087643" y="4730733"/>
                </a:lnTo>
                <a:lnTo>
                  <a:pt x="5087465" y="4730751"/>
                </a:lnTo>
                <a:lnTo>
                  <a:pt x="216006" y="4730751"/>
                </a:lnTo>
                <a:cubicBezTo>
                  <a:pt x="96709" y="4730751"/>
                  <a:pt x="0" y="4634042"/>
                  <a:pt x="0" y="4514745"/>
                </a:cubicBezTo>
                <a:lnTo>
                  <a:pt x="0" y="216007"/>
                </a:lnTo>
                <a:cubicBezTo>
                  <a:pt x="0" y="96710"/>
                  <a:pt x="96709" y="1"/>
                  <a:pt x="216006" y="1"/>
                </a:cubicBezTo>
                <a:lnTo>
                  <a:pt x="4389071" y="1"/>
                </a:lnTo>
                <a:close/>
              </a:path>
            </a:pathLst>
          </a:custGeom>
          <a:solidFill>
            <a:schemeClr val="bg2"/>
          </a:solidFill>
        </p:spPr>
        <p:txBody>
          <a:bodyPr wrap="square">
            <a:noAutofit/>
          </a:bodyPr>
          <a:lstStyle>
            <a:lvl1pPr rtl="0">
              <a:defRPr>
                <a:solidFill>
                  <a:schemeClr val="tx1"/>
                </a:solidFill>
              </a:defRPr>
            </a:lvl1pP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de-DE"/>
              <a:t>Bild durch Klicken auf Symbol hinzufügen</a:t>
            </a:r>
            <a:endParaRPr lang="de-DE" dirty="0"/>
          </a:p>
        </p:txBody>
      </p:sp>
      <p:sp>
        <p:nvSpPr>
          <p:cNvPr id="15" name="Bildplatzhalter 14" descr="Dies ist das kleine Bild.">
            <a:extLst>
              <a:ext uri="{FF2B5EF4-FFF2-40B4-BE49-F238E27FC236}">
                <a16:creationId xmlns:a16="http://schemas.microsoft.com/office/drawing/2014/main" id="{17442453-1754-875C-3B79-1656AB8E5A7E}"/>
              </a:ext>
            </a:extLst>
          </p:cNvPr>
          <p:cNvSpPr>
            <a:spLocks noGrp="1"/>
          </p:cNvSpPr>
          <p:nvPr>
            <p:ph type="pic" sz="quarter" idx="16"/>
          </p:nvPr>
        </p:nvSpPr>
        <p:spPr bwMode="gray">
          <a:xfrm>
            <a:off x="4727882" y="2853133"/>
            <a:ext cx="2808286" cy="2591741"/>
          </a:xfrm>
          <a:prstGeom prst="roundRect">
            <a:avLst>
              <a:gd name="adj" fmla="val 8334"/>
            </a:avLst>
          </a:prstGeom>
          <a:solidFill>
            <a:schemeClr val="bg2"/>
          </a:solidFill>
        </p:spPr>
        <p:txBody>
          <a:bodyPr wrap="square">
            <a:noAutofit/>
          </a:bodyPr>
          <a:lstStyle>
            <a:lvl1pPr rtl="0">
              <a:defRPr>
                <a:solidFill>
                  <a:schemeClr val="tx1"/>
                </a:solidFill>
              </a:defRPr>
            </a:lvl1pP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de-DE"/>
              <a:t>Bild durch Klicken auf Symbol hinzufügen</a:t>
            </a:r>
            <a:endParaRPr lang="de-DE" dirty="0"/>
          </a:p>
        </p:txBody>
      </p:sp>
      <p:sp>
        <p:nvSpPr>
          <p:cNvPr id="9" name="Fußzeilenplatzhalter 8">
            <a:extLst>
              <a:ext uri="{FF2B5EF4-FFF2-40B4-BE49-F238E27FC236}">
                <a16:creationId xmlns:a16="http://schemas.microsoft.com/office/drawing/2014/main" id="{D03EB9C7-5B0D-40C1-4C1E-90D2B3B10616}"/>
              </a:ext>
            </a:extLst>
          </p:cNvPr>
          <p:cNvSpPr>
            <a:spLocks noGrp="1"/>
          </p:cNvSpPr>
          <p:nvPr>
            <p:ph type="ftr" sz="quarter" idx="10"/>
          </p:nvPr>
        </p:nvSpPr>
        <p:spPr bwMode="gray"/>
        <p:txBody>
          <a:bodyPr/>
          <a:lstStyle>
            <a:lvl1pPr rtl="0">
              <a:defRPr/>
            </a:lvl1pPr>
          </a:lstStyle>
          <a:p>
            <a:r>
              <a:rPr lang="de-DE"/>
              <a:t>© msg systems ag | Titel einfügen | 2025</a:t>
            </a:r>
          </a:p>
        </p:txBody>
      </p:sp>
      <p:sp>
        <p:nvSpPr>
          <p:cNvPr id="10" name="Foliennummernplatzhalter 9">
            <a:extLst>
              <a:ext uri="{FF2B5EF4-FFF2-40B4-BE49-F238E27FC236}">
                <a16:creationId xmlns:a16="http://schemas.microsoft.com/office/drawing/2014/main" id="{9DFE6708-DAE5-9464-8231-70CB5EC0057C}"/>
              </a:ext>
            </a:extLst>
          </p:cNvPr>
          <p:cNvSpPr>
            <a:spLocks noGrp="1"/>
          </p:cNvSpPr>
          <p:nvPr>
            <p:ph type="sldNum" sz="quarter" idx="11"/>
          </p:nvPr>
        </p:nvSpPr>
        <p:spPr bwMode="gray"/>
        <p:txBody>
          <a:bodyPr/>
          <a:lstStyle>
            <a:lvl1pPr rtl="0">
              <a:defRPr/>
            </a:lvl1pPr>
          </a:lstStyle>
          <a:p>
            <a:fld id="{1FBD72F1-A42A-46B0-A7F8-CE6A9835826C}" type="slidenum">
              <a:rPr lang="de-DE"/>
              <a:pPr/>
              <a:t>‹Nr.›</a:t>
            </a:fld>
            <a:endParaRPr lang="de-DE"/>
          </a:p>
        </p:txBody>
      </p:sp>
      <p:pic>
        <p:nvPicPr>
          <p:cNvPr id="11" name="Grafik 10">
            <a:extLst>
              <a:ext uri="{FF2B5EF4-FFF2-40B4-BE49-F238E27FC236}">
                <a16:creationId xmlns:a16="http://schemas.microsoft.com/office/drawing/2014/main" id="{18DDB0B6-6024-EE63-F81C-9D6A387E6BAA}"/>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bwMode="gray">
          <a:xfrm>
            <a:off x="10704521" y="296864"/>
            <a:ext cx="1152942" cy="360000"/>
          </a:xfrm>
          <a:prstGeom prst="rect">
            <a:avLst/>
          </a:prstGeom>
        </p:spPr>
      </p:pic>
      <p:grpSp>
        <p:nvGrpSpPr>
          <p:cNvPr id="16" name="Gruppieren 15">
            <a:extLst>
              <a:ext uri="{FF2B5EF4-FFF2-40B4-BE49-F238E27FC236}">
                <a16:creationId xmlns:a16="http://schemas.microsoft.com/office/drawing/2014/main" id="{94E373BD-A210-48FB-0330-A62ADC2294C8}"/>
              </a:ext>
              <a:ext uri="{C183D7F6-B498-43B3-948B-1728B52AA6E4}">
                <adec:decorative xmlns:adec="http://schemas.microsoft.com/office/drawing/2017/decorative" val="1"/>
              </a:ext>
            </a:extLst>
          </p:cNvPr>
          <p:cNvGrpSpPr>
            <a:grpSpLocks/>
          </p:cNvGrpSpPr>
          <p:nvPr userDrawn="1"/>
        </p:nvGrpSpPr>
        <p:grpSpPr bwMode="gray">
          <a:xfrm>
            <a:off x="623888" y="-254000"/>
            <a:ext cx="11233150" cy="144000"/>
            <a:chOff x="623888" y="0"/>
            <a:chExt cx="11233150" cy="6858000"/>
          </a:xfrm>
        </p:grpSpPr>
        <p:cxnSp>
          <p:nvCxnSpPr>
            <p:cNvPr id="17" name="Gerader Verbinder 16">
              <a:extLst>
                <a:ext uri="{FF2B5EF4-FFF2-40B4-BE49-F238E27FC236}">
                  <a16:creationId xmlns:a16="http://schemas.microsoft.com/office/drawing/2014/main" id="{143AEAFB-896C-623B-064D-2A1D2F4A248F}"/>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405DA5D7-6D8C-787F-DCA9-6D12E29F2386}"/>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27" name="Gruppieren 26">
            <a:extLst>
              <a:ext uri="{FF2B5EF4-FFF2-40B4-BE49-F238E27FC236}">
                <a16:creationId xmlns:a16="http://schemas.microsoft.com/office/drawing/2014/main" id="{13C492C9-1DE9-2543-19F4-F0B3A243D386}"/>
              </a:ext>
              <a:ext uri="{C183D7F6-B498-43B3-948B-1728B52AA6E4}">
                <adec:decorative xmlns:adec="http://schemas.microsoft.com/office/drawing/2017/decorative" val="1"/>
              </a:ext>
            </a:extLst>
          </p:cNvPr>
          <p:cNvGrpSpPr>
            <a:grpSpLocks/>
          </p:cNvGrpSpPr>
          <p:nvPr userDrawn="1"/>
        </p:nvGrpSpPr>
        <p:grpSpPr bwMode="gray">
          <a:xfrm>
            <a:off x="623888" y="6972300"/>
            <a:ext cx="11233150" cy="144000"/>
            <a:chOff x="623888" y="0"/>
            <a:chExt cx="11233150" cy="6858000"/>
          </a:xfrm>
        </p:grpSpPr>
        <p:cxnSp>
          <p:nvCxnSpPr>
            <p:cNvPr id="28" name="Gerader Verbinder 27">
              <a:extLst>
                <a:ext uri="{FF2B5EF4-FFF2-40B4-BE49-F238E27FC236}">
                  <a16:creationId xmlns:a16="http://schemas.microsoft.com/office/drawing/2014/main" id="{F55A8800-6C3B-5E27-A87D-35AFFB8A5318}"/>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F94D55FF-CAC9-7213-88F4-0873CC693DB5}"/>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193" name="Gruppieren 192">
            <a:extLst>
              <a:ext uri="{FF2B5EF4-FFF2-40B4-BE49-F238E27FC236}">
                <a16:creationId xmlns:a16="http://schemas.microsoft.com/office/drawing/2014/main" id="{CFC190BE-C025-07E9-8F3B-A5C0823667E9}"/>
              </a:ext>
              <a:ext uri="{C183D7F6-B498-43B3-948B-1728B52AA6E4}">
                <adec:decorative xmlns:adec="http://schemas.microsoft.com/office/drawing/2017/decorative" val="1"/>
              </a:ext>
            </a:extLst>
          </p:cNvPr>
          <p:cNvGrpSpPr/>
          <p:nvPr userDrawn="1"/>
        </p:nvGrpSpPr>
        <p:grpSpPr bwMode="gray">
          <a:xfrm>
            <a:off x="-254000" y="296863"/>
            <a:ext cx="144000" cy="6300787"/>
            <a:chOff x="0" y="296863"/>
            <a:chExt cx="12192000" cy="6300787"/>
          </a:xfrm>
        </p:grpSpPr>
        <p:cxnSp>
          <p:nvCxnSpPr>
            <p:cNvPr id="194" name="Gerader Verbinder 193">
              <a:extLst>
                <a:ext uri="{FF2B5EF4-FFF2-40B4-BE49-F238E27FC236}">
                  <a16:creationId xmlns:a16="http://schemas.microsoft.com/office/drawing/2014/main" id="{39E7FD98-1F5F-9389-6D98-E23881BC4C8D}"/>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5" name="Gerader Verbinder 194">
              <a:extLst>
                <a:ext uri="{FF2B5EF4-FFF2-40B4-BE49-F238E27FC236}">
                  <a16:creationId xmlns:a16="http://schemas.microsoft.com/office/drawing/2014/main" id="{3A8187C5-E9DF-116E-2082-4962145F9CA8}"/>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6" name="Gerader Verbinder 195">
              <a:extLst>
                <a:ext uri="{FF2B5EF4-FFF2-40B4-BE49-F238E27FC236}">
                  <a16:creationId xmlns:a16="http://schemas.microsoft.com/office/drawing/2014/main" id="{512C6319-7407-AA3F-B542-E65722D7EF2C}"/>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7" name="Gerader Verbinder 196">
              <a:extLst>
                <a:ext uri="{FF2B5EF4-FFF2-40B4-BE49-F238E27FC236}">
                  <a16:creationId xmlns:a16="http://schemas.microsoft.com/office/drawing/2014/main" id="{A28FABA8-2A59-455E-3E44-ED7B9778BB43}"/>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8" name="Gerader Verbinder 197">
              <a:extLst>
                <a:ext uri="{FF2B5EF4-FFF2-40B4-BE49-F238E27FC236}">
                  <a16:creationId xmlns:a16="http://schemas.microsoft.com/office/drawing/2014/main" id="{F7E6EC70-FB20-ED3B-9089-BAFCFFDD0786}"/>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9" name="Gerader Verbinder 198">
              <a:extLst>
                <a:ext uri="{FF2B5EF4-FFF2-40B4-BE49-F238E27FC236}">
                  <a16:creationId xmlns:a16="http://schemas.microsoft.com/office/drawing/2014/main" id="{A45894CC-ECCA-00A6-5B51-D42A72E19BAA}"/>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0" name="Gerader Verbinder 199">
              <a:extLst>
                <a:ext uri="{FF2B5EF4-FFF2-40B4-BE49-F238E27FC236}">
                  <a16:creationId xmlns:a16="http://schemas.microsoft.com/office/drawing/2014/main" id="{CF4F44B9-D646-2936-DF99-DE360CBB80C0}"/>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201" name="Gruppieren 200">
            <a:extLst>
              <a:ext uri="{FF2B5EF4-FFF2-40B4-BE49-F238E27FC236}">
                <a16:creationId xmlns:a16="http://schemas.microsoft.com/office/drawing/2014/main" id="{147157ED-F86B-4A76-DF44-6078377EAF4E}"/>
              </a:ext>
              <a:ext uri="{C183D7F6-B498-43B3-948B-1728B52AA6E4}">
                <adec:decorative xmlns:adec="http://schemas.microsoft.com/office/drawing/2017/decorative" val="1"/>
              </a:ext>
            </a:extLst>
          </p:cNvPr>
          <p:cNvGrpSpPr/>
          <p:nvPr userDrawn="1"/>
        </p:nvGrpSpPr>
        <p:grpSpPr bwMode="gray">
          <a:xfrm>
            <a:off x="12301940" y="296863"/>
            <a:ext cx="144000" cy="6300787"/>
            <a:chOff x="0" y="296863"/>
            <a:chExt cx="12192000" cy="6300787"/>
          </a:xfrm>
        </p:grpSpPr>
        <p:cxnSp>
          <p:nvCxnSpPr>
            <p:cNvPr id="202" name="Gerader Verbinder 201">
              <a:extLst>
                <a:ext uri="{FF2B5EF4-FFF2-40B4-BE49-F238E27FC236}">
                  <a16:creationId xmlns:a16="http://schemas.microsoft.com/office/drawing/2014/main" id="{679A183C-CD11-4367-E24A-7CD26B3E633A}"/>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3" name="Gerader Verbinder 202">
              <a:extLst>
                <a:ext uri="{FF2B5EF4-FFF2-40B4-BE49-F238E27FC236}">
                  <a16:creationId xmlns:a16="http://schemas.microsoft.com/office/drawing/2014/main" id="{260391BA-A2AF-7831-C79D-CF37A3BF83D9}"/>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4" name="Gerader Verbinder 203">
              <a:extLst>
                <a:ext uri="{FF2B5EF4-FFF2-40B4-BE49-F238E27FC236}">
                  <a16:creationId xmlns:a16="http://schemas.microsoft.com/office/drawing/2014/main" id="{A48559C3-A3ED-0148-D4AA-1BC9BEDC54C3}"/>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5" name="Gerader Verbinder 204">
              <a:extLst>
                <a:ext uri="{FF2B5EF4-FFF2-40B4-BE49-F238E27FC236}">
                  <a16:creationId xmlns:a16="http://schemas.microsoft.com/office/drawing/2014/main" id="{F2F86103-863F-DEF0-775E-8A94EAA8326F}"/>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6" name="Gerader Verbinder 205">
              <a:extLst>
                <a:ext uri="{FF2B5EF4-FFF2-40B4-BE49-F238E27FC236}">
                  <a16:creationId xmlns:a16="http://schemas.microsoft.com/office/drawing/2014/main" id="{B5AB6C27-248A-8110-7E6F-E1914FC7BD94}"/>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7" name="Gerader Verbinder 206">
              <a:extLst>
                <a:ext uri="{FF2B5EF4-FFF2-40B4-BE49-F238E27FC236}">
                  <a16:creationId xmlns:a16="http://schemas.microsoft.com/office/drawing/2014/main" id="{A8E0EB02-0F3F-19C4-A9B1-97E06CA2D83F}"/>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8" name="Gerader Verbinder 207">
              <a:extLst>
                <a:ext uri="{FF2B5EF4-FFF2-40B4-BE49-F238E27FC236}">
                  <a16:creationId xmlns:a16="http://schemas.microsoft.com/office/drawing/2014/main" id="{99A84C1C-967E-59B8-566D-8090ECFC1C48}"/>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5047380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ild und Aufzählun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A25395A-8F8D-D2E4-F755-32C3801B6119}"/>
              </a:ext>
            </a:extLst>
          </p:cNvPr>
          <p:cNvGraphicFramePr>
            <a:graphicFrameLocks noChangeAspect="1"/>
          </p:cNvGraphicFramePr>
          <p:nvPr userDrawn="1">
            <p:custDataLst>
              <p:tags r:id="rId1"/>
            </p:custDataLst>
            <p:extLst>
              <p:ext uri="{D42A27DB-BD31-4B8C-83A1-F6EECF244321}">
                <p14:modId xmlns:p14="http://schemas.microsoft.com/office/powerpoint/2010/main" val="41382994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8" name="think-cell data - do not delete" hidden="1">
                        <a:extLst>
                          <a:ext uri="{FF2B5EF4-FFF2-40B4-BE49-F238E27FC236}">
                            <a16:creationId xmlns:a16="http://schemas.microsoft.com/office/drawing/2014/main" id="{DA25395A-8F8D-D2E4-F755-32C3801B611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2" name="Textplatzhalter 11">
            <a:extLst>
              <a:ext uri="{FF2B5EF4-FFF2-40B4-BE49-F238E27FC236}">
                <a16:creationId xmlns:a16="http://schemas.microsoft.com/office/drawing/2014/main" id="{5886BF3F-05AB-B72A-A5EC-1196760E9C96}"/>
              </a:ext>
            </a:extLst>
          </p:cNvPr>
          <p:cNvSpPr>
            <a:spLocks noGrp="1"/>
          </p:cNvSpPr>
          <p:nvPr>
            <p:ph type="body" sz="quarter" idx="12" hasCustomPrompt="1"/>
          </p:nvPr>
        </p:nvSpPr>
        <p:spPr bwMode="gray">
          <a:xfrm>
            <a:off x="623888" y="296863"/>
            <a:ext cx="9489600" cy="169277"/>
          </a:xfrm>
          <a:noFill/>
        </p:spPr>
        <p:txBody>
          <a:bodyPr wrap="square" lIns="0" tIns="0" rIns="0" bIns="0" anchor="ctr">
            <a:noAutofit/>
          </a:bodyPr>
          <a:lstStyle>
            <a:lvl1pPr rtl="0">
              <a:defRPr sz="1100" b="0">
                <a:solidFill>
                  <a:schemeClr val="tx1"/>
                </a:solidFill>
              </a:defRPr>
            </a:lvl1pPr>
          </a:lstStyle>
          <a:p>
            <a:pPr lvl="0"/>
            <a:r>
              <a:rPr lang="de-DE" err="1"/>
              <a:t>Subtitle</a:t>
            </a:r>
            <a:r>
              <a:rPr lang="de-DE"/>
              <a:t> einfügen</a:t>
            </a:r>
          </a:p>
        </p:txBody>
      </p:sp>
      <p:sp>
        <p:nvSpPr>
          <p:cNvPr id="2" name="Titel 1">
            <a:extLst>
              <a:ext uri="{FF2B5EF4-FFF2-40B4-BE49-F238E27FC236}">
                <a16:creationId xmlns:a16="http://schemas.microsoft.com/office/drawing/2014/main" id="{6EFC4E64-FF88-559D-D12A-F48A2E523085}"/>
              </a:ext>
            </a:extLst>
          </p:cNvPr>
          <p:cNvSpPr>
            <a:spLocks noGrp="1"/>
          </p:cNvSpPr>
          <p:nvPr>
            <p:ph type="title"/>
          </p:nvPr>
        </p:nvSpPr>
        <p:spPr bwMode="gray">
          <a:xfrm>
            <a:off x="623888" y="620713"/>
            <a:ext cx="9489600" cy="738664"/>
          </a:xfrm>
        </p:spPr>
        <p:txBody>
          <a:bodyPr vert="horz"/>
          <a:lstStyle>
            <a:lvl1pPr rtl="0">
              <a:defRPr/>
            </a:lvl1pPr>
          </a:lstStyle>
          <a:p>
            <a:r>
              <a:rPr lang="de-DE"/>
              <a:t>Mastertitelformat bearbeiten</a:t>
            </a:r>
            <a:endParaRPr lang="de-DE" dirty="0"/>
          </a:p>
        </p:txBody>
      </p:sp>
      <p:sp>
        <p:nvSpPr>
          <p:cNvPr id="112" name="Bildplatzhalter 111" descr="Zweigeteiltes Layout mit einem Bild links und einer Textbox rechts daneben. Das Bild ist änderbar.">
            <a:extLst>
              <a:ext uri="{FF2B5EF4-FFF2-40B4-BE49-F238E27FC236}">
                <a16:creationId xmlns:a16="http://schemas.microsoft.com/office/drawing/2014/main" id="{A07BD216-7CD4-49F3-6495-F6DEE6A0DB8A}"/>
              </a:ext>
            </a:extLst>
          </p:cNvPr>
          <p:cNvSpPr>
            <a:spLocks noGrp="1"/>
          </p:cNvSpPr>
          <p:nvPr>
            <p:ph type="pic" sz="quarter" idx="14"/>
          </p:nvPr>
        </p:nvSpPr>
        <p:spPr bwMode="gray">
          <a:xfrm>
            <a:off x="623888" y="1773240"/>
            <a:ext cx="7344743" cy="4319586"/>
          </a:xfrm>
          <a:custGeom>
            <a:avLst/>
            <a:gdLst>
              <a:gd name="connsiteX0" fmla="*/ 0 w 7344743"/>
              <a:gd name="connsiteY0" fmla="*/ 0 h 4319586"/>
              <a:gd name="connsiteX1" fmla="*/ 215979 w 7344743"/>
              <a:gd name="connsiteY1" fmla="*/ 0 h 4319586"/>
              <a:gd name="connsiteX2" fmla="*/ 914400 w 7344743"/>
              <a:gd name="connsiteY2" fmla="*/ 0 h 4319586"/>
              <a:gd name="connsiteX3" fmla="*/ 7128764 w 7344743"/>
              <a:gd name="connsiteY3" fmla="*/ 0 h 4319586"/>
              <a:gd name="connsiteX4" fmla="*/ 7344743 w 7344743"/>
              <a:gd name="connsiteY4" fmla="*/ 215979 h 4319586"/>
              <a:gd name="connsiteX5" fmla="*/ 7344743 w 7344743"/>
              <a:gd name="connsiteY5" fmla="*/ 3405186 h 4319586"/>
              <a:gd name="connsiteX6" fmla="*/ 7344743 w 7344743"/>
              <a:gd name="connsiteY6" fmla="*/ 4103607 h 4319586"/>
              <a:gd name="connsiteX7" fmla="*/ 7344743 w 7344743"/>
              <a:gd name="connsiteY7" fmla="*/ 4319586 h 4319586"/>
              <a:gd name="connsiteX8" fmla="*/ 7128764 w 7344743"/>
              <a:gd name="connsiteY8" fmla="*/ 4319586 h 4319586"/>
              <a:gd name="connsiteX9" fmla="*/ 6430343 w 7344743"/>
              <a:gd name="connsiteY9" fmla="*/ 4319586 h 4319586"/>
              <a:gd name="connsiteX10" fmla="*/ 215979 w 7344743"/>
              <a:gd name="connsiteY10" fmla="*/ 4319586 h 4319586"/>
              <a:gd name="connsiteX11" fmla="*/ 0 w 7344743"/>
              <a:gd name="connsiteY11" fmla="*/ 4103607 h 4319586"/>
              <a:gd name="connsiteX12" fmla="*/ 0 w 7344743"/>
              <a:gd name="connsiteY12" fmla="*/ 914400 h 4319586"/>
              <a:gd name="connsiteX13" fmla="*/ 0 w 7344743"/>
              <a:gd name="connsiteY13" fmla="*/ 215979 h 4319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344743" h="4319586">
                <a:moveTo>
                  <a:pt x="0" y="0"/>
                </a:moveTo>
                <a:lnTo>
                  <a:pt x="215979" y="0"/>
                </a:lnTo>
                <a:lnTo>
                  <a:pt x="914400" y="0"/>
                </a:lnTo>
                <a:lnTo>
                  <a:pt x="7128764" y="0"/>
                </a:lnTo>
                <a:cubicBezTo>
                  <a:pt x="7248046" y="0"/>
                  <a:pt x="7344743" y="96697"/>
                  <a:pt x="7344743" y="215979"/>
                </a:cubicBezTo>
                <a:lnTo>
                  <a:pt x="7344743" y="3405186"/>
                </a:lnTo>
                <a:lnTo>
                  <a:pt x="7344743" y="4103607"/>
                </a:lnTo>
                <a:lnTo>
                  <a:pt x="7344743" y="4319586"/>
                </a:lnTo>
                <a:lnTo>
                  <a:pt x="7128764" y="4319586"/>
                </a:lnTo>
                <a:lnTo>
                  <a:pt x="6430343" y="4319586"/>
                </a:lnTo>
                <a:lnTo>
                  <a:pt x="215979" y="4319586"/>
                </a:lnTo>
                <a:cubicBezTo>
                  <a:pt x="96697" y="4319586"/>
                  <a:pt x="0" y="4222889"/>
                  <a:pt x="0" y="4103607"/>
                </a:cubicBezTo>
                <a:lnTo>
                  <a:pt x="0" y="914400"/>
                </a:lnTo>
                <a:lnTo>
                  <a:pt x="0" y="215979"/>
                </a:lnTo>
                <a:close/>
              </a:path>
            </a:pathLst>
          </a:custGeom>
          <a:solidFill>
            <a:schemeClr val="bg2"/>
          </a:solidFill>
        </p:spPr>
        <p:txBody>
          <a:bodyPr wrap="square">
            <a:noAutofit/>
          </a:bodyPr>
          <a:lstStyle>
            <a:lvl1pPr rtl="0">
              <a:defRPr>
                <a:solidFill>
                  <a:schemeClr val="tx1"/>
                </a:solidFill>
              </a:defRPr>
            </a:lvl1pPr>
          </a:lstStyle>
          <a:p>
            <a:r>
              <a:rPr lang="de-DE"/>
              <a:t>Bild durch Klicken auf Symbol hinzufügen</a:t>
            </a:r>
            <a:endParaRPr lang="de-DE" dirty="0"/>
          </a:p>
        </p:txBody>
      </p:sp>
      <p:sp>
        <p:nvSpPr>
          <p:cNvPr id="5" name="Textplatzhalter 4">
            <a:extLst>
              <a:ext uri="{FF2B5EF4-FFF2-40B4-BE49-F238E27FC236}">
                <a16:creationId xmlns:a16="http://schemas.microsoft.com/office/drawing/2014/main" id="{8D0BD29D-F4AB-591C-E885-C312AC61FAE3}"/>
              </a:ext>
            </a:extLst>
          </p:cNvPr>
          <p:cNvSpPr>
            <a:spLocks noGrp="1"/>
          </p:cNvSpPr>
          <p:nvPr>
            <p:ph type="body" sz="quarter" idx="13"/>
          </p:nvPr>
        </p:nvSpPr>
        <p:spPr bwMode="gray">
          <a:xfrm>
            <a:off x="8400675" y="1773239"/>
            <a:ext cx="3456361" cy="4319582"/>
          </a:xfrm>
        </p:spPr>
        <p:txBody>
          <a:bodyPr/>
          <a:lstStyle>
            <a:lvl1pPr rtl="0">
              <a:defRPr/>
            </a:lvl1pPr>
            <a:lvl2pPr rtl="0">
              <a:defRPr/>
            </a:lvl2pPr>
            <a:lvl3pPr rtl="0">
              <a:defRPr/>
            </a:lvl3pPr>
            <a:lvl4pPr rtl="0">
              <a:defRPr/>
            </a:lvl4pPr>
            <a:lvl5pPr rtl="0">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13" name="Fußzeilenplatzhalter 112">
            <a:extLst>
              <a:ext uri="{FF2B5EF4-FFF2-40B4-BE49-F238E27FC236}">
                <a16:creationId xmlns:a16="http://schemas.microsoft.com/office/drawing/2014/main" id="{B3554CE7-D079-62C5-F0BB-8AC8D0B72B58}"/>
              </a:ext>
            </a:extLst>
          </p:cNvPr>
          <p:cNvSpPr>
            <a:spLocks noGrp="1"/>
          </p:cNvSpPr>
          <p:nvPr>
            <p:ph type="ftr" sz="quarter" idx="15"/>
          </p:nvPr>
        </p:nvSpPr>
        <p:spPr/>
        <p:txBody>
          <a:bodyPr/>
          <a:lstStyle/>
          <a:p>
            <a:r>
              <a:rPr lang="de-DE"/>
              <a:t>© msg systems ag | Titel einfügen | 2025</a:t>
            </a:r>
            <a:endParaRPr lang="de-DE" dirty="0"/>
          </a:p>
        </p:txBody>
      </p:sp>
      <p:sp>
        <p:nvSpPr>
          <p:cNvPr id="114" name="Foliennummernplatzhalter 113">
            <a:extLst>
              <a:ext uri="{FF2B5EF4-FFF2-40B4-BE49-F238E27FC236}">
                <a16:creationId xmlns:a16="http://schemas.microsoft.com/office/drawing/2014/main" id="{2CAB392D-6C48-3132-7A9C-6201CDE708AD}"/>
              </a:ext>
            </a:extLst>
          </p:cNvPr>
          <p:cNvSpPr>
            <a:spLocks noGrp="1"/>
          </p:cNvSpPr>
          <p:nvPr>
            <p:ph type="sldNum" sz="quarter" idx="16"/>
          </p:nvPr>
        </p:nvSpPr>
        <p:spPr/>
        <p:txBody>
          <a:bodyPr/>
          <a:lstStyle/>
          <a:p>
            <a:fld id="{1FBD72F1-A42A-46B0-A7F8-CE6A9835826C}" type="slidenum">
              <a:rPr lang="de-DE"/>
              <a:pPr/>
              <a:t>‹Nr.›</a:t>
            </a:fld>
            <a:endParaRPr lang="de-DE" dirty="0"/>
          </a:p>
        </p:txBody>
      </p:sp>
      <p:grpSp>
        <p:nvGrpSpPr>
          <p:cNvPr id="14" name="Gruppieren 13">
            <a:extLst>
              <a:ext uri="{FF2B5EF4-FFF2-40B4-BE49-F238E27FC236}">
                <a16:creationId xmlns:a16="http://schemas.microsoft.com/office/drawing/2014/main" id="{5E4F4C11-F828-EEB5-D491-B5E147CB0001}"/>
              </a:ext>
              <a:ext uri="{C183D7F6-B498-43B3-948B-1728B52AA6E4}">
                <adec:decorative xmlns:adec="http://schemas.microsoft.com/office/drawing/2017/decorative" val="1"/>
              </a:ext>
            </a:extLst>
          </p:cNvPr>
          <p:cNvGrpSpPr>
            <a:grpSpLocks/>
          </p:cNvGrpSpPr>
          <p:nvPr userDrawn="1"/>
        </p:nvGrpSpPr>
        <p:grpSpPr bwMode="gray">
          <a:xfrm>
            <a:off x="623888" y="-254000"/>
            <a:ext cx="11233150" cy="144000"/>
            <a:chOff x="623888" y="0"/>
            <a:chExt cx="11233150" cy="6858000"/>
          </a:xfrm>
        </p:grpSpPr>
        <p:cxnSp>
          <p:nvCxnSpPr>
            <p:cNvPr id="15" name="Gerader Verbinder 14">
              <a:extLst>
                <a:ext uri="{FF2B5EF4-FFF2-40B4-BE49-F238E27FC236}">
                  <a16:creationId xmlns:a16="http://schemas.microsoft.com/office/drawing/2014/main" id="{45C8A40F-3570-7398-6606-ED012072CD52}"/>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40E6AF93-6ED4-13E4-ADF0-184B6C95E3C1}"/>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26" name="Gruppieren 25">
            <a:extLst>
              <a:ext uri="{FF2B5EF4-FFF2-40B4-BE49-F238E27FC236}">
                <a16:creationId xmlns:a16="http://schemas.microsoft.com/office/drawing/2014/main" id="{56157887-B659-DAFC-DD3D-26B3C41E02BB}"/>
              </a:ext>
              <a:ext uri="{C183D7F6-B498-43B3-948B-1728B52AA6E4}">
                <adec:decorative xmlns:adec="http://schemas.microsoft.com/office/drawing/2017/decorative" val="1"/>
              </a:ext>
            </a:extLst>
          </p:cNvPr>
          <p:cNvGrpSpPr>
            <a:grpSpLocks/>
          </p:cNvGrpSpPr>
          <p:nvPr userDrawn="1"/>
        </p:nvGrpSpPr>
        <p:grpSpPr bwMode="gray">
          <a:xfrm>
            <a:off x="623888" y="6972300"/>
            <a:ext cx="11233150" cy="144000"/>
            <a:chOff x="623888" y="0"/>
            <a:chExt cx="11233150" cy="6858000"/>
          </a:xfrm>
        </p:grpSpPr>
        <p:cxnSp>
          <p:nvCxnSpPr>
            <p:cNvPr id="27" name="Gerader Verbinder 26">
              <a:extLst>
                <a:ext uri="{FF2B5EF4-FFF2-40B4-BE49-F238E27FC236}">
                  <a16:creationId xmlns:a16="http://schemas.microsoft.com/office/drawing/2014/main" id="{3F895BE4-45FE-1DB3-BA15-3BD00B42B8C4}"/>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469C3F4F-57CE-28C9-AE13-2AB2D549697D}"/>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123" name="Gruppieren 122">
            <a:extLst>
              <a:ext uri="{FF2B5EF4-FFF2-40B4-BE49-F238E27FC236}">
                <a16:creationId xmlns:a16="http://schemas.microsoft.com/office/drawing/2014/main" id="{62EA6990-D6CC-3EC8-2D35-74606677D161}"/>
              </a:ext>
              <a:ext uri="{C183D7F6-B498-43B3-948B-1728B52AA6E4}">
                <adec:decorative xmlns:adec="http://schemas.microsoft.com/office/drawing/2017/decorative" val="1"/>
              </a:ext>
            </a:extLst>
          </p:cNvPr>
          <p:cNvGrpSpPr/>
          <p:nvPr userDrawn="1"/>
        </p:nvGrpSpPr>
        <p:grpSpPr bwMode="gray">
          <a:xfrm>
            <a:off x="12301940" y="296863"/>
            <a:ext cx="144000" cy="6300787"/>
            <a:chOff x="0" y="296863"/>
            <a:chExt cx="12192000" cy="6300787"/>
          </a:xfrm>
        </p:grpSpPr>
        <p:cxnSp>
          <p:nvCxnSpPr>
            <p:cNvPr id="124" name="Gerader Verbinder 123">
              <a:extLst>
                <a:ext uri="{FF2B5EF4-FFF2-40B4-BE49-F238E27FC236}">
                  <a16:creationId xmlns:a16="http://schemas.microsoft.com/office/drawing/2014/main" id="{C93D21CF-E90A-A46B-4CA6-95F10B16CC4B}"/>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25" name="Gerader Verbinder 124">
              <a:extLst>
                <a:ext uri="{FF2B5EF4-FFF2-40B4-BE49-F238E27FC236}">
                  <a16:creationId xmlns:a16="http://schemas.microsoft.com/office/drawing/2014/main" id="{20B2FDF5-A78D-BCFE-32D1-1307C61A9CD6}"/>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26" name="Gerader Verbinder 125">
              <a:extLst>
                <a:ext uri="{FF2B5EF4-FFF2-40B4-BE49-F238E27FC236}">
                  <a16:creationId xmlns:a16="http://schemas.microsoft.com/office/drawing/2014/main" id="{79DF1EC5-73F1-8C56-3697-679573889965}"/>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27" name="Gerader Verbinder 126">
              <a:extLst>
                <a:ext uri="{FF2B5EF4-FFF2-40B4-BE49-F238E27FC236}">
                  <a16:creationId xmlns:a16="http://schemas.microsoft.com/office/drawing/2014/main" id="{9BE78E2E-E9BF-379A-09C5-9E5CF527A34B}"/>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28" name="Gerader Verbinder 127">
              <a:extLst>
                <a:ext uri="{FF2B5EF4-FFF2-40B4-BE49-F238E27FC236}">
                  <a16:creationId xmlns:a16="http://schemas.microsoft.com/office/drawing/2014/main" id="{62EDBECE-29A3-D399-3AAF-921E886D418A}"/>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29" name="Gerader Verbinder 128">
              <a:extLst>
                <a:ext uri="{FF2B5EF4-FFF2-40B4-BE49-F238E27FC236}">
                  <a16:creationId xmlns:a16="http://schemas.microsoft.com/office/drawing/2014/main" id="{F7354BD8-357A-4B52-21AC-4147BF0000BE}"/>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30" name="Gerader Verbinder 129">
              <a:extLst>
                <a:ext uri="{FF2B5EF4-FFF2-40B4-BE49-F238E27FC236}">
                  <a16:creationId xmlns:a16="http://schemas.microsoft.com/office/drawing/2014/main" id="{AE5DB696-88E1-DE1C-B7F0-7289B10829AE}"/>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3" name="MIO_Placeholder_Mapping" hidden="1">
            <a:extLst>
              <a:ext uri="{FF2B5EF4-FFF2-40B4-BE49-F238E27FC236}">
                <a16:creationId xmlns:a16="http://schemas.microsoft.com/office/drawing/2014/main" id="{0CC79752-A389-58AB-5D6F-E98B52D34FED}"/>
              </a:ext>
            </a:extLst>
          </p:cNvPr>
          <p:cNvSpPr/>
          <p:nvPr userDrawn="1">
            <p:custDataLst>
              <p:tags r:id="rId2"/>
            </p:custDataLst>
          </p:nvPr>
        </p:nvSpPr>
        <p:spPr>
          <a:xfrm>
            <a:off x="0" y="0"/>
            <a:ext cx="0" cy="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de-DE" sz="1600" dirty="0"/>
          </a:p>
        </p:txBody>
      </p:sp>
    </p:spTree>
    <p:extLst>
      <p:ext uri="{BB962C8B-B14F-4D97-AF65-F5344CB8AC3E}">
        <p14:creationId xmlns:p14="http://schemas.microsoft.com/office/powerpoint/2010/main" val="169645456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Mosaik">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A25395A-8F8D-D2E4-F755-32C3801B6119}"/>
              </a:ext>
            </a:extLst>
          </p:cNvPr>
          <p:cNvGraphicFramePr>
            <a:graphicFrameLocks noChangeAspect="1"/>
          </p:cNvGraphicFramePr>
          <p:nvPr userDrawn="1">
            <p:custDataLst>
              <p:tags r:id="rId1"/>
            </p:custDataLst>
            <p:extLst>
              <p:ext uri="{D42A27DB-BD31-4B8C-83A1-F6EECF244321}">
                <p14:modId xmlns:p14="http://schemas.microsoft.com/office/powerpoint/2010/main" val="5347785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8" name="think-cell data - do not delete" hidden="1">
                        <a:extLst>
                          <a:ext uri="{FF2B5EF4-FFF2-40B4-BE49-F238E27FC236}">
                            <a16:creationId xmlns:a16="http://schemas.microsoft.com/office/drawing/2014/main" id="{DA25395A-8F8D-D2E4-F755-32C3801B611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2" name="Textplatzhalter 11">
            <a:extLst>
              <a:ext uri="{FF2B5EF4-FFF2-40B4-BE49-F238E27FC236}">
                <a16:creationId xmlns:a16="http://schemas.microsoft.com/office/drawing/2014/main" id="{5886BF3F-05AB-B72A-A5EC-1196760E9C96}"/>
              </a:ext>
            </a:extLst>
          </p:cNvPr>
          <p:cNvSpPr>
            <a:spLocks noGrp="1"/>
          </p:cNvSpPr>
          <p:nvPr>
            <p:ph type="body" sz="quarter" idx="12" hasCustomPrompt="1"/>
          </p:nvPr>
        </p:nvSpPr>
        <p:spPr bwMode="gray">
          <a:xfrm>
            <a:off x="623888" y="296863"/>
            <a:ext cx="9489600" cy="169277"/>
          </a:xfrm>
          <a:noFill/>
        </p:spPr>
        <p:txBody>
          <a:bodyPr wrap="square" lIns="0" tIns="0" rIns="0" bIns="0" anchor="ctr">
            <a:noAutofit/>
          </a:bodyPr>
          <a:lstStyle>
            <a:lvl1pPr rtl="0">
              <a:defRPr sz="1100" b="0">
                <a:solidFill>
                  <a:schemeClr val="tx1"/>
                </a:solidFill>
              </a:defRPr>
            </a:lvl1pPr>
          </a:lstStyle>
          <a:p>
            <a:pPr lvl="0"/>
            <a:r>
              <a:rPr lang="de-DE" err="1"/>
              <a:t>Subtitle</a:t>
            </a:r>
            <a:r>
              <a:rPr lang="de-DE"/>
              <a:t> einfügen</a:t>
            </a:r>
          </a:p>
        </p:txBody>
      </p:sp>
      <p:sp>
        <p:nvSpPr>
          <p:cNvPr id="2" name="Titel 1">
            <a:extLst>
              <a:ext uri="{FF2B5EF4-FFF2-40B4-BE49-F238E27FC236}">
                <a16:creationId xmlns:a16="http://schemas.microsoft.com/office/drawing/2014/main" id="{6EFC4E64-FF88-559D-D12A-F48A2E523085}"/>
              </a:ext>
            </a:extLst>
          </p:cNvPr>
          <p:cNvSpPr>
            <a:spLocks noGrp="1"/>
          </p:cNvSpPr>
          <p:nvPr>
            <p:ph type="title"/>
          </p:nvPr>
        </p:nvSpPr>
        <p:spPr bwMode="gray">
          <a:xfrm>
            <a:off x="623888" y="620713"/>
            <a:ext cx="9489600" cy="738664"/>
          </a:xfrm>
        </p:spPr>
        <p:txBody>
          <a:bodyPr vert="horz"/>
          <a:lstStyle>
            <a:lvl1pPr rtl="0">
              <a:defRPr/>
            </a:lvl1pPr>
          </a:lstStyle>
          <a:p>
            <a:r>
              <a:rPr lang="de-DE"/>
              <a:t>Mastertitelformat bearbeiten</a:t>
            </a:r>
          </a:p>
        </p:txBody>
      </p:sp>
      <p:sp>
        <p:nvSpPr>
          <p:cNvPr id="48" name="Bildplatzhalter 47" descr="6 Bilder als Kacheln angeordnet. Links 4 kleine Bilder, davon 2 oben, 2 unten. Rechts zwei größere Bilder nebeneinander, doppelt so hoch wie die kleinen Bilder links. Dies ist das erste kleine Bild in der oberen Reihe.">
            <a:extLst>
              <a:ext uri="{FF2B5EF4-FFF2-40B4-BE49-F238E27FC236}">
                <a16:creationId xmlns:a16="http://schemas.microsoft.com/office/drawing/2014/main" id="{A9429A64-91BA-CAB5-60A6-0D7B218748A9}"/>
              </a:ext>
            </a:extLst>
          </p:cNvPr>
          <p:cNvSpPr>
            <a:spLocks noGrp="1"/>
          </p:cNvSpPr>
          <p:nvPr>
            <p:ph type="pic" sz="quarter" idx="13"/>
          </p:nvPr>
        </p:nvSpPr>
        <p:spPr bwMode="gray">
          <a:xfrm>
            <a:off x="623888" y="1773240"/>
            <a:ext cx="2808287" cy="2178049"/>
          </a:xfrm>
          <a:custGeom>
            <a:avLst/>
            <a:gdLst>
              <a:gd name="connsiteX0" fmla="*/ 215670 w 2808287"/>
              <a:gd name="connsiteY0" fmla="*/ 0 h 2178049"/>
              <a:gd name="connsiteX1" fmla="*/ 2092007 w 2808287"/>
              <a:gd name="connsiteY1" fmla="*/ 0 h 2178049"/>
              <a:gd name="connsiteX2" fmla="*/ 2592617 w 2808287"/>
              <a:gd name="connsiteY2" fmla="*/ 0 h 2178049"/>
              <a:gd name="connsiteX3" fmla="*/ 2808287 w 2808287"/>
              <a:gd name="connsiteY3" fmla="*/ 0 h 2178049"/>
              <a:gd name="connsiteX4" fmla="*/ 2808287 w 2808287"/>
              <a:gd name="connsiteY4" fmla="*/ 215670 h 2178049"/>
              <a:gd name="connsiteX5" fmla="*/ 2808287 w 2808287"/>
              <a:gd name="connsiteY5" fmla="*/ 1962379 h 2178049"/>
              <a:gd name="connsiteX6" fmla="*/ 2808287 w 2808287"/>
              <a:gd name="connsiteY6" fmla="*/ 2178049 h 2178049"/>
              <a:gd name="connsiteX7" fmla="*/ 2592617 w 2808287"/>
              <a:gd name="connsiteY7" fmla="*/ 2178049 h 2178049"/>
              <a:gd name="connsiteX8" fmla="*/ 2432539 w 2808287"/>
              <a:gd name="connsiteY8" fmla="*/ 2178049 h 2178049"/>
              <a:gd name="connsiteX9" fmla="*/ 2092007 w 2808287"/>
              <a:gd name="connsiteY9" fmla="*/ 2178049 h 2178049"/>
              <a:gd name="connsiteX10" fmla="*/ 215670 w 2808287"/>
              <a:gd name="connsiteY10" fmla="*/ 2178049 h 2178049"/>
              <a:gd name="connsiteX11" fmla="*/ 0 w 2808287"/>
              <a:gd name="connsiteY11" fmla="*/ 2178049 h 2178049"/>
              <a:gd name="connsiteX12" fmla="*/ 0 w 2808287"/>
              <a:gd name="connsiteY12" fmla="*/ 1962379 h 2178049"/>
              <a:gd name="connsiteX13" fmla="*/ 0 w 2808287"/>
              <a:gd name="connsiteY13" fmla="*/ 1251900 h 2178049"/>
              <a:gd name="connsiteX14" fmla="*/ 0 w 2808287"/>
              <a:gd name="connsiteY14" fmla="*/ 215670 h 2178049"/>
              <a:gd name="connsiteX15" fmla="*/ 215670 w 2808287"/>
              <a:gd name="connsiteY15" fmla="*/ 0 h 2178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808287" h="2178049">
                <a:moveTo>
                  <a:pt x="215670" y="0"/>
                </a:moveTo>
                <a:lnTo>
                  <a:pt x="2092007" y="0"/>
                </a:lnTo>
                <a:lnTo>
                  <a:pt x="2592617" y="0"/>
                </a:lnTo>
                <a:lnTo>
                  <a:pt x="2808287" y="0"/>
                </a:lnTo>
                <a:lnTo>
                  <a:pt x="2808287" y="215670"/>
                </a:lnTo>
                <a:lnTo>
                  <a:pt x="2808287" y="1962379"/>
                </a:lnTo>
                <a:lnTo>
                  <a:pt x="2808287" y="2178049"/>
                </a:lnTo>
                <a:lnTo>
                  <a:pt x="2592617" y="2178049"/>
                </a:lnTo>
                <a:lnTo>
                  <a:pt x="2432539" y="2178049"/>
                </a:lnTo>
                <a:lnTo>
                  <a:pt x="2092007" y="2178049"/>
                </a:lnTo>
                <a:lnTo>
                  <a:pt x="215670" y="2178049"/>
                </a:lnTo>
                <a:lnTo>
                  <a:pt x="0" y="2178049"/>
                </a:lnTo>
                <a:lnTo>
                  <a:pt x="0" y="1962379"/>
                </a:lnTo>
                <a:lnTo>
                  <a:pt x="0" y="1251900"/>
                </a:lnTo>
                <a:lnTo>
                  <a:pt x="0" y="215670"/>
                </a:lnTo>
                <a:cubicBezTo>
                  <a:pt x="0" y="96559"/>
                  <a:pt x="96559" y="0"/>
                  <a:pt x="215670" y="0"/>
                </a:cubicBezTo>
                <a:close/>
              </a:path>
            </a:pathLst>
          </a:custGeom>
          <a:solidFill>
            <a:schemeClr val="bg2"/>
          </a:solidFill>
        </p:spPr>
        <p:txBody>
          <a:bodyPr wrap="square">
            <a:noAutofit/>
          </a:bodyP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de-DE"/>
              <a:t>Bild durch Klicken auf Symbol hinzufügen</a:t>
            </a:r>
            <a:endParaRPr lang="de-DE" dirty="0"/>
          </a:p>
        </p:txBody>
      </p:sp>
      <p:sp>
        <p:nvSpPr>
          <p:cNvPr id="7" name="Bildplatzhalter 6" descr="Dies ist das zweite kleine Bild in der oberen Reihe.">
            <a:extLst>
              <a:ext uri="{FF2B5EF4-FFF2-40B4-BE49-F238E27FC236}">
                <a16:creationId xmlns:a16="http://schemas.microsoft.com/office/drawing/2014/main" id="{CBD19825-FD24-6B55-51AC-DAFE83A5E355}"/>
              </a:ext>
            </a:extLst>
          </p:cNvPr>
          <p:cNvSpPr>
            <a:spLocks noGrp="1"/>
          </p:cNvSpPr>
          <p:nvPr>
            <p:ph type="pic" sz="quarter" idx="14"/>
          </p:nvPr>
        </p:nvSpPr>
        <p:spPr>
          <a:xfrm>
            <a:off x="3432175" y="1773240"/>
            <a:ext cx="2808287" cy="2178049"/>
          </a:xfrm>
          <a:solidFill>
            <a:schemeClr val="bg2"/>
          </a:solidFill>
        </p:spPr>
        <p:txBody>
          <a:bodyP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de-DE"/>
              <a:t>Bild durch Klicken auf Symbol hinzufügen</a:t>
            </a:r>
            <a:endParaRPr lang="de-DE" dirty="0"/>
          </a:p>
        </p:txBody>
      </p:sp>
      <p:sp>
        <p:nvSpPr>
          <p:cNvPr id="13" name="Bildplatzhalter 12" descr="Dies ist das erste kleine Bild in der unteren Reihe.">
            <a:extLst>
              <a:ext uri="{FF2B5EF4-FFF2-40B4-BE49-F238E27FC236}">
                <a16:creationId xmlns:a16="http://schemas.microsoft.com/office/drawing/2014/main" id="{ADD8A2E5-62D0-169D-337B-FDC9EDB2D407}"/>
              </a:ext>
            </a:extLst>
          </p:cNvPr>
          <p:cNvSpPr>
            <a:spLocks noGrp="1"/>
          </p:cNvSpPr>
          <p:nvPr>
            <p:ph type="pic" sz="quarter" idx="15"/>
          </p:nvPr>
        </p:nvSpPr>
        <p:spPr>
          <a:xfrm>
            <a:off x="623888" y="3951290"/>
            <a:ext cx="2808287" cy="2141536"/>
          </a:xfrm>
          <a:solidFill>
            <a:schemeClr val="bg2"/>
          </a:solidFill>
        </p:spPr>
        <p:txBody>
          <a:bodyP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de-DE"/>
              <a:t>Bild durch Klicken auf Symbol hinzufügen</a:t>
            </a:r>
            <a:endParaRPr lang="de-DE" dirty="0"/>
          </a:p>
        </p:txBody>
      </p:sp>
      <p:sp>
        <p:nvSpPr>
          <p:cNvPr id="38" name="Bildplatzhalter 37" descr="Dies ist das zweite kleine Bild in der unteren Reihe.">
            <a:extLst>
              <a:ext uri="{FF2B5EF4-FFF2-40B4-BE49-F238E27FC236}">
                <a16:creationId xmlns:a16="http://schemas.microsoft.com/office/drawing/2014/main" id="{53BBAF39-77A8-8850-AE43-CC114EB4E3C2}"/>
              </a:ext>
            </a:extLst>
          </p:cNvPr>
          <p:cNvSpPr>
            <a:spLocks noGrp="1"/>
          </p:cNvSpPr>
          <p:nvPr>
            <p:ph type="pic" sz="quarter" idx="16"/>
          </p:nvPr>
        </p:nvSpPr>
        <p:spPr>
          <a:xfrm>
            <a:off x="3432175" y="3951290"/>
            <a:ext cx="2808287" cy="2141536"/>
          </a:xfrm>
          <a:solidFill>
            <a:schemeClr val="bg2"/>
          </a:solidFill>
        </p:spPr>
        <p:txBody>
          <a:bodyP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de-DE"/>
              <a:t>Bild durch Klicken auf Symbol hinzufügen</a:t>
            </a:r>
            <a:endParaRPr lang="de-DE" dirty="0"/>
          </a:p>
        </p:txBody>
      </p:sp>
      <p:sp>
        <p:nvSpPr>
          <p:cNvPr id="40" name="Bildplatzhalter 39" descr="Dies ist das linke große Bild.">
            <a:extLst>
              <a:ext uri="{FF2B5EF4-FFF2-40B4-BE49-F238E27FC236}">
                <a16:creationId xmlns:a16="http://schemas.microsoft.com/office/drawing/2014/main" id="{B8F750F2-C9DC-F957-C4B9-615EA73942A5}"/>
              </a:ext>
            </a:extLst>
          </p:cNvPr>
          <p:cNvSpPr>
            <a:spLocks noGrp="1"/>
          </p:cNvSpPr>
          <p:nvPr>
            <p:ph type="pic" sz="quarter" idx="17"/>
          </p:nvPr>
        </p:nvSpPr>
        <p:spPr>
          <a:xfrm>
            <a:off x="6240462" y="1773240"/>
            <a:ext cx="2808287" cy="4319584"/>
          </a:xfrm>
          <a:solidFill>
            <a:schemeClr val="bg2"/>
          </a:solidFill>
        </p:spPr>
        <p:txBody>
          <a:bodyP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de-DE"/>
              <a:t>Bild durch Klicken auf Symbol hinzufügen</a:t>
            </a:r>
            <a:endParaRPr lang="de-DE" dirty="0"/>
          </a:p>
        </p:txBody>
      </p:sp>
      <p:sp>
        <p:nvSpPr>
          <p:cNvPr id="53" name="Bildplatzhalter 52" descr="Dies ist das rechte große Bild.">
            <a:extLst>
              <a:ext uri="{FF2B5EF4-FFF2-40B4-BE49-F238E27FC236}">
                <a16:creationId xmlns:a16="http://schemas.microsoft.com/office/drawing/2014/main" id="{635A3CB3-034D-498F-C8EA-BEBFE1AC01A3}"/>
              </a:ext>
            </a:extLst>
          </p:cNvPr>
          <p:cNvSpPr>
            <a:spLocks noGrp="1"/>
          </p:cNvSpPr>
          <p:nvPr>
            <p:ph type="pic" sz="quarter" idx="18"/>
          </p:nvPr>
        </p:nvSpPr>
        <p:spPr bwMode="gray">
          <a:xfrm>
            <a:off x="9048750" y="1773240"/>
            <a:ext cx="2808287" cy="4319584"/>
          </a:xfrm>
          <a:custGeom>
            <a:avLst/>
            <a:gdLst>
              <a:gd name="connsiteX0" fmla="*/ 0 w 2808287"/>
              <a:gd name="connsiteY0" fmla="*/ 0 h 4356098"/>
              <a:gd name="connsiteX1" fmla="*/ 215676 w 2808287"/>
              <a:gd name="connsiteY1" fmla="*/ 0 h 4356098"/>
              <a:gd name="connsiteX2" fmla="*/ 2592611 w 2808287"/>
              <a:gd name="connsiteY2" fmla="*/ 0 h 4356098"/>
              <a:gd name="connsiteX3" fmla="*/ 2808287 w 2808287"/>
              <a:gd name="connsiteY3" fmla="*/ 0 h 4356098"/>
              <a:gd name="connsiteX4" fmla="*/ 2808287 w 2808287"/>
              <a:gd name="connsiteY4" fmla="*/ 215676 h 4356098"/>
              <a:gd name="connsiteX5" fmla="*/ 2808287 w 2808287"/>
              <a:gd name="connsiteY5" fmla="*/ 1140506 h 4356098"/>
              <a:gd name="connsiteX6" fmla="*/ 2808287 w 2808287"/>
              <a:gd name="connsiteY6" fmla="*/ 4140422 h 4356098"/>
              <a:gd name="connsiteX7" fmla="*/ 2592611 w 2808287"/>
              <a:gd name="connsiteY7" fmla="*/ 4356098 h 4356098"/>
              <a:gd name="connsiteX8" fmla="*/ 1631951 w 2808287"/>
              <a:gd name="connsiteY8" fmla="*/ 4356098 h 4356098"/>
              <a:gd name="connsiteX9" fmla="*/ 215676 w 2808287"/>
              <a:gd name="connsiteY9" fmla="*/ 4356098 h 4356098"/>
              <a:gd name="connsiteX10" fmla="*/ 1 w 2808287"/>
              <a:gd name="connsiteY10" fmla="*/ 4356098 h 4356098"/>
              <a:gd name="connsiteX11" fmla="*/ 1 w 2808287"/>
              <a:gd name="connsiteY11" fmla="*/ 4140432 h 4356098"/>
              <a:gd name="connsiteX12" fmla="*/ 0 w 2808287"/>
              <a:gd name="connsiteY12" fmla="*/ 4140422 h 4356098"/>
              <a:gd name="connsiteX13" fmla="*/ 0 w 2808287"/>
              <a:gd name="connsiteY13" fmla="*/ 1140506 h 4356098"/>
              <a:gd name="connsiteX14" fmla="*/ 0 w 2808287"/>
              <a:gd name="connsiteY14" fmla="*/ 215676 h 4356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08287" h="4356098">
                <a:moveTo>
                  <a:pt x="0" y="0"/>
                </a:moveTo>
                <a:lnTo>
                  <a:pt x="215676" y="0"/>
                </a:lnTo>
                <a:lnTo>
                  <a:pt x="2592611" y="0"/>
                </a:lnTo>
                <a:lnTo>
                  <a:pt x="2808287" y="0"/>
                </a:lnTo>
                <a:lnTo>
                  <a:pt x="2808287" y="215676"/>
                </a:lnTo>
                <a:lnTo>
                  <a:pt x="2808287" y="1140506"/>
                </a:lnTo>
                <a:lnTo>
                  <a:pt x="2808287" y="4140422"/>
                </a:lnTo>
                <a:cubicBezTo>
                  <a:pt x="2808287" y="4259537"/>
                  <a:pt x="2711726" y="4356098"/>
                  <a:pt x="2592611" y="4356098"/>
                </a:cubicBezTo>
                <a:lnTo>
                  <a:pt x="1631951" y="4356098"/>
                </a:lnTo>
                <a:lnTo>
                  <a:pt x="215676" y="4356098"/>
                </a:lnTo>
                <a:lnTo>
                  <a:pt x="1" y="4356098"/>
                </a:lnTo>
                <a:lnTo>
                  <a:pt x="1" y="4140432"/>
                </a:lnTo>
                <a:lnTo>
                  <a:pt x="0" y="4140422"/>
                </a:lnTo>
                <a:lnTo>
                  <a:pt x="0" y="1140506"/>
                </a:lnTo>
                <a:lnTo>
                  <a:pt x="0" y="215676"/>
                </a:lnTo>
                <a:close/>
              </a:path>
            </a:pathLst>
          </a:custGeom>
          <a:solidFill>
            <a:schemeClr val="bg2"/>
          </a:solidFill>
        </p:spPr>
        <p:txBody>
          <a:bodyPr wrap="square">
            <a:noAutofit/>
          </a:bodyP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de-DE"/>
              <a:t>Bild durch Klicken auf Symbol hinzufügen</a:t>
            </a:r>
            <a:endParaRPr lang="de-DE" dirty="0"/>
          </a:p>
        </p:txBody>
      </p:sp>
      <p:sp>
        <p:nvSpPr>
          <p:cNvPr id="113" name="Fußzeilenplatzhalter 112">
            <a:extLst>
              <a:ext uri="{FF2B5EF4-FFF2-40B4-BE49-F238E27FC236}">
                <a16:creationId xmlns:a16="http://schemas.microsoft.com/office/drawing/2014/main" id="{90827D8A-F4EA-61E7-8BD9-C2DBDE5AE2F1}"/>
              </a:ext>
            </a:extLst>
          </p:cNvPr>
          <p:cNvSpPr>
            <a:spLocks noGrp="1"/>
          </p:cNvSpPr>
          <p:nvPr>
            <p:ph type="ftr" sz="quarter" idx="19"/>
          </p:nvPr>
        </p:nvSpPr>
        <p:spPr/>
        <p:txBody>
          <a:bodyPr/>
          <a:lstStyle/>
          <a:p>
            <a:r>
              <a:rPr lang="de-DE"/>
              <a:t>© msg systems ag | Titel einfügen | 2025</a:t>
            </a:r>
            <a:endParaRPr lang="de-DE" dirty="0"/>
          </a:p>
        </p:txBody>
      </p:sp>
      <p:sp>
        <p:nvSpPr>
          <p:cNvPr id="114" name="Foliennummernplatzhalter 113">
            <a:extLst>
              <a:ext uri="{FF2B5EF4-FFF2-40B4-BE49-F238E27FC236}">
                <a16:creationId xmlns:a16="http://schemas.microsoft.com/office/drawing/2014/main" id="{29859B51-F142-DEF0-1406-2A2C8104E652}"/>
              </a:ext>
            </a:extLst>
          </p:cNvPr>
          <p:cNvSpPr>
            <a:spLocks noGrp="1"/>
          </p:cNvSpPr>
          <p:nvPr>
            <p:ph type="sldNum" sz="quarter" idx="20"/>
          </p:nvPr>
        </p:nvSpPr>
        <p:spPr/>
        <p:txBody>
          <a:bodyPr/>
          <a:lstStyle/>
          <a:p>
            <a:fld id="{1FBD72F1-A42A-46B0-A7F8-CE6A9835826C}" type="slidenum">
              <a:rPr lang="de-DE"/>
              <a:pPr/>
              <a:t>‹Nr.›</a:t>
            </a:fld>
            <a:endParaRPr lang="de-DE" dirty="0"/>
          </a:p>
        </p:txBody>
      </p:sp>
      <p:grpSp>
        <p:nvGrpSpPr>
          <p:cNvPr id="14" name="Gruppieren 13">
            <a:extLst>
              <a:ext uri="{FF2B5EF4-FFF2-40B4-BE49-F238E27FC236}">
                <a16:creationId xmlns:a16="http://schemas.microsoft.com/office/drawing/2014/main" id="{5E4F4C11-F828-EEB5-D491-B5E147CB0001}"/>
              </a:ext>
              <a:ext uri="{C183D7F6-B498-43B3-948B-1728B52AA6E4}">
                <adec:decorative xmlns:adec="http://schemas.microsoft.com/office/drawing/2017/decorative" val="1"/>
              </a:ext>
            </a:extLst>
          </p:cNvPr>
          <p:cNvGrpSpPr>
            <a:grpSpLocks/>
          </p:cNvGrpSpPr>
          <p:nvPr userDrawn="1"/>
        </p:nvGrpSpPr>
        <p:grpSpPr bwMode="gray">
          <a:xfrm>
            <a:off x="623888" y="-254000"/>
            <a:ext cx="11233150" cy="144000"/>
            <a:chOff x="623888" y="0"/>
            <a:chExt cx="11233150" cy="6858000"/>
          </a:xfrm>
        </p:grpSpPr>
        <p:cxnSp>
          <p:nvCxnSpPr>
            <p:cNvPr id="15" name="Gerader Verbinder 14">
              <a:extLst>
                <a:ext uri="{FF2B5EF4-FFF2-40B4-BE49-F238E27FC236}">
                  <a16:creationId xmlns:a16="http://schemas.microsoft.com/office/drawing/2014/main" id="{45C8A40F-3570-7398-6606-ED012072CD52}"/>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40E6AF93-6ED4-13E4-ADF0-184B6C95E3C1}"/>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26" name="Gruppieren 25">
            <a:extLst>
              <a:ext uri="{FF2B5EF4-FFF2-40B4-BE49-F238E27FC236}">
                <a16:creationId xmlns:a16="http://schemas.microsoft.com/office/drawing/2014/main" id="{56157887-B659-DAFC-DD3D-26B3C41E02BB}"/>
              </a:ext>
              <a:ext uri="{C183D7F6-B498-43B3-948B-1728B52AA6E4}">
                <adec:decorative xmlns:adec="http://schemas.microsoft.com/office/drawing/2017/decorative" val="1"/>
              </a:ext>
            </a:extLst>
          </p:cNvPr>
          <p:cNvGrpSpPr>
            <a:grpSpLocks/>
          </p:cNvGrpSpPr>
          <p:nvPr userDrawn="1"/>
        </p:nvGrpSpPr>
        <p:grpSpPr bwMode="gray">
          <a:xfrm>
            <a:off x="623888" y="6972300"/>
            <a:ext cx="11233150" cy="144000"/>
            <a:chOff x="623888" y="0"/>
            <a:chExt cx="11233150" cy="6858000"/>
          </a:xfrm>
        </p:grpSpPr>
        <p:cxnSp>
          <p:nvCxnSpPr>
            <p:cNvPr id="27" name="Gerader Verbinder 26">
              <a:extLst>
                <a:ext uri="{FF2B5EF4-FFF2-40B4-BE49-F238E27FC236}">
                  <a16:creationId xmlns:a16="http://schemas.microsoft.com/office/drawing/2014/main" id="{3F895BE4-45FE-1DB3-BA15-3BD00B42B8C4}"/>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469C3F4F-57CE-28C9-AE13-2AB2D549697D}"/>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3" name="MIO_Placeholder_Mapping" hidden="1">
            <a:extLst>
              <a:ext uri="{FF2B5EF4-FFF2-40B4-BE49-F238E27FC236}">
                <a16:creationId xmlns:a16="http://schemas.microsoft.com/office/drawing/2014/main" id="{562E3B3A-C676-02ED-1B8C-8A3203F81CA6}"/>
              </a:ext>
            </a:extLst>
          </p:cNvPr>
          <p:cNvSpPr/>
          <p:nvPr userDrawn="1">
            <p:custDataLst>
              <p:tags r:id="rId2"/>
            </p:custDataLst>
          </p:nvPr>
        </p:nvSpPr>
        <p:spPr>
          <a:xfrm>
            <a:off x="0" y="0"/>
            <a:ext cx="0" cy="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de-DE" sz="1600" dirty="0"/>
          </a:p>
        </p:txBody>
      </p:sp>
    </p:spTree>
    <p:extLst>
      <p:ext uri="{BB962C8B-B14F-4D97-AF65-F5344CB8AC3E}">
        <p14:creationId xmlns:p14="http://schemas.microsoft.com/office/powerpoint/2010/main" val="171674445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Keymessage mit Bi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A25395A-8F8D-D2E4-F755-32C3801B6119}"/>
              </a:ext>
            </a:extLst>
          </p:cNvPr>
          <p:cNvGraphicFramePr>
            <a:graphicFrameLocks noChangeAspect="1"/>
          </p:cNvGraphicFramePr>
          <p:nvPr userDrawn="1">
            <p:custDataLst>
              <p:tags r:id="rId1"/>
            </p:custDataLst>
            <p:extLst>
              <p:ext uri="{D42A27DB-BD31-4B8C-83A1-F6EECF244321}">
                <p14:modId xmlns:p14="http://schemas.microsoft.com/office/powerpoint/2010/main" val="28323743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8" name="think-cell data - do not delete" hidden="1">
                        <a:extLst>
                          <a:ext uri="{FF2B5EF4-FFF2-40B4-BE49-F238E27FC236}">
                            <a16:creationId xmlns:a16="http://schemas.microsoft.com/office/drawing/2014/main" id="{DA25395A-8F8D-D2E4-F755-32C3801B611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Bildplatzhalter 3" descr="Bild füllt die komplette Folie aus, oben links Titel und Untertitel, Bild ist änderbar.">
            <a:extLst>
              <a:ext uri="{FF2B5EF4-FFF2-40B4-BE49-F238E27FC236}">
                <a16:creationId xmlns:a16="http://schemas.microsoft.com/office/drawing/2014/main" id="{0C3BE6D5-789A-7785-D582-2549391021AB}"/>
              </a:ext>
            </a:extLst>
          </p:cNvPr>
          <p:cNvSpPr>
            <a:spLocks noGrp="1"/>
          </p:cNvSpPr>
          <p:nvPr>
            <p:ph type="pic" sz="quarter" idx="14"/>
          </p:nvPr>
        </p:nvSpPr>
        <p:spPr bwMode="gray">
          <a:xfrm>
            <a:off x="2" y="1"/>
            <a:ext cx="12191999" cy="6857999"/>
          </a:xfrm>
          <a:custGeom>
            <a:avLst/>
            <a:gdLst>
              <a:gd name="connsiteX0" fmla="*/ 10764520 w 12191999"/>
              <a:gd name="connsiteY0" fmla="*/ 454510 h 6857999"/>
              <a:gd name="connsiteX1" fmla="*/ 10704520 w 12191999"/>
              <a:gd name="connsiteY1" fmla="*/ 514510 h 6857999"/>
              <a:gd name="connsiteX2" fmla="*/ 10764520 w 12191999"/>
              <a:gd name="connsiteY2" fmla="*/ 574510 h 6857999"/>
              <a:gd name="connsiteX3" fmla="*/ 10824520 w 12191999"/>
              <a:gd name="connsiteY3" fmla="*/ 514510 h 6857999"/>
              <a:gd name="connsiteX4" fmla="*/ 10764520 w 12191999"/>
              <a:gd name="connsiteY4" fmla="*/ 454510 h 6857999"/>
              <a:gd name="connsiteX5" fmla="*/ 11703579 w 12191999"/>
              <a:gd name="connsiteY5" fmla="*/ 338981 h 6857999"/>
              <a:gd name="connsiteX6" fmla="*/ 11807108 w 12191999"/>
              <a:gd name="connsiteY6" fmla="*/ 338981 h 6857999"/>
              <a:gd name="connsiteX7" fmla="*/ 11807108 w 12191999"/>
              <a:gd name="connsiteY7" fmla="*/ 530745 h 6857999"/>
              <a:gd name="connsiteX8" fmla="*/ 11701461 w 12191999"/>
              <a:gd name="connsiteY8" fmla="*/ 530745 h 6857999"/>
              <a:gd name="connsiteX9" fmla="*/ 11637696 w 12191999"/>
              <a:gd name="connsiteY9" fmla="*/ 492628 h 6857999"/>
              <a:gd name="connsiteX10" fmla="*/ 11637696 w 12191999"/>
              <a:gd name="connsiteY10" fmla="*/ 432863 h 6857999"/>
              <a:gd name="connsiteX11" fmla="*/ 11637696 w 12191999"/>
              <a:gd name="connsiteY11" fmla="*/ 383687 h 6857999"/>
              <a:gd name="connsiteX12" fmla="*/ 11703579 w 12191999"/>
              <a:gd name="connsiteY12" fmla="*/ 338981 h 6857999"/>
              <a:gd name="connsiteX13" fmla="*/ 11686167 w 12191999"/>
              <a:gd name="connsiteY13" fmla="*/ 296863 h 6857999"/>
              <a:gd name="connsiteX14" fmla="*/ 11612284 w 12191999"/>
              <a:gd name="connsiteY14" fmla="*/ 313804 h 6857999"/>
              <a:gd name="connsiteX15" fmla="*/ 11586402 w 12191999"/>
              <a:gd name="connsiteY15" fmla="*/ 384392 h 6857999"/>
              <a:gd name="connsiteX16" fmla="*/ 11586402 w 12191999"/>
              <a:gd name="connsiteY16" fmla="*/ 483922 h 6857999"/>
              <a:gd name="connsiteX17" fmla="*/ 11613931 w 12191999"/>
              <a:gd name="connsiteY17" fmla="*/ 558275 h 6857999"/>
              <a:gd name="connsiteX18" fmla="*/ 11686402 w 12191999"/>
              <a:gd name="connsiteY18" fmla="*/ 572628 h 6857999"/>
              <a:gd name="connsiteX19" fmla="*/ 11807108 w 12191999"/>
              <a:gd name="connsiteY19" fmla="*/ 572628 h 6857999"/>
              <a:gd name="connsiteX20" fmla="*/ 11807108 w 12191999"/>
              <a:gd name="connsiteY20" fmla="*/ 583216 h 6857999"/>
              <a:gd name="connsiteX21" fmla="*/ 11779108 w 12191999"/>
              <a:gd name="connsiteY21" fmla="*/ 613098 h 6857999"/>
              <a:gd name="connsiteX22" fmla="*/ 11621696 w 12191999"/>
              <a:gd name="connsiteY22" fmla="*/ 613098 h 6857999"/>
              <a:gd name="connsiteX23" fmla="*/ 11621696 w 12191999"/>
              <a:gd name="connsiteY23" fmla="*/ 657334 h 6857999"/>
              <a:gd name="connsiteX24" fmla="*/ 11795343 w 12191999"/>
              <a:gd name="connsiteY24" fmla="*/ 657334 h 6857999"/>
              <a:gd name="connsiteX25" fmla="*/ 11857226 w 12191999"/>
              <a:gd name="connsiteY25" fmla="*/ 597098 h 6857999"/>
              <a:gd name="connsiteX26" fmla="*/ 11857226 w 12191999"/>
              <a:gd name="connsiteY26" fmla="*/ 296863 h 6857999"/>
              <a:gd name="connsiteX27" fmla="*/ 11351579 w 12191999"/>
              <a:gd name="connsiteY27" fmla="*/ 296863 h 6857999"/>
              <a:gd name="connsiteX28" fmla="*/ 11280755 w 12191999"/>
              <a:gd name="connsiteY28" fmla="*/ 373334 h 6857999"/>
              <a:gd name="connsiteX29" fmla="*/ 11348049 w 12191999"/>
              <a:gd name="connsiteY29" fmla="*/ 452863 h 6857999"/>
              <a:gd name="connsiteX30" fmla="*/ 11467814 w 12191999"/>
              <a:gd name="connsiteY30" fmla="*/ 452863 h 6857999"/>
              <a:gd name="connsiteX31" fmla="*/ 11504520 w 12191999"/>
              <a:gd name="connsiteY31" fmla="*/ 494039 h 6857999"/>
              <a:gd name="connsiteX32" fmla="*/ 11468755 w 12191999"/>
              <a:gd name="connsiteY32" fmla="*/ 530745 h 6857999"/>
              <a:gd name="connsiteX33" fmla="*/ 11285461 w 12191999"/>
              <a:gd name="connsiteY33" fmla="*/ 530745 h 6857999"/>
              <a:gd name="connsiteX34" fmla="*/ 11285461 w 12191999"/>
              <a:gd name="connsiteY34" fmla="*/ 572863 h 6857999"/>
              <a:gd name="connsiteX35" fmla="*/ 11489932 w 12191999"/>
              <a:gd name="connsiteY35" fmla="*/ 572863 h 6857999"/>
              <a:gd name="connsiteX36" fmla="*/ 11555579 w 12191999"/>
              <a:gd name="connsiteY36" fmla="*/ 494510 h 6857999"/>
              <a:gd name="connsiteX37" fmla="*/ 11493226 w 12191999"/>
              <a:gd name="connsiteY37" fmla="*/ 411216 h 6857999"/>
              <a:gd name="connsiteX38" fmla="*/ 11363814 w 12191999"/>
              <a:gd name="connsiteY38" fmla="*/ 411216 h 6857999"/>
              <a:gd name="connsiteX39" fmla="*/ 11331108 w 12191999"/>
              <a:gd name="connsiteY39" fmla="*/ 374510 h 6857999"/>
              <a:gd name="connsiteX40" fmla="*/ 11369226 w 12191999"/>
              <a:gd name="connsiteY40" fmla="*/ 338981 h 6857999"/>
              <a:gd name="connsiteX41" fmla="*/ 11545932 w 12191999"/>
              <a:gd name="connsiteY41" fmla="*/ 338981 h 6857999"/>
              <a:gd name="connsiteX42" fmla="*/ 11545932 w 12191999"/>
              <a:gd name="connsiteY42" fmla="*/ 297098 h 6857999"/>
              <a:gd name="connsiteX43" fmla="*/ 10863343 w 12191999"/>
              <a:gd name="connsiteY43" fmla="*/ 296863 h 6857999"/>
              <a:gd name="connsiteX44" fmla="*/ 10863343 w 12191999"/>
              <a:gd name="connsiteY44" fmla="*/ 572628 h 6857999"/>
              <a:gd name="connsiteX45" fmla="*/ 10913696 w 12191999"/>
              <a:gd name="connsiteY45" fmla="*/ 572628 h 6857999"/>
              <a:gd name="connsiteX46" fmla="*/ 10913696 w 12191999"/>
              <a:gd name="connsiteY46" fmla="*/ 338745 h 6857999"/>
              <a:gd name="connsiteX47" fmla="*/ 11028990 w 12191999"/>
              <a:gd name="connsiteY47" fmla="*/ 338745 h 6857999"/>
              <a:gd name="connsiteX48" fmla="*/ 11028990 w 12191999"/>
              <a:gd name="connsiteY48" fmla="*/ 572628 h 6857999"/>
              <a:gd name="connsiteX49" fmla="*/ 11079578 w 12191999"/>
              <a:gd name="connsiteY49" fmla="*/ 572628 h 6857999"/>
              <a:gd name="connsiteX50" fmla="*/ 11079578 w 12191999"/>
              <a:gd name="connsiteY50" fmla="*/ 338745 h 6857999"/>
              <a:gd name="connsiteX51" fmla="*/ 11156284 w 12191999"/>
              <a:gd name="connsiteY51" fmla="*/ 338745 h 6857999"/>
              <a:gd name="connsiteX52" fmla="*/ 11200520 w 12191999"/>
              <a:gd name="connsiteY52" fmla="*/ 387922 h 6857999"/>
              <a:gd name="connsiteX53" fmla="*/ 11200520 w 12191999"/>
              <a:gd name="connsiteY53" fmla="*/ 572628 h 6857999"/>
              <a:gd name="connsiteX54" fmla="*/ 11250873 w 12191999"/>
              <a:gd name="connsiteY54" fmla="*/ 572628 h 6857999"/>
              <a:gd name="connsiteX55" fmla="*/ 11250873 w 12191999"/>
              <a:gd name="connsiteY55" fmla="*/ 374039 h 6857999"/>
              <a:gd name="connsiteX56" fmla="*/ 11181696 w 12191999"/>
              <a:gd name="connsiteY56" fmla="*/ 296863 h 6857999"/>
              <a:gd name="connsiteX57" fmla="*/ 0 w 12191999"/>
              <a:gd name="connsiteY57" fmla="*/ 0 h 6857999"/>
              <a:gd name="connsiteX58" fmla="*/ 12191999 w 12191999"/>
              <a:gd name="connsiteY58" fmla="*/ 0 h 6857999"/>
              <a:gd name="connsiteX59" fmla="*/ 12191999 w 12191999"/>
              <a:gd name="connsiteY59" fmla="*/ 6857999 h 6857999"/>
              <a:gd name="connsiteX60" fmla="*/ 0 w 12191999"/>
              <a:gd name="connsiteY60"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2191999" h="6857999">
                <a:moveTo>
                  <a:pt x="10764520" y="454510"/>
                </a:moveTo>
                <a:cubicBezTo>
                  <a:pt x="10731344" y="454510"/>
                  <a:pt x="10704520" y="481334"/>
                  <a:pt x="10704520" y="514510"/>
                </a:cubicBezTo>
                <a:cubicBezTo>
                  <a:pt x="10704520" y="547686"/>
                  <a:pt x="10731344" y="574510"/>
                  <a:pt x="10764520" y="574510"/>
                </a:cubicBezTo>
                <a:cubicBezTo>
                  <a:pt x="10797697" y="574510"/>
                  <a:pt x="10824520" y="547686"/>
                  <a:pt x="10824520" y="514510"/>
                </a:cubicBezTo>
                <a:cubicBezTo>
                  <a:pt x="10824520" y="481334"/>
                  <a:pt x="10797697" y="454510"/>
                  <a:pt x="10764520" y="454510"/>
                </a:cubicBezTo>
                <a:close/>
                <a:moveTo>
                  <a:pt x="11703579" y="338981"/>
                </a:moveTo>
                <a:lnTo>
                  <a:pt x="11807108" y="338981"/>
                </a:lnTo>
                <a:lnTo>
                  <a:pt x="11807108" y="530745"/>
                </a:lnTo>
                <a:lnTo>
                  <a:pt x="11701461" y="530745"/>
                </a:lnTo>
                <a:cubicBezTo>
                  <a:pt x="11670167" y="530981"/>
                  <a:pt x="11638637" y="533098"/>
                  <a:pt x="11637696" y="492628"/>
                </a:cubicBezTo>
                <a:cubicBezTo>
                  <a:pt x="11637696" y="490981"/>
                  <a:pt x="11637461" y="476157"/>
                  <a:pt x="11637696" y="432863"/>
                </a:cubicBezTo>
                <a:cubicBezTo>
                  <a:pt x="11637932" y="396157"/>
                  <a:pt x="11637461" y="387451"/>
                  <a:pt x="11637696" y="383687"/>
                </a:cubicBezTo>
                <a:cubicBezTo>
                  <a:pt x="11639343" y="349804"/>
                  <a:pt x="11651814" y="337804"/>
                  <a:pt x="11703579" y="338981"/>
                </a:cubicBezTo>
                <a:close/>
                <a:moveTo>
                  <a:pt x="11686167" y="296863"/>
                </a:moveTo>
                <a:cubicBezTo>
                  <a:pt x="11641226" y="296863"/>
                  <a:pt x="11624520" y="303922"/>
                  <a:pt x="11612284" y="313804"/>
                </a:cubicBezTo>
                <a:cubicBezTo>
                  <a:pt x="11598873" y="324628"/>
                  <a:pt x="11586637" y="338039"/>
                  <a:pt x="11586402" y="384392"/>
                </a:cubicBezTo>
                <a:lnTo>
                  <a:pt x="11586402" y="483922"/>
                </a:lnTo>
                <a:cubicBezTo>
                  <a:pt x="11586402" y="532863"/>
                  <a:pt x="11600049" y="546745"/>
                  <a:pt x="11613931" y="558275"/>
                </a:cubicBezTo>
                <a:cubicBezTo>
                  <a:pt x="11623343" y="564863"/>
                  <a:pt x="11638873" y="572628"/>
                  <a:pt x="11686402" y="572628"/>
                </a:cubicBezTo>
                <a:lnTo>
                  <a:pt x="11807108" y="572628"/>
                </a:lnTo>
                <a:lnTo>
                  <a:pt x="11807108" y="583216"/>
                </a:lnTo>
                <a:cubicBezTo>
                  <a:pt x="11807108" y="604157"/>
                  <a:pt x="11803108" y="613098"/>
                  <a:pt x="11779108" y="613098"/>
                </a:cubicBezTo>
                <a:lnTo>
                  <a:pt x="11621696" y="613098"/>
                </a:lnTo>
                <a:lnTo>
                  <a:pt x="11621696" y="657334"/>
                </a:lnTo>
                <a:lnTo>
                  <a:pt x="11795343" y="657334"/>
                </a:lnTo>
                <a:cubicBezTo>
                  <a:pt x="11842167" y="657334"/>
                  <a:pt x="11857226" y="636392"/>
                  <a:pt x="11857226" y="597098"/>
                </a:cubicBezTo>
                <a:lnTo>
                  <a:pt x="11857226" y="296863"/>
                </a:lnTo>
                <a:close/>
                <a:moveTo>
                  <a:pt x="11351579" y="296863"/>
                </a:moveTo>
                <a:cubicBezTo>
                  <a:pt x="11297226" y="296863"/>
                  <a:pt x="11280755" y="333098"/>
                  <a:pt x="11280755" y="373334"/>
                </a:cubicBezTo>
                <a:cubicBezTo>
                  <a:pt x="11280755" y="416628"/>
                  <a:pt x="11298637" y="452863"/>
                  <a:pt x="11348049" y="452863"/>
                </a:cubicBezTo>
                <a:lnTo>
                  <a:pt x="11467814" y="452863"/>
                </a:lnTo>
                <a:cubicBezTo>
                  <a:pt x="11504520" y="452863"/>
                  <a:pt x="11504520" y="481098"/>
                  <a:pt x="11504520" y="494039"/>
                </a:cubicBezTo>
                <a:cubicBezTo>
                  <a:pt x="11504520" y="506039"/>
                  <a:pt x="11504520" y="530745"/>
                  <a:pt x="11468755" y="530745"/>
                </a:cubicBezTo>
                <a:lnTo>
                  <a:pt x="11285461" y="530745"/>
                </a:lnTo>
                <a:lnTo>
                  <a:pt x="11285461" y="572863"/>
                </a:lnTo>
                <a:lnTo>
                  <a:pt x="11489932" y="572863"/>
                </a:lnTo>
                <a:cubicBezTo>
                  <a:pt x="11540991" y="572863"/>
                  <a:pt x="11555579" y="542981"/>
                  <a:pt x="11555579" y="494510"/>
                </a:cubicBezTo>
                <a:cubicBezTo>
                  <a:pt x="11555579" y="436863"/>
                  <a:pt x="11536755" y="411216"/>
                  <a:pt x="11493226" y="411216"/>
                </a:cubicBezTo>
                <a:lnTo>
                  <a:pt x="11363814" y="411216"/>
                </a:lnTo>
                <a:cubicBezTo>
                  <a:pt x="11331108" y="411216"/>
                  <a:pt x="11331108" y="389098"/>
                  <a:pt x="11331108" y="374510"/>
                </a:cubicBezTo>
                <a:cubicBezTo>
                  <a:pt x="11331108" y="362981"/>
                  <a:pt x="11334402" y="338981"/>
                  <a:pt x="11369226" y="338981"/>
                </a:cubicBezTo>
                <a:lnTo>
                  <a:pt x="11545932" y="338981"/>
                </a:lnTo>
                <a:lnTo>
                  <a:pt x="11545932" y="297098"/>
                </a:lnTo>
                <a:close/>
                <a:moveTo>
                  <a:pt x="10863343" y="296863"/>
                </a:moveTo>
                <a:lnTo>
                  <a:pt x="10863343" y="572628"/>
                </a:lnTo>
                <a:lnTo>
                  <a:pt x="10913696" y="572628"/>
                </a:lnTo>
                <a:lnTo>
                  <a:pt x="10913696" y="338745"/>
                </a:lnTo>
                <a:lnTo>
                  <a:pt x="11028990" y="338745"/>
                </a:lnTo>
                <a:lnTo>
                  <a:pt x="11028990" y="572628"/>
                </a:lnTo>
                <a:lnTo>
                  <a:pt x="11079578" y="572628"/>
                </a:lnTo>
                <a:lnTo>
                  <a:pt x="11079578" y="338745"/>
                </a:lnTo>
                <a:lnTo>
                  <a:pt x="11156284" y="338745"/>
                </a:lnTo>
                <a:cubicBezTo>
                  <a:pt x="11182167" y="338745"/>
                  <a:pt x="11200520" y="354275"/>
                  <a:pt x="11200520" y="387922"/>
                </a:cubicBezTo>
                <a:lnTo>
                  <a:pt x="11200520" y="572628"/>
                </a:lnTo>
                <a:lnTo>
                  <a:pt x="11250873" y="572628"/>
                </a:lnTo>
                <a:lnTo>
                  <a:pt x="11250873" y="374039"/>
                </a:lnTo>
                <a:cubicBezTo>
                  <a:pt x="11250873" y="336392"/>
                  <a:pt x="11231579" y="296863"/>
                  <a:pt x="11181696" y="296863"/>
                </a:cubicBezTo>
                <a:close/>
                <a:moveTo>
                  <a:pt x="0" y="0"/>
                </a:moveTo>
                <a:lnTo>
                  <a:pt x="12191999" y="0"/>
                </a:lnTo>
                <a:lnTo>
                  <a:pt x="12191999" y="6857999"/>
                </a:lnTo>
                <a:lnTo>
                  <a:pt x="0" y="6857999"/>
                </a:lnTo>
                <a:close/>
              </a:path>
            </a:pathLst>
          </a:custGeom>
          <a:solidFill>
            <a:schemeClr val="bg2"/>
          </a:solidFill>
        </p:spPr>
        <p:txBody>
          <a:bodyPr wrap="square">
            <a:noAutofit/>
          </a:bodyPr>
          <a:lstStyle>
            <a:lvl1pPr rtl="0">
              <a:defRPr>
                <a:solidFill>
                  <a:schemeClr val="tx1"/>
                </a:solidFill>
              </a:defRPr>
            </a:lvl1pPr>
          </a:lstStyle>
          <a:p>
            <a:r>
              <a:rPr lang="de-DE"/>
              <a:t>Bild durch Klicken auf Symbol hinzufügen</a:t>
            </a:r>
          </a:p>
        </p:txBody>
      </p:sp>
      <p:sp>
        <p:nvSpPr>
          <p:cNvPr id="20" name="Titel 19">
            <a:extLst>
              <a:ext uri="{FF2B5EF4-FFF2-40B4-BE49-F238E27FC236}">
                <a16:creationId xmlns:a16="http://schemas.microsoft.com/office/drawing/2014/main" id="{6691336D-DEFA-58EA-01B5-FC8DA046D838}"/>
              </a:ext>
            </a:extLst>
          </p:cNvPr>
          <p:cNvSpPr>
            <a:spLocks noGrp="1"/>
          </p:cNvSpPr>
          <p:nvPr>
            <p:ph type="title"/>
          </p:nvPr>
        </p:nvSpPr>
        <p:spPr bwMode="gray">
          <a:xfrm>
            <a:off x="623890" y="620713"/>
            <a:ext cx="5400543" cy="2664370"/>
          </a:xfrm>
          <a:custGeom>
            <a:avLst/>
            <a:gdLst>
              <a:gd name="connsiteX0" fmla="*/ 0 w 5472111"/>
              <a:gd name="connsiteY0" fmla="*/ 0 h 2605087"/>
              <a:gd name="connsiteX1" fmla="*/ 254000 w 5472111"/>
              <a:gd name="connsiteY1" fmla="*/ 0 h 2605087"/>
              <a:gd name="connsiteX2" fmla="*/ 1257761 w 5472111"/>
              <a:gd name="connsiteY2" fmla="*/ 0 h 2605087"/>
              <a:gd name="connsiteX3" fmla="*/ 4214350 w 5472111"/>
              <a:gd name="connsiteY3" fmla="*/ 0 h 2605087"/>
              <a:gd name="connsiteX4" fmla="*/ 5218111 w 5472111"/>
              <a:gd name="connsiteY4" fmla="*/ 0 h 2605087"/>
              <a:gd name="connsiteX5" fmla="*/ 5251717 w 5472111"/>
              <a:gd name="connsiteY5" fmla="*/ 0 h 2605087"/>
              <a:gd name="connsiteX6" fmla="*/ 5472111 w 5472111"/>
              <a:gd name="connsiteY6" fmla="*/ 220394 h 2605087"/>
              <a:gd name="connsiteX7" fmla="*/ 5472111 w 5472111"/>
              <a:gd name="connsiteY7" fmla="*/ 1041397 h 2605087"/>
              <a:gd name="connsiteX8" fmla="*/ 5472111 w 5472111"/>
              <a:gd name="connsiteY8" fmla="*/ 1563690 h 2605087"/>
              <a:gd name="connsiteX9" fmla="*/ 5472111 w 5472111"/>
              <a:gd name="connsiteY9" fmla="*/ 2605087 h 2605087"/>
              <a:gd name="connsiteX10" fmla="*/ 5218111 w 5472111"/>
              <a:gd name="connsiteY10" fmla="*/ 2605087 h 2605087"/>
              <a:gd name="connsiteX11" fmla="*/ 4214350 w 5472111"/>
              <a:gd name="connsiteY11" fmla="*/ 2605087 h 2605087"/>
              <a:gd name="connsiteX12" fmla="*/ 1257761 w 5472111"/>
              <a:gd name="connsiteY12" fmla="*/ 2605087 h 2605087"/>
              <a:gd name="connsiteX13" fmla="*/ 254000 w 5472111"/>
              <a:gd name="connsiteY13" fmla="*/ 2605087 h 2605087"/>
              <a:gd name="connsiteX14" fmla="*/ 220394 w 5472111"/>
              <a:gd name="connsiteY14" fmla="*/ 2605087 h 2605087"/>
              <a:gd name="connsiteX15" fmla="*/ 0 w 5472111"/>
              <a:gd name="connsiteY15" fmla="*/ 2384693 h 2605087"/>
              <a:gd name="connsiteX16" fmla="*/ 0 w 5472111"/>
              <a:gd name="connsiteY16" fmla="*/ 1563690 h 2605087"/>
              <a:gd name="connsiteX17" fmla="*/ 0 w 5472111"/>
              <a:gd name="connsiteY17" fmla="*/ 1041397 h 2605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472111" h="2605087">
                <a:moveTo>
                  <a:pt x="0" y="0"/>
                </a:moveTo>
                <a:lnTo>
                  <a:pt x="254000" y="0"/>
                </a:lnTo>
                <a:lnTo>
                  <a:pt x="1257761" y="0"/>
                </a:lnTo>
                <a:lnTo>
                  <a:pt x="4214350" y="0"/>
                </a:lnTo>
                <a:lnTo>
                  <a:pt x="5218111" y="0"/>
                </a:lnTo>
                <a:lnTo>
                  <a:pt x="5251717" y="0"/>
                </a:lnTo>
                <a:cubicBezTo>
                  <a:pt x="5373437" y="0"/>
                  <a:pt x="5472111" y="98674"/>
                  <a:pt x="5472111" y="220394"/>
                </a:cubicBezTo>
                <a:lnTo>
                  <a:pt x="5472111" y="1041397"/>
                </a:lnTo>
                <a:lnTo>
                  <a:pt x="5472111" y="1563690"/>
                </a:lnTo>
                <a:lnTo>
                  <a:pt x="5472111" y="2605087"/>
                </a:lnTo>
                <a:lnTo>
                  <a:pt x="5218111" y="2605087"/>
                </a:lnTo>
                <a:lnTo>
                  <a:pt x="4214350" y="2605087"/>
                </a:lnTo>
                <a:lnTo>
                  <a:pt x="1257761" y="2605087"/>
                </a:lnTo>
                <a:lnTo>
                  <a:pt x="254000" y="2605087"/>
                </a:lnTo>
                <a:lnTo>
                  <a:pt x="220394" y="2605087"/>
                </a:lnTo>
                <a:cubicBezTo>
                  <a:pt x="98674" y="2605087"/>
                  <a:pt x="0" y="2506413"/>
                  <a:pt x="0" y="2384693"/>
                </a:cubicBezTo>
                <a:lnTo>
                  <a:pt x="0" y="1563690"/>
                </a:lnTo>
                <a:lnTo>
                  <a:pt x="0" y="1041397"/>
                </a:lnTo>
                <a:close/>
              </a:path>
            </a:pathLst>
          </a:custGeom>
          <a:solidFill>
            <a:schemeClr val="bg1"/>
          </a:solidFill>
        </p:spPr>
        <p:txBody>
          <a:bodyPr vert="horz" wrap="square" lIns="216000" tIns="684000" rIns="216000" bIns="144000">
            <a:noAutofit/>
          </a:bodyPr>
          <a:lstStyle>
            <a:lvl1pPr rtl="0">
              <a:defRPr sz="2400"/>
            </a:lvl1pPr>
          </a:lstStyle>
          <a:p>
            <a:r>
              <a:rPr lang="de-DE"/>
              <a:t>Mastertitelformat bearbeiten</a:t>
            </a:r>
            <a:endParaRPr lang="de-DE" dirty="0"/>
          </a:p>
        </p:txBody>
      </p:sp>
      <p:sp>
        <p:nvSpPr>
          <p:cNvPr id="12" name="Textplatzhalter 11">
            <a:extLst>
              <a:ext uri="{FF2B5EF4-FFF2-40B4-BE49-F238E27FC236}">
                <a16:creationId xmlns:a16="http://schemas.microsoft.com/office/drawing/2014/main" id="{5886BF3F-05AB-B72A-A5EC-1196760E9C96}"/>
              </a:ext>
            </a:extLst>
          </p:cNvPr>
          <p:cNvSpPr>
            <a:spLocks noGrp="1"/>
          </p:cNvSpPr>
          <p:nvPr>
            <p:ph type="body" sz="quarter" idx="12" hasCustomPrompt="1"/>
          </p:nvPr>
        </p:nvSpPr>
        <p:spPr bwMode="gray">
          <a:xfrm>
            <a:off x="839905" y="823339"/>
            <a:ext cx="4968505" cy="246221"/>
          </a:xfrm>
          <a:noFill/>
        </p:spPr>
        <p:txBody>
          <a:bodyPr wrap="square" lIns="0" tIns="0" rIns="0" bIns="0" anchor="ctr">
            <a:noAutofit/>
          </a:bodyPr>
          <a:lstStyle>
            <a:lvl1pPr rtl="0">
              <a:defRPr sz="1600" b="0">
                <a:solidFill>
                  <a:schemeClr val="tx1"/>
                </a:solidFill>
              </a:defRPr>
            </a:lvl1pPr>
          </a:lstStyle>
          <a:p>
            <a:pPr lvl="0"/>
            <a:r>
              <a:rPr lang="de-DE" dirty="0" err="1"/>
              <a:t>Subtitle</a:t>
            </a:r>
            <a:r>
              <a:rPr lang="de-DE" dirty="0"/>
              <a:t> einfügen</a:t>
            </a:r>
          </a:p>
        </p:txBody>
      </p:sp>
      <p:sp>
        <p:nvSpPr>
          <p:cNvPr id="184" name="Fußzeilenplatzhalter 183">
            <a:extLst>
              <a:ext uri="{FF2B5EF4-FFF2-40B4-BE49-F238E27FC236}">
                <a16:creationId xmlns:a16="http://schemas.microsoft.com/office/drawing/2014/main" id="{E82C5B1A-27F8-7211-0276-989824FAA1C1}"/>
              </a:ext>
            </a:extLst>
          </p:cNvPr>
          <p:cNvSpPr>
            <a:spLocks noGrp="1"/>
          </p:cNvSpPr>
          <p:nvPr>
            <p:ph type="ftr" sz="quarter" idx="15"/>
          </p:nvPr>
        </p:nvSpPr>
        <p:spPr/>
        <p:txBody>
          <a:bodyPr/>
          <a:lstStyle>
            <a:lvl1pPr>
              <a:defRPr>
                <a:solidFill>
                  <a:schemeClr val="bg1"/>
                </a:solidFill>
              </a:defRPr>
            </a:lvl1pPr>
          </a:lstStyle>
          <a:p>
            <a:r>
              <a:rPr lang="de-DE"/>
              <a:t>© msg systems ag | Titel einfügen | 2025</a:t>
            </a:r>
            <a:endParaRPr lang="de-DE" dirty="0"/>
          </a:p>
        </p:txBody>
      </p:sp>
      <p:sp>
        <p:nvSpPr>
          <p:cNvPr id="185" name="Foliennummernplatzhalter 184">
            <a:extLst>
              <a:ext uri="{FF2B5EF4-FFF2-40B4-BE49-F238E27FC236}">
                <a16:creationId xmlns:a16="http://schemas.microsoft.com/office/drawing/2014/main" id="{C691B2D0-53EE-AF04-BBAF-FCE076AC44B4}"/>
              </a:ext>
            </a:extLst>
          </p:cNvPr>
          <p:cNvSpPr>
            <a:spLocks noGrp="1"/>
          </p:cNvSpPr>
          <p:nvPr>
            <p:ph type="sldNum" sz="quarter" idx="16"/>
          </p:nvPr>
        </p:nvSpPr>
        <p:spPr/>
        <p:txBody>
          <a:bodyPr/>
          <a:lstStyle>
            <a:lvl1pPr>
              <a:defRPr>
                <a:solidFill>
                  <a:schemeClr val="bg1"/>
                </a:solidFill>
              </a:defRPr>
            </a:lvl1pPr>
          </a:lstStyle>
          <a:p>
            <a:fld id="{1FBD72F1-A42A-46B0-A7F8-CE6A9835826C}" type="slidenum">
              <a:rPr lang="de-DE"/>
              <a:pPr/>
              <a:t>‹Nr.›</a:t>
            </a:fld>
            <a:endParaRPr lang="de-DE" dirty="0"/>
          </a:p>
        </p:txBody>
      </p:sp>
      <p:grpSp>
        <p:nvGrpSpPr>
          <p:cNvPr id="186" name="Gruppieren 185">
            <a:extLst>
              <a:ext uri="{FF2B5EF4-FFF2-40B4-BE49-F238E27FC236}">
                <a16:creationId xmlns:a16="http://schemas.microsoft.com/office/drawing/2014/main" id="{A5FB2A22-BCE5-7162-28CA-89CC0696AEB2}"/>
              </a:ext>
              <a:ext uri="{C183D7F6-B498-43B3-948B-1728B52AA6E4}">
                <adec:decorative xmlns:adec="http://schemas.microsoft.com/office/drawing/2017/decorative" val="1"/>
              </a:ext>
            </a:extLst>
          </p:cNvPr>
          <p:cNvGrpSpPr/>
          <p:nvPr userDrawn="1"/>
        </p:nvGrpSpPr>
        <p:grpSpPr bwMode="gray">
          <a:xfrm>
            <a:off x="-254000" y="296863"/>
            <a:ext cx="144000" cy="6300787"/>
            <a:chOff x="0" y="296863"/>
            <a:chExt cx="12192000" cy="6300787"/>
          </a:xfrm>
        </p:grpSpPr>
        <p:cxnSp>
          <p:nvCxnSpPr>
            <p:cNvPr id="187" name="Gerader Verbinder 186">
              <a:extLst>
                <a:ext uri="{FF2B5EF4-FFF2-40B4-BE49-F238E27FC236}">
                  <a16:creationId xmlns:a16="http://schemas.microsoft.com/office/drawing/2014/main" id="{7041D5FA-5FEF-1BB8-AB72-9F37E5C02C1F}"/>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88" name="Gerader Verbinder 187">
              <a:extLst>
                <a:ext uri="{FF2B5EF4-FFF2-40B4-BE49-F238E27FC236}">
                  <a16:creationId xmlns:a16="http://schemas.microsoft.com/office/drawing/2014/main" id="{AE717BC7-E3C8-DA92-5FDA-981BD85ADB9A}"/>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89" name="Gerader Verbinder 188">
              <a:extLst>
                <a:ext uri="{FF2B5EF4-FFF2-40B4-BE49-F238E27FC236}">
                  <a16:creationId xmlns:a16="http://schemas.microsoft.com/office/drawing/2014/main" id="{D7E86BE0-265C-96E3-85D2-4890E4017F60}"/>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0" name="Gerader Verbinder 189">
              <a:extLst>
                <a:ext uri="{FF2B5EF4-FFF2-40B4-BE49-F238E27FC236}">
                  <a16:creationId xmlns:a16="http://schemas.microsoft.com/office/drawing/2014/main" id="{65AC91D6-676A-FCFB-67AE-7496AD2896E1}"/>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1" name="Gerader Verbinder 190">
              <a:extLst>
                <a:ext uri="{FF2B5EF4-FFF2-40B4-BE49-F238E27FC236}">
                  <a16:creationId xmlns:a16="http://schemas.microsoft.com/office/drawing/2014/main" id="{727D8FC1-B3E6-0E5C-8B89-66E2C3E366EA}"/>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2" name="Gerader Verbinder 191">
              <a:extLst>
                <a:ext uri="{FF2B5EF4-FFF2-40B4-BE49-F238E27FC236}">
                  <a16:creationId xmlns:a16="http://schemas.microsoft.com/office/drawing/2014/main" id="{0E2B846D-D49C-8000-E81A-21DA1631E79F}"/>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3" name="Gerader Verbinder 192">
              <a:extLst>
                <a:ext uri="{FF2B5EF4-FFF2-40B4-BE49-F238E27FC236}">
                  <a16:creationId xmlns:a16="http://schemas.microsoft.com/office/drawing/2014/main" id="{7369A8F8-A82A-AB82-EF7D-1DCFE04C6F3E}"/>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194" name="Gruppieren 193">
            <a:extLst>
              <a:ext uri="{FF2B5EF4-FFF2-40B4-BE49-F238E27FC236}">
                <a16:creationId xmlns:a16="http://schemas.microsoft.com/office/drawing/2014/main" id="{83177ED3-E48D-964D-BDFC-A7C1E5FECFF6}"/>
              </a:ext>
              <a:ext uri="{C183D7F6-B498-43B3-948B-1728B52AA6E4}">
                <adec:decorative xmlns:adec="http://schemas.microsoft.com/office/drawing/2017/decorative" val="1"/>
              </a:ext>
            </a:extLst>
          </p:cNvPr>
          <p:cNvGrpSpPr/>
          <p:nvPr userDrawn="1"/>
        </p:nvGrpSpPr>
        <p:grpSpPr bwMode="gray">
          <a:xfrm>
            <a:off x="12301940" y="296863"/>
            <a:ext cx="144000" cy="6300787"/>
            <a:chOff x="0" y="296863"/>
            <a:chExt cx="12192000" cy="6300787"/>
          </a:xfrm>
        </p:grpSpPr>
        <p:cxnSp>
          <p:nvCxnSpPr>
            <p:cNvPr id="195" name="Gerader Verbinder 194">
              <a:extLst>
                <a:ext uri="{FF2B5EF4-FFF2-40B4-BE49-F238E27FC236}">
                  <a16:creationId xmlns:a16="http://schemas.microsoft.com/office/drawing/2014/main" id="{5C2AA6AC-8BDD-F576-F366-48EDBF3038C5}"/>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6" name="Gerader Verbinder 195">
              <a:extLst>
                <a:ext uri="{FF2B5EF4-FFF2-40B4-BE49-F238E27FC236}">
                  <a16:creationId xmlns:a16="http://schemas.microsoft.com/office/drawing/2014/main" id="{E7A8DDA3-8116-AB7A-DB81-A31351374741}"/>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7" name="Gerader Verbinder 196">
              <a:extLst>
                <a:ext uri="{FF2B5EF4-FFF2-40B4-BE49-F238E27FC236}">
                  <a16:creationId xmlns:a16="http://schemas.microsoft.com/office/drawing/2014/main" id="{8958283E-34B4-A9C4-C2B7-AE455F943BBF}"/>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8" name="Gerader Verbinder 197">
              <a:extLst>
                <a:ext uri="{FF2B5EF4-FFF2-40B4-BE49-F238E27FC236}">
                  <a16:creationId xmlns:a16="http://schemas.microsoft.com/office/drawing/2014/main" id="{8E24D391-E25A-D774-F30C-84428E5B66F8}"/>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9" name="Gerader Verbinder 198">
              <a:extLst>
                <a:ext uri="{FF2B5EF4-FFF2-40B4-BE49-F238E27FC236}">
                  <a16:creationId xmlns:a16="http://schemas.microsoft.com/office/drawing/2014/main" id="{82ECFEA5-F8D5-A65C-D5DF-4AA923F67D8E}"/>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0" name="Gerader Verbinder 199">
              <a:extLst>
                <a:ext uri="{FF2B5EF4-FFF2-40B4-BE49-F238E27FC236}">
                  <a16:creationId xmlns:a16="http://schemas.microsoft.com/office/drawing/2014/main" id="{E61119F1-A205-8424-66DD-DBA74ACBFDB2}"/>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1" name="Gerader Verbinder 200">
              <a:extLst>
                <a:ext uri="{FF2B5EF4-FFF2-40B4-BE49-F238E27FC236}">
                  <a16:creationId xmlns:a16="http://schemas.microsoft.com/office/drawing/2014/main" id="{76621255-92C9-D570-982C-322718348BF8}"/>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40" name="Gruppieren 39">
            <a:extLst>
              <a:ext uri="{FF2B5EF4-FFF2-40B4-BE49-F238E27FC236}">
                <a16:creationId xmlns:a16="http://schemas.microsoft.com/office/drawing/2014/main" id="{972EC8B1-6F15-51F0-E428-6FA5E2620AD0}"/>
              </a:ext>
              <a:ext uri="{C183D7F6-B498-43B3-948B-1728B52AA6E4}">
                <adec:decorative xmlns:adec="http://schemas.microsoft.com/office/drawing/2017/decorative" val="1"/>
              </a:ext>
            </a:extLst>
          </p:cNvPr>
          <p:cNvGrpSpPr>
            <a:grpSpLocks/>
          </p:cNvGrpSpPr>
          <p:nvPr userDrawn="1"/>
        </p:nvGrpSpPr>
        <p:grpSpPr bwMode="gray">
          <a:xfrm>
            <a:off x="623888" y="-254000"/>
            <a:ext cx="11233150" cy="144000"/>
            <a:chOff x="623888" y="0"/>
            <a:chExt cx="11233150" cy="6858000"/>
          </a:xfrm>
        </p:grpSpPr>
        <p:cxnSp>
          <p:nvCxnSpPr>
            <p:cNvPr id="41" name="Gerader Verbinder 40">
              <a:extLst>
                <a:ext uri="{FF2B5EF4-FFF2-40B4-BE49-F238E27FC236}">
                  <a16:creationId xmlns:a16="http://schemas.microsoft.com/office/drawing/2014/main" id="{BF567219-870D-73A9-2074-57D7AC9AC10C}"/>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2" name="Gerader Verbinder 41">
              <a:extLst>
                <a:ext uri="{FF2B5EF4-FFF2-40B4-BE49-F238E27FC236}">
                  <a16:creationId xmlns:a16="http://schemas.microsoft.com/office/drawing/2014/main" id="{F09652A2-DD7E-4F53-6538-3F7FB33CD483}"/>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51" name="Gruppieren 50">
            <a:extLst>
              <a:ext uri="{FF2B5EF4-FFF2-40B4-BE49-F238E27FC236}">
                <a16:creationId xmlns:a16="http://schemas.microsoft.com/office/drawing/2014/main" id="{6B4B7644-61B5-36B2-67FD-E2A353161E7C}"/>
              </a:ext>
              <a:ext uri="{C183D7F6-B498-43B3-948B-1728B52AA6E4}">
                <adec:decorative xmlns:adec="http://schemas.microsoft.com/office/drawing/2017/decorative" val="1"/>
              </a:ext>
            </a:extLst>
          </p:cNvPr>
          <p:cNvGrpSpPr>
            <a:grpSpLocks/>
          </p:cNvGrpSpPr>
          <p:nvPr userDrawn="1"/>
        </p:nvGrpSpPr>
        <p:grpSpPr bwMode="gray">
          <a:xfrm>
            <a:off x="623888" y="6972300"/>
            <a:ext cx="11233150" cy="144000"/>
            <a:chOff x="623888" y="0"/>
            <a:chExt cx="11233150" cy="6858000"/>
          </a:xfrm>
        </p:grpSpPr>
        <p:cxnSp>
          <p:nvCxnSpPr>
            <p:cNvPr id="52" name="Gerader Verbinder 51">
              <a:extLst>
                <a:ext uri="{FF2B5EF4-FFF2-40B4-BE49-F238E27FC236}">
                  <a16:creationId xmlns:a16="http://schemas.microsoft.com/office/drawing/2014/main" id="{551B1EE3-E64F-C143-F6EA-3D35D8C489F2}"/>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3" name="Gerader Verbinder 52">
              <a:extLst>
                <a:ext uri="{FF2B5EF4-FFF2-40B4-BE49-F238E27FC236}">
                  <a16:creationId xmlns:a16="http://schemas.microsoft.com/office/drawing/2014/main" id="{9C01DC83-47DD-11CE-C2E9-5BF49282ADE9}"/>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2" name="MIO_Placeholder_Mapping" hidden="1">
            <a:extLst>
              <a:ext uri="{FF2B5EF4-FFF2-40B4-BE49-F238E27FC236}">
                <a16:creationId xmlns:a16="http://schemas.microsoft.com/office/drawing/2014/main" id="{23014D19-3625-3C23-4AE1-9F7DDF7FFF02}"/>
              </a:ext>
            </a:extLst>
          </p:cNvPr>
          <p:cNvSpPr/>
          <p:nvPr userDrawn="1">
            <p:custDataLst>
              <p:tags r:id="rId2"/>
            </p:custDataLst>
          </p:nvPr>
        </p:nvSpPr>
        <p:spPr>
          <a:xfrm>
            <a:off x="0" y="0"/>
            <a:ext cx="0" cy="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de-DE" sz="1600" dirty="0"/>
          </a:p>
        </p:txBody>
      </p:sp>
    </p:spTree>
    <p:extLst>
      <p:ext uri="{BB962C8B-B14F-4D97-AF65-F5344CB8AC3E}">
        <p14:creationId xmlns:p14="http://schemas.microsoft.com/office/powerpoint/2010/main" val="378915971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Keymessage grün">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A25395A-8F8D-D2E4-F755-32C3801B6119}"/>
              </a:ext>
            </a:extLst>
          </p:cNvPr>
          <p:cNvGraphicFramePr>
            <a:graphicFrameLocks noChangeAspect="1"/>
          </p:cNvGraphicFramePr>
          <p:nvPr userDrawn="1">
            <p:custDataLst>
              <p:tags r:id="rId1"/>
            </p:custDataLst>
            <p:extLst>
              <p:ext uri="{D42A27DB-BD31-4B8C-83A1-F6EECF244321}">
                <p14:modId xmlns:p14="http://schemas.microsoft.com/office/powerpoint/2010/main" val="37458918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8" name="think-cell data - do not delete" hidden="1">
                        <a:extLst>
                          <a:ext uri="{FF2B5EF4-FFF2-40B4-BE49-F238E27FC236}">
                            <a16:creationId xmlns:a16="http://schemas.microsoft.com/office/drawing/2014/main" id="{DA25395A-8F8D-D2E4-F755-32C3801B611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4" name="Grafik 3" descr="Bild füllt die komplette Folie aus, oben links Keymessage und Untertitel. Das Bild zeigt eine grüne Wellenstruktur.">
            <a:extLst>
              <a:ext uri="{FF2B5EF4-FFF2-40B4-BE49-F238E27FC236}">
                <a16:creationId xmlns:a16="http://schemas.microsoft.com/office/drawing/2014/main" id="{E435F2FA-DC13-0092-B7C8-6FE9692BEBE8}"/>
              </a:ext>
              <a:ext uri="{C183D7F6-B498-43B3-948B-1728B52AA6E4}">
                <adec:decorative xmlns:adec="http://schemas.microsoft.com/office/drawing/2017/decorative" val="0"/>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a:stretch/>
        </p:blipFill>
        <p:spPr bwMode="gray">
          <a:xfrm flipH="1">
            <a:off x="0" y="0"/>
            <a:ext cx="12192000" cy="6858000"/>
          </a:xfrm>
          <a:prstGeom prst="rect">
            <a:avLst/>
          </a:prstGeom>
        </p:spPr>
      </p:pic>
      <p:sp>
        <p:nvSpPr>
          <p:cNvPr id="5" name="Titel 4">
            <a:extLst>
              <a:ext uri="{FF2B5EF4-FFF2-40B4-BE49-F238E27FC236}">
                <a16:creationId xmlns:a16="http://schemas.microsoft.com/office/drawing/2014/main" id="{87F750BD-576D-BAF4-908D-604465D3B9C5}"/>
              </a:ext>
            </a:extLst>
          </p:cNvPr>
          <p:cNvSpPr>
            <a:spLocks noGrp="1"/>
          </p:cNvSpPr>
          <p:nvPr>
            <p:ph type="title"/>
          </p:nvPr>
        </p:nvSpPr>
        <p:spPr bwMode="gray">
          <a:xfrm>
            <a:off x="623890" y="620712"/>
            <a:ext cx="5400000" cy="2664000"/>
          </a:xfrm>
          <a:custGeom>
            <a:avLst/>
            <a:gdLst>
              <a:gd name="connsiteX0" fmla="*/ 0 w 5472111"/>
              <a:gd name="connsiteY0" fmla="*/ 0 h 2605087"/>
              <a:gd name="connsiteX1" fmla="*/ 254000 w 5472111"/>
              <a:gd name="connsiteY1" fmla="*/ 0 h 2605087"/>
              <a:gd name="connsiteX2" fmla="*/ 1257761 w 5472111"/>
              <a:gd name="connsiteY2" fmla="*/ 0 h 2605087"/>
              <a:gd name="connsiteX3" fmla="*/ 4214350 w 5472111"/>
              <a:gd name="connsiteY3" fmla="*/ 0 h 2605087"/>
              <a:gd name="connsiteX4" fmla="*/ 5218111 w 5472111"/>
              <a:gd name="connsiteY4" fmla="*/ 0 h 2605087"/>
              <a:gd name="connsiteX5" fmla="*/ 5251717 w 5472111"/>
              <a:gd name="connsiteY5" fmla="*/ 0 h 2605087"/>
              <a:gd name="connsiteX6" fmla="*/ 5472111 w 5472111"/>
              <a:gd name="connsiteY6" fmla="*/ 220394 h 2605087"/>
              <a:gd name="connsiteX7" fmla="*/ 5472111 w 5472111"/>
              <a:gd name="connsiteY7" fmla="*/ 1041397 h 2605087"/>
              <a:gd name="connsiteX8" fmla="*/ 5472111 w 5472111"/>
              <a:gd name="connsiteY8" fmla="*/ 1563690 h 2605087"/>
              <a:gd name="connsiteX9" fmla="*/ 5472111 w 5472111"/>
              <a:gd name="connsiteY9" fmla="*/ 2605087 h 2605087"/>
              <a:gd name="connsiteX10" fmla="*/ 5218111 w 5472111"/>
              <a:gd name="connsiteY10" fmla="*/ 2605087 h 2605087"/>
              <a:gd name="connsiteX11" fmla="*/ 4214350 w 5472111"/>
              <a:gd name="connsiteY11" fmla="*/ 2605087 h 2605087"/>
              <a:gd name="connsiteX12" fmla="*/ 1257761 w 5472111"/>
              <a:gd name="connsiteY12" fmla="*/ 2605087 h 2605087"/>
              <a:gd name="connsiteX13" fmla="*/ 254000 w 5472111"/>
              <a:gd name="connsiteY13" fmla="*/ 2605087 h 2605087"/>
              <a:gd name="connsiteX14" fmla="*/ 220394 w 5472111"/>
              <a:gd name="connsiteY14" fmla="*/ 2605087 h 2605087"/>
              <a:gd name="connsiteX15" fmla="*/ 0 w 5472111"/>
              <a:gd name="connsiteY15" fmla="*/ 2384693 h 2605087"/>
              <a:gd name="connsiteX16" fmla="*/ 0 w 5472111"/>
              <a:gd name="connsiteY16" fmla="*/ 1563690 h 2605087"/>
              <a:gd name="connsiteX17" fmla="*/ 0 w 5472111"/>
              <a:gd name="connsiteY17" fmla="*/ 1041397 h 2605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472111" h="2605087">
                <a:moveTo>
                  <a:pt x="0" y="0"/>
                </a:moveTo>
                <a:lnTo>
                  <a:pt x="254000" y="0"/>
                </a:lnTo>
                <a:lnTo>
                  <a:pt x="1257761" y="0"/>
                </a:lnTo>
                <a:lnTo>
                  <a:pt x="4214350" y="0"/>
                </a:lnTo>
                <a:lnTo>
                  <a:pt x="5218111" y="0"/>
                </a:lnTo>
                <a:lnTo>
                  <a:pt x="5251717" y="0"/>
                </a:lnTo>
                <a:cubicBezTo>
                  <a:pt x="5373437" y="0"/>
                  <a:pt x="5472111" y="98674"/>
                  <a:pt x="5472111" y="220394"/>
                </a:cubicBezTo>
                <a:lnTo>
                  <a:pt x="5472111" y="1041397"/>
                </a:lnTo>
                <a:lnTo>
                  <a:pt x="5472111" y="1563690"/>
                </a:lnTo>
                <a:lnTo>
                  <a:pt x="5472111" y="2605087"/>
                </a:lnTo>
                <a:lnTo>
                  <a:pt x="5218111" y="2605087"/>
                </a:lnTo>
                <a:lnTo>
                  <a:pt x="4214350" y="2605087"/>
                </a:lnTo>
                <a:lnTo>
                  <a:pt x="1257761" y="2605087"/>
                </a:lnTo>
                <a:lnTo>
                  <a:pt x="254000" y="2605087"/>
                </a:lnTo>
                <a:lnTo>
                  <a:pt x="220394" y="2605087"/>
                </a:lnTo>
                <a:cubicBezTo>
                  <a:pt x="98674" y="2605087"/>
                  <a:pt x="0" y="2506413"/>
                  <a:pt x="0" y="2384693"/>
                </a:cubicBezTo>
                <a:lnTo>
                  <a:pt x="0" y="1563690"/>
                </a:lnTo>
                <a:lnTo>
                  <a:pt x="0" y="1041397"/>
                </a:lnTo>
                <a:close/>
              </a:path>
            </a:pathLst>
          </a:custGeom>
          <a:solidFill>
            <a:schemeClr val="bg1"/>
          </a:solidFill>
        </p:spPr>
        <p:txBody>
          <a:bodyPr vert="horz" wrap="square" lIns="216000" tIns="684000" rIns="216000" bIns="144000">
            <a:noAutofit/>
          </a:bodyPr>
          <a:lstStyle>
            <a:lvl1pPr rtl="0">
              <a:defRPr sz="2400"/>
            </a:lvl1pPr>
          </a:lstStyle>
          <a:p>
            <a:r>
              <a:rPr lang="de-DE"/>
              <a:t>Mastertitelformat bearbeiten</a:t>
            </a:r>
          </a:p>
        </p:txBody>
      </p:sp>
      <p:sp>
        <p:nvSpPr>
          <p:cNvPr id="12" name="Textplatzhalter 11">
            <a:extLst>
              <a:ext uri="{FF2B5EF4-FFF2-40B4-BE49-F238E27FC236}">
                <a16:creationId xmlns:a16="http://schemas.microsoft.com/office/drawing/2014/main" id="{5886BF3F-05AB-B72A-A5EC-1196760E9C96}"/>
              </a:ext>
            </a:extLst>
          </p:cNvPr>
          <p:cNvSpPr>
            <a:spLocks noGrp="1"/>
          </p:cNvSpPr>
          <p:nvPr>
            <p:ph type="body" sz="quarter" idx="12" hasCustomPrompt="1"/>
          </p:nvPr>
        </p:nvSpPr>
        <p:spPr bwMode="gray">
          <a:xfrm>
            <a:off x="839905" y="823339"/>
            <a:ext cx="4968000" cy="246221"/>
          </a:xfrm>
          <a:noFill/>
        </p:spPr>
        <p:txBody>
          <a:bodyPr wrap="square" lIns="0" tIns="0" rIns="0" bIns="0" anchor="ctr">
            <a:noAutofit/>
          </a:bodyPr>
          <a:lstStyle>
            <a:lvl1pPr rtl="0">
              <a:defRPr sz="1600" b="0">
                <a:solidFill>
                  <a:schemeClr val="tx1"/>
                </a:solidFill>
              </a:defRPr>
            </a:lvl1pPr>
          </a:lstStyle>
          <a:p>
            <a:pPr lvl="0"/>
            <a:r>
              <a:rPr lang="de-DE" dirty="0" err="1"/>
              <a:t>Subtitle</a:t>
            </a:r>
            <a:r>
              <a:rPr lang="de-DE" dirty="0"/>
              <a:t> einfügen</a:t>
            </a:r>
          </a:p>
        </p:txBody>
      </p:sp>
      <p:sp>
        <p:nvSpPr>
          <p:cNvPr id="2" name="Fußzeilenplatzhalter 1">
            <a:extLst>
              <a:ext uri="{FF2B5EF4-FFF2-40B4-BE49-F238E27FC236}">
                <a16:creationId xmlns:a16="http://schemas.microsoft.com/office/drawing/2014/main" id="{A7C5717B-FE45-5028-C429-89AA2A8A9A67}"/>
              </a:ext>
            </a:extLst>
          </p:cNvPr>
          <p:cNvSpPr>
            <a:spLocks noGrp="1"/>
          </p:cNvSpPr>
          <p:nvPr>
            <p:ph type="ftr" sz="quarter" idx="13"/>
          </p:nvPr>
        </p:nvSpPr>
        <p:spPr/>
        <p:txBody>
          <a:bodyPr/>
          <a:lstStyle>
            <a:lvl1pPr>
              <a:defRPr>
                <a:solidFill>
                  <a:schemeClr val="bg1"/>
                </a:solidFill>
              </a:defRPr>
            </a:lvl1pPr>
          </a:lstStyle>
          <a:p>
            <a:r>
              <a:rPr lang="de-DE"/>
              <a:t>© msg systems ag | Titel einfügen | 2025</a:t>
            </a:r>
            <a:endParaRPr lang="de-DE" dirty="0"/>
          </a:p>
        </p:txBody>
      </p:sp>
      <p:sp>
        <p:nvSpPr>
          <p:cNvPr id="3" name="Foliennummernplatzhalter 2">
            <a:extLst>
              <a:ext uri="{FF2B5EF4-FFF2-40B4-BE49-F238E27FC236}">
                <a16:creationId xmlns:a16="http://schemas.microsoft.com/office/drawing/2014/main" id="{4927A4AD-3F3C-C3F6-A92B-5F47DB26DDEB}"/>
              </a:ext>
            </a:extLst>
          </p:cNvPr>
          <p:cNvSpPr>
            <a:spLocks noGrp="1"/>
          </p:cNvSpPr>
          <p:nvPr>
            <p:ph type="sldNum" sz="quarter" idx="14"/>
          </p:nvPr>
        </p:nvSpPr>
        <p:spPr/>
        <p:txBody>
          <a:bodyPr/>
          <a:lstStyle>
            <a:lvl1pPr>
              <a:defRPr>
                <a:solidFill>
                  <a:schemeClr val="bg1"/>
                </a:solidFill>
              </a:defRPr>
            </a:lvl1pPr>
          </a:lstStyle>
          <a:p>
            <a:fld id="{1FBD72F1-A42A-46B0-A7F8-CE6A9835826C}" type="slidenum">
              <a:rPr lang="de-DE"/>
              <a:pPr/>
              <a:t>‹Nr.›</a:t>
            </a:fld>
            <a:endParaRPr lang="de-DE" dirty="0"/>
          </a:p>
        </p:txBody>
      </p:sp>
      <p:grpSp>
        <p:nvGrpSpPr>
          <p:cNvPr id="40" name="Gruppieren 39">
            <a:extLst>
              <a:ext uri="{FF2B5EF4-FFF2-40B4-BE49-F238E27FC236}">
                <a16:creationId xmlns:a16="http://schemas.microsoft.com/office/drawing/2014/main" id="{972EC8B1-6F15-51F0-E428-6FA5E2620AD0}"/>
              </a:ext>
              <a:ext uri="{C183D7F6-B498-43B3-948B-1728B52AA6E4}">
                <adec:decorative xmlns:adec="http://schemas.microsoft.com/office/drawing/2017/decorative" val="1"/>
              </a:ext>
            </a:extLst>
          </p:cNvPr>
          <p:cNvGrpSpPr>
            <a:grpSpLocks/>
          </p:cNvGrpSpPr>
          <p:nvPr userDrawn="1"/>
        </p:nvGrpSpPr>
        <p:grpSpPr bwMode="gray">
          <a:xfrm>
            <a:off x="623888" y="-254000"/>
            <a:ext cx="11233150" cy="144000"/>
            <a:chOff x="623888" y="0"/>
            <a:chExt cx="11233150" cy="6858000"/>
          </a:xfrm>
        </p:grpSpPr>
        <p:cxnSp>
          <p:nvCxnSpPr>
            <p:cNvPr id="41" name="Gerader Verbinder 40">
              <a:extLst>
                <a:ext uri="{FF2B5EF4-FFF2-40B4-BE49-F238E27FC236}">
                  <a16:creationId xmlns:a16="http://schemas.microsoft.com/office/drawing/2014/main" id="{BF567219-870D-73A9-2074-57D7AC9AC10C}"/>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2" name="Gerader Verbinder 41">
              <a:extLst>
                <a:ext uri="{FF2B5EF4-FFF2-40B4-BE49-F238E27FC236}">
                  <a16:creationId xmlns:a16="http://schemas.microsoft.com/office/drawing/2014/main" id="{F09652A2-DD7E-4F53-6538-3F7FB33CD483}"/>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51" name="Gruppieren 50">
            <a:extLst>
              <a:ext uri="{FF2B5EF4-FFF2-40B4-BE49-F238E27FC236}">
                <a16:creationId xmlns:a16="http://schemas.microsoft.com/office/drawing/2014/main" id="{6B4B7644-61B5-36B2-67FD-E2A353161E7C}"/>
              </a:ext>
              <a:ext uri="{C183D7F6-B498-43B3-948B-1728B52AA6E4}">
                <adec:decorative xmlns:adec="http://schemas.microsoft.com/office/drawing/2017/decorative" val="1"/>
              </a:ext>
            </a:extLst>
          </p:cNvPr>
          <p:cNvGrpSpPr>
            <a:grpSpLocks/>
          </p:cNvGrpSpPr>
          <p:nvPr userDrawn="1"/>
        </p:nvGrpSpPr>
        <p:grpSpPr bwMode="gray">
          <a:xfrm>
            <a:off x="623888" y="6972300"/>
            <a:ext cx="11233150" cy="144000"/>
            <a:chOff x="623888" y="0"/>
            <a:chExt cx="11233150" cy="6858000"/>
          </a:xfrm>
        </p:grpSpPr>
        <p:cxnSp>
          <p:nvCxnSpPr>
            <p:cNvPr id="52" name="Gerader Verbinder 51">
              <a:extLst>
                <a:ext uri="{FF2B5EF4-FFF2-40B4-BE49-F238E27FC236}">
                  <a16:creationId xmlns:a16="http://schemas.microsoft.com/office/drawing/2014/main" id="{551B1EE3-E64F-C143-F6EA-3D35D8C489F2}"/>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3" name="Gerader Verbinder 52">
              <a:extLst>
                <a:ext uri="{FF2B5EF4-FFF2-40B4-BE49-F238E27FC236}">
                  <a16:creationId xmlns:a16="http://schemas.microsoft.com/office/drawing/2014/main" id="{9C01DC83-47DD-11CE-C2E9-5BF49282ADE9}"/>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pic>
        <p:nvPicPr>
          <p:cNvPr id="6" name="Grafik 5">
            <a:extLst>
              <a:ext uri="{FF2B5EF4-FFF2-40B4-BE49-F238E27FC236}">
                <a16:creationId xmlns:a16="http://schemas.microsoft.com/office/drawing/2014/main" id="{7A5D8476-4187-5C37-8078-7168A03C1466}"/>
              </a:ext>
              <a:ext uri="{C183D7F6-B498-43B3-948B-1728B52AA6E4}">
                <adec:decorative xmlns:adec="http://schemas.microsoft.com/office/drawing/2017/decorative" val="1"/>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bwMode="gray">
          <a:xfrm>
            <a:off x="10704521" y="296864"/>
            <a:ext cx="1152942" cy="360000"/>
          </a:xfrm>
          <a:prstGeom prst="rect">
            <a:avLst/>
          </a:prstGeom>
        </p:spPr>
      </p:pic>
      <p:sp>
        <p:nvSpPr>
          <p:cNvPr id="7" name="MIO_Placeholder_Mapping" hidden="1">
            <a:extLst>
              <a:ext uri="{FF2B5EF4-FFF2-40B4-BE49-F238E27FC236}">
                <a16:creationId xmlns:a16="http://schemas.microsoft.com/office/drawing/2014/main" id="{2258F47E-2B37-0963-BDCB-62EDAD1063BF}"/>
              </a:ext>
            </a:extLst>
          </p:cNvPr>
          <p:cNvSpPr/>
          <p:nvPr userDrawn="1">
            <p:custDataLst>
              <p:tags r:id="rId2"/>
            </p:custDataLst>
          </p:nvPr>
        </p:nvSpPr>
        <p:spPr>
          <a:xfrm>
            <a:off x="0" y="0"/>
            <a:ext cx="0" cy="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de-DE" sz="1600" dirty="0"/>
          </a:p>
        </p:txBody>
      </p:sp>
    </p:spTree>
    <p:extLst>
      <p:ext uri="{BB962C8B-B14F-4D97-AF65-F5344CB8AC3E}">
        <p14:creationId xmlns:p14="http://schemas.microsoft.com/office/powerpoint/2010/main" val="274731506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Keymessage gelb">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A25395A-8F8D-D2E4-F755-32C3801B6119}"/>
              </a:ext>
            </a:extLst>
          </p:cNvPr>
          <p:cNvGraphicFramePr>
            <a:graphicFrameLocks noChangeAspect="1"/>
          </p:cNvGraphicFramePr>
          <p:nvPr userDrawn="1">
            <p:custDataLst>
              <p:tags r:id="rId1"/>
            </p:custDataLst>
            <p:extLst>
              <p:ext uri="{D42A27DB-BD31-4B8C-83A1-F6EECF244321}">
                <p14:modId xmlns:p14="http://schemas.microsoft.com/office/powerpoint/2010/main" val="29881453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8" name="think-cell data - do not delete" hidden="1">
                        <a:extLst>
                          <a:ext uri="{FF2B5EF4-FFF2-40B4-BE49-F238E27FC236}">
                            <a16:creationId xmlns:a16="http://schemas.microsoft.com/office/drawing/2014/main" id="{DA25395A-8F8D-D2E4-F755-32C3801B611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3" name="Grafik 2" descr="Bild füllt die komplette Folie aus, oben links Keymessage und Untertitel. Das Bild zeigt eine gelbe Wellenstruktur.">
            <a:extLst>
              <a:ext uri="{FF2B5EF4-FFF2-40B4-BE49-F238E27FC236}">
                <a16:creationId xmlns:a16="http://schemas.microsoft.com/office/drawing/2014/main" id="{5954209D-6538-1F59-7CA1-C53125F44D82}"/>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a:stretch/>
        </p:blipFill>
        <p:spPr bwMode="gray">
          <a:xfrm>
            <a:off x="0" y="0"/>
            <a:ext cx="12192000" cy="6858000"/>
          </a:xfrm>
          <a:prstGeom prst="rect">
            <a:avLst/>
          </a:prstGeom>
        </p:spPr>
      </p:pic>
      <p:sp>
        <p:nvSpPr>
          <p:cNvPr id="5" name="Titel 4">
            <a:extLst>
              <a:ext uri="{FF2B5EF4-FFF2-40B4-BE49-F238E27FC236}">
                <a16:creationId xmlns:a16="http://schemas.microsoft.com/office/drawing/2014/main" id="{99C42C62-481A-C70F-8CB4-2E9CD95967AB}"/>
              </a:ext>
            </a:extLst>
          </p:cNvPr>
          <p:cNvSpPr>
            <a:spLocks noGrp="1"/>
          </p:cNvSpPr>
          <p:nvPr>
            <p:ph type="title"/>
          </p:nvPr>
        </p:nvSpPr>
        <p:spPr bwMode="gray">
          <a:xfrm>
            <a:off x="623890" y="620712"/>
            <a:ext cx="5400000" cy="2664000"/>
          </a:xfrm>
          <a:custGeom>
            <a:avLst/>
            <a:gdLst>
              <a:gd name="connsiteX0" fmla="*/ 0 w 5472111"/>
              <a:gd name="connsiteY0" fmla="*/ 0 h 2605087"/>
              <a:gd name="connsiteX1" fmla="*/ 254000 w 5472111"/>
              <a:gd name="connsiteY1" fmla="*/ 0 h 2605087"/>
              <a:gd name="connsiteX2" fmla="*/ 1257761 w 5472111"/>
              <a:gd name="connsiteY2" fmla="*/ 0 h 2605087"/>
              <a:gd name="connsiteX3" fmla="*/ 4214350 w 5472111"/>
              <a:gd name="connsiteY3" fmla="*/ 0 h 2605087"/>
              <a:gd name="connsiteX4" fmla="*/ 5218111 w 5472111"/>
              <a:gd name="connsiteY4" fmla="*/ 0 h 2605087"/>
              <a:gd name="connsiteX5" fmla="*/ 5251717 w 5472111"/>
              <a:gd name="connsiteY5" fmla="*/ 0 h 2605087"/>
              <a:gd name="connsiteX6" fmla="*/ 5472111 w 5472111"/>
              <a:gd name="connsiteY6" fmla="*/ 220394 h 2605087"/>
              <a:gd name="connsiteX7" fmla="*/ 5472111 w 5472111"/>
              <a:gd name="connsiteY7" fmla="*/ 1041397 h 2605087"/>
              <a:gd name="connsiteX8" fmla="*/ 5472111 w 5472111"/>
              <a:gd name="connsiteY8" fmla="*/ 1563690 h 2605087"/>
              <a:gd name="connsiteX9" fmla="*/ 5472111 w 5472111"/>
              <a:gd name="connsiteY9" fmla="*/ 2605087 h 2605087"/>
              <a:gd name="connsiteX10" fmla="*/ 5218111 w 5472111"/>
              <a:gd name="connsiteY10" fmla="*/ 2605087 h 2605087"/>
              <a:gd name="connsiteX11" fmla="*/ 4214350 w 5472111"/>
              <a:gd name="connsiteY11" fmla="*/ 2605087 h 2605087"/>
              <a:gd name="connsiteX12" fmla="*/ 1257761 w 5472111"/>
              <a:gd name="connsiteY12" fmla="*/ 2605087 h 2605087"/>
              <a:gd name="connsiteX13" fmla="*/ 254000 w 5472111"/>
              <a:gd name="connsiteY13" fmla="*/ 2605087 h 2605087"/>
              <a:gd name="connsiteX14" fmla="*/ 220394 w 5472111"/>
              <a:gd name="connsiteY14" fmla="*/ 2605087 h 2605087"/>
              <a:gd name="connsiteX15" fmla="*/ 0 w 5472111"/>
              <a:gd name="connsiteY15" fmla="*/ 2384693 h 2605087"/>
              <a:gd name="connsiteX16" fmla="*/ 0 w 5472111"/>
              <a:gd name="connsiteY16" fmla="*/ 1563690 h 2605087"/>
              <a:gd name="connsiteX17" fmla="*/ 0 w 5472111"/>
              <a:gd name="connsiteY17" fmla="*/ 1041397 h 2605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472111" h="2605087">
                <a:moveTo>
                  <a:pt x="0" y="0"/>
                </a:moveTo>
                <a:lnTo>
                  <a:pt x="254000" y="0"/>
                </a:lnTo>
                <a:lnTo>
                  <a:pt x="1257761" y="0"/>
                </a:lnTo>
                <a:lnTo>
                  <a:pt x="4214350" y="0"/>
                </a:lnTo>
                <a:lnTo>
                  <a:pt x="5218111" y="0"/>
                </a:lnTo>
                <a:lnTo>
                  <a:pt x="5251717" y="0"/>
                </a:lnTo>
                <a:cubicBezTo>
                  <a:pt x="5373437" y="0"/>
                  <a:pt x="5472111" y="98674"/>
                  <a:pt x="5472111" y="220394"/>
                </a:cubicBezTo>
                <a:lnTo>
                  <a:pt x="5472111" y="1041397"/>
                </a:lnTo>
                <a:lnTo>
                  <a:pt x="5472111" y="1563690"/>
                </a:lnTo>
                <a:lnTo>
                  <a:pt x="5472111" y="2605087"/>
                </a:lnTo>
                <a:lnTo>
                  <a:pt x="5218111" y="2605087"/>
                </a:lnTo>
                <a:lnTo>
                  <a:pt x="4214350" y="2605087"/>
                </a:lnTo>
                <a:lnTo>
                  <a:pt x="1257761" y="2605087"/>
                </a:lnTo>
                <a:lnTo>
                  <a:pt x="254000" y="2605087"/>
                </a:lnTo>
                <a:lnTo>
                  <a:pt x="220394" y="2605087"/>
                </a:lnTo>
                <a:cubicBezTo>
                  <a:pt x="98674" y="2605087"/>
                  <a:pt x="0" y="2506413"/>
                  <a:pt x="0" y="2384693"/>
                </a:cubicBezTo>
                <a:lnTo>
                  <a:pt x="0" y="1563690"/>
                </a:lnTo>
                <a:lnTo>
                  <a:pt x="0" y="1041397"/>
                </a:lnTo>
                <a:close/>
              </a:path>
            </a:pathLst>
          </a:custGeom>
          <a:solidFill>
            <a:schemeClr val="bg1"/>
          </a:solidFill>
        </p:spPr>
        <p:txBody>
          <a:bodyPr vert="horz" wrap="square" lIns="216000" tIns="684000" rIns="216000" bIns="144000">
            <a:noAutofit/>
          </a:bodyPr>
          <a:lstStyle>
            <a:lvl1pPr rtl="0">
              <a:defRPr sz="2400"/>
            </a:lvl1pPr>
          </a:lstStyle>
          <a:p>
            <a:r>
              <a:rPr lang="de-DE"/>
              <a:t>Mastertitelformat bearbeiten</a:t>
            </a:r>
          </a:p>
        </p:txBody>
      </p:sp>
      <p:sp>
        <p:nvSpPr>
          <p:cNvPr id="12" name="Textplatzhalter 11">
            <a:extLst>
              <a:ext uri="{FF2B5EF4-FFF2-40B4-BE49-F238E27FC236}">
                <a16:creationId xmlns:a16="http://schemas.microsoft.com/office/drawing/2014/main" id="{5886BF3F-05AB-B72A-A5EC-1196760E9C96}"/>
              </a:ext>
            </a:extLst>
          </p:cNvPr>
          <p:cNvSpPr>
            <a:spLocks noGrp="1"/>
          </p:cNvSpPr>
          <p:nvPr>
            <p:ph type="body" sz="quarter" idx="12" hasCustomPrompt="1"/>
          </p:nvPr>
        </p:nvSpPr>
        <p:spPr bwMode="gray">
          <a:xfrm>
            <a:off x="839905" y="823339"/>
            <a:ext cx="4968000" cy="246221"/>
          </a:xfrm>
          <a:noFill/>
        </p:spPr>
        <p:txBody>
          <a:bodyPr wrap="square" lIns="0" tIns="0" rIns="0" bIns="0" anchor="ctr">
            <a:noAutofit/>
          </a:bodyPr>
          <a:lstStyle>
            <a:lvl1pPr rtl="0">
              <a:defRPr sz="1600" b="0">
                <a:solidFill>
                  <a:schemeClr val="tx1"/>
                </a:solidFill>
              </a:defRPr>
            </a:lvl1pPr>
          </a:lstStyle>
          <a:p>
            <a:pPr lvl="0"/>
            <a:r>
              <a:rPr lang="de-DE" dirty="0" err="1"/>
              <a:t>Subtitle</a:t>
            </a:r>
            <a:r>
              <a:rPr lang="de-DE" dirty="0"/>
              <a:t> einfügen</a:t>
            </a:r>
          </a:p>
        </p:txBody>
      </p:sp>
      <p:sp>
        <p:nvSpPr>
          <p:cNvPr id="185" name="Fußzeilenplatzhalter 184">
            <a:extLst>
              <a:ext uri="{FF2B5EF4-FFF2-40B4-BE49-F238E27FC236}">
                <a16:creationId xmlns:a16="http://schemas.microsoft.com/office/drawing/2014/main" id="{14FDEAE1-4FB5-4A33-FE6C-40E5A50F09AC}"/>
              </a:ext>
            </a:extLst>
          </p:cNvPr>
          <p:cNvSpPr>
            <a:spLocks noGrp="1"/>
          </p:cNvSpPr>
          <p:nvPr>
            <p:ph type="ftr" sz="quarter" idx="13"/>
          </p:nvPr>
        </p:nvSpPr>
        <p:spPr/>
        <p:txBody>
          <a:bodyPr/>
          <a:lstStyle>
            <a:lvl1pPr>
              <a:defRPr>
                <a:solidFill>
                  <a:schemeClr val="bg1"/>
                </a:solidFill>
              </a:defRPr>
            </a:lvl1pPr>
          </a:lstStyle>
          <a:p>
            <a:r>
              <a:rPr lang="de-DE"/>
              <a:t>© msg systems ag | Titel einfügen | 2025</a:t>
            </a:r>
            <a:endParaRPr lang="de-DE" dirty="0"/>
          </a:p>
        </p:txBody>
      </p:sp>
      <p:sp>
        <p:nvSpPr>
          <p:cNvPr id="186" name="Foliennummernplatzhalter 185">
            <a:extLst>
              <a:ext uri="{FF2B5EF4-FFF2-40B4-BE49-F238E27FC236}">
                <a16:creationId xmlns:a16="http://schemas.microsoft.com/office/drawing/2014/main" id="{42679077-A045-2B6D-7D97-2CABB7B3F0CC}"/>
              </a:ext>
            </a:extLst>
          </p:cNvPr>
          <p:cNvSpPr>
            <a:spLocks noGrp="1"/>
          </p:cNvSpPr>
          <p:nvPr>
            <p:ph type="sldNum" sz="quarter" idx="14"/>
          </p:nvPr>
        </p:nvSpPr>
        <p:spPr/>
        <p:txBody>
          <a:bodyPr/>
          <a:lstStyle>
            <a:lvl1pPr>
              <a:defRPr>
                <a:solidFill>
                  <a:schemeClr val="bg1"/>
                </a:solidFill>
              </a:defRPr>
            </a:lvl1pPr>
          </a:lstStyle>
          <a:p>
            <a:fld id="{1FBD72F1-A42A-46B0-A7F8-CE6A9835826C}" type="slidenum">
              <a:rPr lang="de-DE"/>
              <a:pPr/>
              <a:t>‹Nr.›</a:t>
            </a:fld>
            <a:endParaRPr lang="de-DE" dirty="0"/>
          </a:p>
        </p:txBody>
      </p:sp>
      <p:grpSp>
        <p:nvGrpSpPr>
          <p:cNvPr id="40" name="Gruppieren 39">
            <a:extLst>
              <a:ext uri="{FF2B5EF4-FFF2-40B4-BE49-F238E27FC236}">
                <a16:creationId xmlns:a16="http://schemas.microsoft.com/office/drawing/2014/main" id="{972EC8B1-6F15-51F0-E428-6FA5E2620AD0}"/>
              </a:ext>
              <a:ext uri="{C183D7F6-B498-43B3-948B-1728B52AA6E4}">
                <adec:decorative xmlns:adec="http://schemas.microsoft.com/office/drawing/2017/decorative" val="1"/>
              </a:ext>
            </a:extLst>
          </p:cNvPr>
          <p:cNvGrpSpPr>
            <a:grpSpLocks/>
          </p:cNvGrpSpPr>
          <p:nvPr userDrawn="1"/>
        </p:nvGrpSpPr>
        <p:grpSpPr bwMode="gray">
          <a:xfrm>
            <a:off x="623888" y="-254000"/>
            <a:ext cx="11233150" cy="144000"/>
            <a:chOff x="623888" y="0"/>
            <a:chExt cx="11233150" cy="6858000"/>
          </a:xfrm>
        </p:grpSpPr>
        <p:cxnSp>
          <p:nvCxnSpPr>
            <p:cNvPr id="41" name="Gerader Verbinder 40">
              <a:extLst>
                <a:ext uri="{FF2B5EF4-FFF2-40B4-BE49-F238E27FC236}">
                  <a16:creationId xmlns:a16="http://schemas.microsoft.com/office/drawing/2014/main" id="{BF567219-870D-73A9-2074-57D7AC9AC10C}"/>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2" name="Gerader Verbinder 41">
              <a:extLst>
                <a:ext uri="{FF2B5EF4-FFF2-40B4-BE49-F238E27FC236}">
                  <a16:creationId xmlns:a16="http://schemas.microsoft.com/office/drawing/2014/main" id="{F09652A2-DD7E-4F53-6538-3F7FB33CD483}"/>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51" name="Gruppieren 50">
            <a:extLst>
              <a:ext uri="{FF2B5EF4-FFF2-40B4-BE49-F238E27FC236}">
                <a16:creationId xmlns:a16="http://schemas.microsoft.com/office/drawing/2014/main" id="{6B4B7644-61B5-36B2-67FD-E2A353161E7C}"/>
              </a:ext>
              <a:ext uri="{C183D7F6-B498-43B3-948B-1728B52AA6E4}">
                <adec:decorative xmlns:adec="http://schemas.microsoft.com/office/drawing/2017/decorative" val="1"/>
              </a:ext>
            </a:extLst>
          </p:cNvPr>
          <p:cNvGrpSpPr>
            <a:grpSpLocks/>
          </p:cNvGrpSpPr>
          <p:nvPr userDrawn="1"/>
        </p:nvGrpSpPr>
        <p:grpSpPr bwMode="gray">
          <a:xfrm>
            <a:off x="623888" y="6972300"/>
            <a:ext cx="11233150" cy="144000"/>
            <a:chOff x="623888" y="0"/>
            <a:chExt cx="11233150" cy="6858000"/>
          </a:xfrm>
        </p:grpSpPr>
        <p:cxnSp>
          <p:nvCxnSpPr>
            <p:cNvPr id="52" name="Gerader Verbinder 51">
              <a:extLst>
                <a:ext uri="{FF2B5EF4-FFF2-40B4-BE49-F238E27FC236}">
                  <a16:creationId xmlns:a16="http://schemas.microsoft.com/office/drawing/2014/main" id="{551B1EE3-E64F-C143-F6EA-3D35D8C489F2}"/>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3" name="Gerader Verbinder 52">
              <a:extLst>
                <a:ext uri="{FF2B5EF4-FFF2-40B4-BE49-F238E27FC236}">
                  <a16:creationId xmlns:a16="http://schemas.microsoft.com/office/drawing/2014/main" id="{9C01DC83-47DD-11CE-C2E9-5BF49282ADE9}"/>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pic>
        <p:nvPicPr>
          <p:cNvPr id="6" name="Grafik 5">
            <a:extLst>
              <a:ext uri="{FF2B5EF4-FFF2-40B4-BE49-F238E27FC236}">
                <a16:creationId xmlns:a16="http://schemas.microsoft.com/office/drawing/2014/main" id="{7A5D8476-4187-5C37-8078-7168A03C1466}"/>
              </a:ext>
              <a:ext uri="{C183D7F6-B498-43B3-948B-1728B52AA6E4}">
                <adec:decorative xmlns:adec="http://schemas.microsoft.com/office/drawing/2017/decorative" val="1"/>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bwMode="gray">
          <a:xfrm>
            <a:off x="10704521" y="296864"/>
            <a:ext cx="1152942" cy="360000"/>
          </a:xfrm>
          <a:prstGeom prst="rect">
            <a:avLst/>
          </a:prstGeom>
        </p:spPr>
      </p:pic>
      <p:sp>
        <p:nvSpPr>
          <p:cNvPr id="2" name="MIO_Placeholder_Mapping" hidden="1">
            <a:extLst>
              <a:ext uri="{FF2B5EF4-FFF2-40B4-BE49-F238E27FC236}">
                <a16:creationId xmlns:a16="http://schemas.microsoft.com/office/drawing/2014/main" id="{8AFA1388-009B-FD5F-A5E5-69EE5A5025DE}"/>
              </a:ext>
            </a:extLst>
          </p:cNvPr>
          <p:cNvSpPr/>
          <p:nvPr userDrawn="1">
            <p:custDataLst>
              <p:tags r:id="rId2"/>
            </p:custDataLst>
          </p:nvPr>
        </p:nvSpPr>
        <p:spPr>
          <a:xfrm>
            <a:off x="0" y="0"/>
            <a:ext cx="0" cy="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de-DE" sz="1600" dirty="0"/>
          </a:p>
        </p:txBody>
      </p:sp>
    </p:spTree>
    <p:extLst>
      <p:ext uri="{BB962C8B-B14F-4D97-AF65-F5344CB8AC3E}">
        <p14:creationId xmlns:p14="http://schemas.microsoft.com/office/powerpoint/2010/main" val="34472022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Keymessage weiß">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A25395A-8F8D-D2E4-F755-32C3801B6119}"/>
              </a:ext>
            </a:extLst>
          </p:cNvPr>
          <p:cNvGraphicFramePr>
            <a:graphicFrameLocks noChangeAspect="1"/>
          </p:cNvGraphicFramePr>
          <p:nvPr userDrawn="1">
            <p:custDataLst>
              <p:tags r:id="rId1"/>
            </p:custDataLst>
            <p:extLst>
              <p:ext uri="{D42A27DB-BD31-4B8C-83A1-F6EECF244321}">
                <p14:modId xmlns:p14="http://schemas.microsoft.com/office/powerpoint/2010/main" val="4816127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think-cell data - do not delete" hidden="1">
                        <a:extLst>
                          <a:ext uri="{FF2B5EF4-FFF2-40B4-BE49-F238E27FC236}">
                            <a16:creationId xmlns:a16="http://schemas.microsoft.com/office/drawing/2014/main" id="{DA25395A-8F8D-D2E4-F755-32C3801B611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extplatzhalter 11">
            <a:extLst>
              <a:ext uri="{FF2B5EF4-FFF2-40B4-BE49-F238E27FC236}">
                <a16:creationId xmlns:a16="http://schemas.microsoft.com/office/drawing/2014/main" id="{5886BF3F-05AB-B72A-A5EC-1196760E9C96}"/>
              </a:ext>
            </a:extLst>
          </p:cNvPr>
          <p:cNvSpPr>
            <a:spLocks noGrp="1"/>
          </p:cNvSpPr>
          <p:nvPr>
            <p:ph type="body" sz="quarter" idx="12" hasCustomPrompt="1"/>
          </p:nvPr>
        </p:nvSpPr>
        <p:spPr bwMode="gray">
          <a:xfrm>
            <a:off x="1487551" y="1525591"/>
            <a:ext cx="8425277" cy="246221"/>
          </a:xfrm>
          <a:noFill/>
        </p:spPr>
        <p:txBody>
          <a:bodyPr wrap="square" lIns="0" tIns="0" rIns="0" bIns="0" anchor="ctr">
            <a:noAutofit/>
          </a:bodyPr>
          <a:lstStyle>
            <a:lvl1pPr rtl="0">
              <a:defRPr sz="1600" b="0">
                <a:solidFill>
                  <a:schemeClr val="tx1"/>
                </a:solidFill>
              </a:defRPr>
            </a:lvl1pPr>
          </a:lstStyle>
          <a:p>
            <a:pPr lvl="0"/>
            <a:r>
              <a:rPr lang="de-DE" dirty="0" err="1"/>
              <a:t>Subtitle</a:t>
            </a:r>
            <a:r>
              <a:rPr lang="de-DE" dirty="0"/>
              <a:t> einfügen</a:t>
            </a:r>
          </a:p>
        </p:txBody>
      </p:sp>
      <p:sp>
        <p:nvSpPr>
          <p:cNvPr id="2" name="Titel 1">
            <a:extLst>
              <a:ext uri="{FF2B5EF4-FFF2-40B4-BE49-F238E27FC236}">
                <a16:creationId xmlns:a16="http://schemas.microsoft.com/office/drawing/2014/main" id="{6EFC4E64-FF88-559D-D12A-F48A2E523085}"/>
              </a:ext>
            </a:extLst>
          </p:cNvPr>
          <p:cNvSpPr>
            <a:spLocks noGrp="1"/>
          </p:cNvSpPr>
          <p:nvPr>
            <p:ph type="title"/>
          </p:nvPr>
        </p:nvSpPr>
        <p:spPr bwMode="gray">
          <a:xfrm>
            <a:off x="1487552" y="2205196"/>
            <a:ext cx="8425282" cy="1727824"/>
          </a:xfrm>
        </p:spPr>
        <p:txBody>
          <a:bodyPr vert="horz"/>
          <a:lstStyle>
            <a:lvl1pPr rtl="0">
              <a:defRPr sz="3600"/>
            </a:lvl1pPr>
          </a:lstStyle>
          <a:p>
            <a:r>
              <a:rPr lang="de-DE"/>
              <a:t>Mastertitelformat bearbeiten</a:t>
            </a:r>
            <a:endParaRPr lang="de-DE" dirty="0"/>
          </a:p>
        </p:txBody>
      </p:sp>
      <p:sp>
        <p:nvSpPr>
          <p:cNvPr id="9" name="Fußzeilenplatzhalter 8">
            <a:extLst>
              <a:ext uri="{FF2B5EF4-FFF2-40B4-BE49-F238E27FC236}">
                <a16:creationId xmlns:a16="http://schemas.microsoft.com/office/drawing/2014/main" id="{D03EB9C7-5B0D-40C1-4C1E-90D2B3B10616}"/>
              </a:ext>
            </a:extLst>
          </p:cNvPr>
          <p:cNvSpPr>
            <a:spLocks noGrp="1"/>
          </p:cNvSpPr>
          <p:nvPr>
            <p:ph type="ftr" sz="quarter" idx="10"/>
          </p:nvPr>
        </p:nvSpPr>
        <p:spPr bwMode="gray"/>
        <p:txBody>
          <a:bodyPr/>
          <a:lstStyle>
            <a:lvl1pPr rtl="0">
              <a:defRPr/>
            </a:lvl1pPr>
          </a:lstStyle>
          <a:p>
            <a:r>
              <a:rPr lang="de-DE"/>
              <a:t>© msg systems ag | Titel einfügen | 2025</a:t>
            </a:r>
            <a:endParaRPr lang="de-DE" dirty="0"/>
          </a:p>
        </p:txBody>
      </p:sp>
      <p:sp>
        <p:nvSpPr>
          <p:cNvPr id="10" name="Foliennummernplatzhalter 9">
            <a:extLst>
              <a:ext uri="{FF2B5EF4-FFF2-40B4-BE49-F238E27FC236}">
                <a16:creationId xmlns:a16="http://schemas.microsoft.com/office/drawing/2014/main" id="{9DFE6708-DAE5-9464-8231-70CB5EC0057C}"/>
              </a:ext>
            </a:extLst>
          </p:cNvPr>
          <p:cNvSpPr>
            <a:spLocks noGrp="1"/>
          </p:cNvSpPr>
          <p:nvPr>
            <p:ph type="sldNum" sz="quarter" idx="11"/>
          </p:nvPr>
        </p:nvSpPr>
        <p:spPr bwMode="gray"/>
        <p:txBody>
          <a:bodyPr/>
          <a:lstStyle>
            <a:lvl1pPr rtl="0">
              <a:defRPr/>
            </a:lvl1pPr>
          </a:lstStyle>
          <a:p>
            <a:fld id="{1FBD72F1-A42A-46B0-A7F8-CE6A9835826C}" type="slidenum">
              <a:rPr lang="de-DE"/>
              <a:pPr/>
              <a:t>‹Nr.›</a:t>
            </a:fld>
            <a:endParaRPr lang="de-DE"/>
          </a:p>
        </p:txBody>
      </p:sp>
      <p:pic>
        <p:nvPicPr>
          <p:cNvPr id="5" name="Grafik 4">
            <a:extLst>
              <a:ext uri="{FF2B5EF4-FFF2-40B4-BE49-F238E27FC236}">
                <a16:creationId xmlns:a16="http://schemas.microsoft.com/office/drawing/2014/main" id="{A4F61372-4ED9-3EC9-9A1A-23EB86758932}"/>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bwMode="gray">
          <a:xfrm>
            <a:off x="10704521" y="296864"/>
            <a:ext cx="1152942" cy="360000"/>
          </a:xfrm>
          <a:prstGeom prst="rect">
            <a:avLst/>
          </a:prstGeom>
        </p:spPr>
      </p:pic>
      <p:grpSp>
        <p:nvGrpSpPr>
          <p:cNvPr id="11" name="Gruppieren 10">
            <a:extLst>
              <a:ext uri="{FF2B5EF4-FFF2-40B4-BE49-F238E27FC236}">
                <a16:creationId xmlns:a16="http://schemas.microsoft.com/office/drawing/2014/main" id="{5AB6250B-1B13-4A44-B5BA-119DF7713C6E}"/>
              </a:ext>
              <a:ext uri="{C183D7F6-B498-43B3-948B-1728B52AA6E4}">
                <adec:decorative xmlns:adec="http://schemas.microsoft.com/office/drawing/2017/decorative" val="1"/>
              </a:ext>
            </a:extLst>
          </p:cNvPr>
          <p:cNvGrpSpPr>
            <a:grpSpLocks/>
          </p:cNvGrpSpPr>
          <p:nvPr userDrawn="1"/>
        </p:nvGrpSpPr>
        <p:grpSpPr bwMode="gray">
          <a:xfrm>
            <a:off x="623888" y="-254000"/>
            <a:ext cx="11233150" cy="144000"/>
            <a:chOff x="623888" y="0"/>
            <a:chExt cx="11233150" cy="6858000"/>
          </a:xfrm>
        </p:grpSpPr>
        <p:cxnSp>
          <p:nvCxnSpPr>
            <p:cNvPr id="13" name="Gerader Verbinder 12">
              <a:extLst>
                <a:ext uri="{FF2B5EF4-FFF2-40B4-BE49-F238E27FC236}">
                  <a16:creationId xmlns:a16="http://schemas.microsoft.com/office/drawing/2014/main" id="{BB4B0D50-99FA-FE97-61A1-0CAE8407E4CB}"/>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108B9671-F1E6-E243-8847-2DEC4618B107}"/>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23" name="Gruppieren 22">
            <a:extLst>
              <a:ext uri="{FF2B5EF4-FFF2-40B4-BE49-F238E27FC236}">
                <a16:creationId xmlns:a16="http://schemas.microsoft.com/office/drawing/2014/main" id="{E106CDD9-2B97-9752-65F3-F46A524B4066}"/>
              </a:ext>
              <a:ext uri="{C183D7F6-B498-43B3-948B-1728B52AA6E4}">
                <adec:decorative xmlns:adec="http://schemas.microsoft.com/office/drawing/2017/decorative" val="1"/>
              </a:ext>
            </a:extLst>
          </p:cNvPr>
          <p:cNvGrpSpPr>
            <a:grpSpLocks/>
          </p:cNvGrpSpPr>
          <p:nvPr userDrawn="1"/>
        </p:nvGrpSpPr>
        <p:grpSpPr bwMode="gray">
          <a:xfrm>
            <a:off x="623888" y="6972300"/>
            <a:ext cx="11233150" cy="144000"/>
            <a:chOff x="623888" y="0"/>
            <a:chExt cx="11233150" cy="6858000"/>
          </a:xfrm>
        </p:grpSpPr>
        <p:cxnSp>
          <p:nvCxnSpPr>
            <p:cNvPr id="24" name="Gerader Verbinder 23">
              <a:extLst>
                <a:ext uri="{FF2B5EF4-FFF2-40B4-BE49-F238E27FC236}">
                  <a16:creationId xmlns:a16="http://schemas.microsoft.com/office/drawing/2014/main" id="{19ECEAE7-6ED9-AF3D-79EC-721F080B817E}"/>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F48AA1BB-3ADA-0EAB-ED40-E1363AD7E54A}"/>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191" name="Gruppieren 190">
            <a:extLst>
              <a:ext uri="{FF2B5EF4-FFF2-40B4-BE49-F238E27FC236}">
                <a16:creationId xmlns:a16="http://schemas.microsoft.com/office/drawing/2014/main" id="{32D0DC10-EFFF-3ADC-EFA9-4B2BAB534A7A}"/>
              </a:ext>
              <a:ext uri="{C183D7F6-B498-43B3-948B-1728B52AA6E4}">
                <adec:decorative xmlns:adec="http://schemas.microsoft.com/office/drawing/2017/decorative" val="1"/>
              </a:ext>
            </a:extLst>
          </p:cNvPr>
          <p:cNvGrpSpPr/>
          <p:nvPr userDrawn="1"/>
        </p:nvGrpSpPr>
        <p:grpSpPr bwMode="gray">
          <a:xfrm>
            <a:off x="-254000" y="296863"/>
            <a:ext cx="144000" cy="6300787"/>
            <a:chOff x="0" y="296863"/>
            <a:chExt cx="12192000" cy="6300787"/>
          </a:xfrm>
        </p:grpSpPr>
        <p:cxnSp>
          <p:nvCxnSpPr>
            <p:cNvPr id="192" name="Gerader Verbinder 191">
              <a:extLst>
                <a:ext uri="{FF2B5EF4-FFF2-40B4-BE49-F238E27FC236}">
                  <a16:creationId xmlns:a16="http://schemas.microsoft.com/office/drawing/2014/main" id="{05FBF4CD-0528-38C2-FBFF-04ECF5F929F9}"/>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3" name="Gerader Verbinder 192">
              <a:extLst>
                <a:ext uri="{FF2B5EF4-FFF2-40B4-BE49-F238E27FC236}">
                  <a16:creationId xmlns:a16="http://schemas.microsoft.com/office/drawing/2014/main" id="{40408BFA-CCF4-DB3F-4F95-BE35697FBFC2}"/>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4" name="Gerader Verbinder 193">
              <a:extLst>
                <a:ext uri="{FF2B5EF4-FFF2-40B4-BE49-F238E27FC236}">
                  <a16:creationId xmlns:a16="http://schemas.microsoft.com/office/drawing/2014/main" id="{B65E39BF-EFF7-10AD-45A8-23EF497384F8}"/>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5" name="Gerader Verbinder 194">
              <a:extLst>
                <a:ext uri="{FF2B5EF4-FFF2-40B4-BE49-F238E27FC236}">
                  <a16:creationId xmlns:a16="http://schemas.microsoft.com/office/drawing/2014/main" id="{1CC4D524-0461-747A-2770-4B9590FE34A6}"/>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6" name="Gerader Verbinder 195">
              <a:extLst>
                <a:ext uri="{FF2B5EF4-FFF2-40B4-BE49-F238E27FC236}">
                  <a16:creationId xmlns:a16="http://schemas.microsoft.com/office/drawing/2014/main" id="{474FC839-3017-DFC9-B32A-D59FD55B0AFA}"/>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7" name="Gerader Verbinder 196">
              <a:extLst>
                <a:ext uri="{FF2B5EF4-FFF2-40B4-BE49-F238E27FC236}">
                  <a16:creationId xmlns:a16="http://schemas.microsoft.com/office/drawing/2014/main" id="{3AE5C23D-21FA-6144-BF9A-B1E96C50FFAA}"/>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98" name="Gerader Verbinder 197">
              <a:extLst>
                <a:ext uri="{FF2B5EF4-FFF2-40B4-BE49-F238E27FC236}">
                  <a16:creationId xmlns:a16="http://schemas.microsoft.com/office/drawing/2014/main" id="{9FF3B812-B74A-9B6E-AFAB-DEE38C414CF3}"/>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199" name="Gruppieren 198">
            <a:extLst>
              <a:ext uri="{FF2B5EF4-FFF2-40B4-BE49-F238E27FC236}">
                <a16:creationId xmlns:a16="http://schemas.microsoft.com/office/drawing/2014/main" id="{C8AF24E2-DAE6-9BE8-86B3-D12747F4D55F}"/>
              </a:ext>
              <a:ext uri="{C183D7F6-B498-43B3-948B-1728B52AA6E4}">
                <adec:decorative xmlns:adec="http://schemas.microsoft.com/office/drawing/2017/decorative" val="1"/>
              </a:ext>
            </a:extLst>
          </p:cNvPr>
          <p:cNvGrpSpPr/>
          <p:nvPr userDrawn="1"/>
        </p:nvGrpSpPr>
        <p:grpSpPr bwMode="gray">
          <a:xfrm>
            <a:off x="12301940" y="296863"/>
            <a:ext cx="144000" cy="6300787"/>
            <a:chOff x="0" y="296863"/>
            <a:chExt cx="12192000" cy="6300787"/>
          </a:xfrm>
        </p:grpSpPr>
        <p:cxnSp>
          <p:nvCxnSpPr>
            <p:cNvPr id="200" name="Gerader Verbinder 199">
              <a:extLst>
                <a:ext uri="{FF2B5EF4-FFF2-40B4-BE49-F238E27FC236}">
                  <a16:creationId xmlns:a16="http://schemas.microsoft.com/office/drawing/2014/main" id="{1A9C1CCE-0333-8648-6C84-90812B4AD898}"/>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1" name="Gerader Verbinder 200">
              <a:extLst>
                <a:ext uri="{FF2B5EF4-FFF2-40B4-BE49-F238E27FC236}">
                  <a16:creationId xmlns:a16="http://schemas.microsoft.com/office/drawing/2014/main" id="{DF9F53EF-A455-FBA8-EDE1-AADCF1077F4E}"/>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2" name="Gerader Verbinder 201">
              <a:extLst>
                <a:ext uri="{FF2B5EF4-FFF2-40B4-BE49-F238E27FC236}">
                  <a16:creationId xmlns:a16="http://schemas.microsoft.com/office/drawing/2014/main" id="{974AC9BA-60C3-A7FC-97EF-58FD817CF516}"/>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3" name="Gerader Verbinder 202">
              <a:extLst>
                <a:ext uri="{FF2B5EF4-FFF2-40B4-BE49-F238E27FC236}">
                  <a16:creationId xmlns:a16="http://schemas.microsoft.com/office/drawing/2014/main" id="{3801C69D-2429-82B4-35BA-3554900A9C51}"/>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4" name="Gerader Verbinder 203">
              <a:extLst>
                <a:ext uri="{FF2B5EF4-FFF2-40B4-BE49-F238E27FC236}">
                  <a16:creationId xmlns:a16="http://schemas.microsoft.com/office/drawing/2014/main" id="{404AC6CD-3611-9EC3-34AF-9FFA8827D4BA}"/>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5" name="Gerader Verbinder 204">
              <a:extLst>
                <a:ext uri="{FF2B5EF4-FFF2-40B4-BE49-F238E27FC236}">
                  <a16:creationId xmlns:a16="http://schemas.microsoft.com/office/drawing/2014/main" id="{F896204E-D3C8-BDC5-5EF9-31819A72B1D1}"/>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6" name="Gerader Verbinder 205">
              <a:extLst>
                <a:ext uri="{FF2B5EF4-FFF2-40B4-BE49-F238E27FC236}">
                  <a16:creationId xmlns:a16="http://schemas.microsoft.com/office/drawing/2014/main" id="{A55EBB46-709E-2AB6-C615-EAFE29AC6CDE}"/>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1637395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8 Kontakte">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A25395A-8F8D-D2E4-F755-32C3801B6119}"/>
              </a:ext>
            </a:extLst>
          </p:cNvPr>
          <p:cNvGraphicFramePr>
            <a:graphicFrameLocks noChangeAspect="1"/>
          </p:cNvGraphicFramePr>
          <p:nvPr userDrawn="1">
            <p:custDataLst>
              <p:tags r:id="rId1"/>
            </p:custDataLst>
            <p:extLst>
              <p:ext uri="{D42A27DB-BD31-4B8C-83A1-F6EECF244321}">
                <p14:modId xmlns:p14="http://schemas.microsoft.com/office/powerpoint/2010/main" val="23875439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8" name="think-cell data - do not delete" hidden="1">
                        <a:extLst>
                          <a:ext uri="{FF2B5EF4-FFF2-40B4-BE49-F238E27FC236}">
                            <a16:creationId xmlns:a16="http://schemas.microsoft.com/office/drawing/2014/main" id="{DA25395A-8F8D-D2E4-F755-32C3801B611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108" name="Grafik 107" descr="Bild mit grüner Wellenstruktur füllt 1/3 der Folie aus, darauf die Anschrift der msg systems ag und die Logos von X, Linkedin, Facebook, Instagram und Whatsapp. Links der Titel und bis zu 8 Kontaktpersonen mit Bild.">
            <a:extLst>
              <a:ext uri="{FF2B5EF4-FFF2-40B4-BE49-F238E27FC236}">
                <a16:creationId xmlns:a16="http://schemas.microsoft.com/office/drawing/2014/main" id="{AE4C995B-DFDC-78DF-ACE7-74EE29C3B8FF}"/>
              </a:ext>
              <a:ext uri="{C183D7F6-B498-43B3-948B-1728B52AA6E4}">
                <adec:decorative xmlns:adec="http://schemas.microsoft.com/office/drawing/2017/decorative" val="0"/>
              </a:ext>
            </a:extLst>
          </p:cNvPr>
          <p:cNvPicPr>
            <a:picLocks noChangeAspect="1"/>
          </p:cNvPicPr>
          <p:nvPr userDrawn="1"/>
        </p:nvPicPr>
        <p:blipFill rotWithShape="1">
          <a:blip r:embed="rId6" cstate="screen">
            <a:extLst>
              <a:ext uri="{28A0092B-C50C-407E-A947-70E740481C1C}">
                <a14:useLocalDpi xmlns:a14="http://schemas.microsoft.com/office/drawing/2010/main" val="0"/>
              </a:ext>
            </a:extLst>
          </a:blip>
          <a:srcRect/>
          <a:stretch/>
        </p:blipFill>
        <p:spPr bwMode="gray">
          <a:xfrm flipH="1" flipV="1">
            <a:off x="8400680" y="2772"/>
            <a:ext cx="3791319" cy="6855228"/>
          </a:xfrm>
          <a:prstGeom prst="rect">
            <a:avLst/>
          </a:prstGeom>
        </p:spPr>
      </p:pic>
      <p:sp>
        <p:nvSpPr>
          <p:cNvPr id="2" name="Titel 1">
            <a:extLst>
              <a:ext uri="{FF2B5EF4-FFF2-40B4-BE49-F238E27FC236}">
                <a16:creationId xmlns:a16="http://schemas.microsoft.com/office/drawing/2014/main" id="{3FB3FC25-F432-5096-1B3C-2356EF2C50CD}"/>
              </a:ext>
            </a:extLst>
          </p:cNvPr>
          <p:cNvSpPr>
            <a:spLocks noGrp="1"/>
          </p:cNvSpPr>
          <p:nvPr userDrawn="1">
            <p:ph type="title"/>
          </p:nvPr>
        </p:nvSpPr>
        <p:spPr bwMode="gray">
          <a:xfrm>
            <a:off x="623889" y="620713"/>
            <a:ext cx="6910386" cy="738664"/>
          </a:xfrm>
        </p:spPr>
        <p:txBody>
          <a:bodyPr vert="horz"/>
          <a:lstStyle/>
          <a:p>
            <a:r>
              <a:rPr lang="de-DE"/>
              <a:t>Mastertitelformat bearbeiten</a:t>
            </a:r>
            <a:endParaRPr lang="de-DE" dirty="0"/>
          </a:p>
        </p:txBody>
      </p:sp>
      <p:sp>
        <p:nvSpPr>
          <p:cNvPr id="16" name="Bildplatzhalter 15">
            <a:extLst>
              <a:ext uri="{FF2B5EF4-FFF2-40B4-BE49-F238E27FC236}">
                <a16:creationId xmlns:a16="http://schemas.microsoft.com/office/drawing/2014/main" id="{971D89B3-93B1-57A2-2934-C51B985EA126}"/>
              </a:ext>
              <a:ext uri="{C183D7F6-B498-43B3-948B-1728B52AA6E4}">
                <adec:decorative xmlns:adec="http://schemas.microsoft.com/office/drawing/2017/decorative" val="0"/>
              </a:ext>
            </a:extLst>
          </p:cNvPr>
          <p:cNvSpPr>
            <a:spLocks noGrp="1"/>
          </p:cNvSpPr>
          <p:nvPr userDrawn="1">
            <p:ph type="pic" sz="quarter" idx="12" hasCustomPrompt="1"/>
          </p:nvPr>
        </p:nvSpPr>
        <p:spPr bwMode="gray">
          <a:xfrm>
            <a:off x="623888" y="2203994"/>
            <a:ext cx="648000" cy="648000"/>
          </a:xfrm>
          <a:prstGeom prst="ellipse">
            <a:avLst/>
          </a:prstGeom>
          <a:solidFill>
            <a:schemeClr val="bg2"/>
          </a:solidFill>
        </p:spPr>
        <p:txBody>
          <a:bodyPr>
            <a:noAutofit/>
          </a:bodyPr>
          <a:lstStyle>
            <a:lvl1pPr rtl="0">
              <a:defRPr sz="1000">
                <a:solidFill>
                  <a:schemeClr val="tx1"/>
                </a:solidFill>
              </a:defRPr>
            </a:lvl1pPr>
          </a:lstStyle>
          <a:p>
            <a:r>
              <a:rPr lang="de-DE" dirty="0"/>
              <a:t>Bild hinzufügen</a:t>
            </a:r>
          </a:p>
        </p:txBody>
      </p:sp>
      <p:sp>
        <p:nvSpPr>
          <p:cNvPr id="40" name="Textplatzhalter 39">
            <a:extLst>
              <a:ext uri="{FF2B5EF4-FFF2-40B4-BE49-F238E27FC236}">
                <a16:creationId xmlns:a16="http://schemas.microsoft.com/office/drawing/2014/main" id="{AFA1D9AC-7FF6-6CF2-35C7-822784B6FBCD}"/>
              </a:ext>
            </a:extLst>
          </p:cNvPr>
          <p:cNvSpPr>
            <a:spLocks noGrp="1"/>
          </p:cNvSpPr>
          <p:nvPr userDrawn="1">
            <p:ph type="body" sz="quarter" idx="20"/>
          </p:nvPr>
        </p:nvSpPr>
        <p:spPr bwMode="gray">
          <a:xfrm>
            <a:off x="1485234" y="2204063"/>
            <a:ext cx="2376310" cy="647931"/>
          </a:xfrm>
        </p:spPr>
        <p:txBody>
          <a:bodyPr anchor="ctr">
            <a:noAutofit/>
          </a:bodyPr>
          <a:lstStyle>
            <a:lvl1pPr marL="0" indent="0" rtl="0">
              <a:spcAft>
                <a:spcPts val="0"/>
              </a:spcAft>
              <a:buFont typeface="Arial" panose="020B0604020202020204" pitchFamily="34" charset="0"/>
              <a:buNone/>
              <a:defRPr sz="1100" b="0">
                <a:solidFill>
                  <a:schemeClr val="tx1"/>
                </a:solidFill>
                <a:latin typeface="+mn-lt"/>
              </a:defRPr>
            </a:lvl1pPr>
            <a:lvl2pPr marL="0" indent="0" rtl="0">
              <a:spcAft>
                <a:spcPts val="0"/>
              </a:spcAft>
              <a:buNone/>
              <a:defRPr sz="1100">
                <a:solidFill>
                  <a:schemeClr val="tx1"/>
                </a:solidFill>
                <a:latin typeface="+mn-lt"/>
              </a:defRPr>
            </a:lvl2pPr>
            <a:lvl3pPr marL="216000" indent="0">
              <a:spcAft>
                <a:spcPts val="0"/>
              </a:spcAft>
              <a:buNone/>
              <a:defRPr sz="1100">
                <a:solidFill>
                  <a:schemeClr val="bg1"/>
                </a:solidFill>
              </a:defRPr>
            </a:lvl3pPr>
            <a:lvl4pPr marL="432000" indent="0">
              <a:spcAft>
                <a:spcPts val="0"/>
              </a:spcAft>
              <a:buNone/>
              <a:defRPr sz="1100">
                <a:solidFill>
                  <a:schemeClr val="bg1"/>
                </a:solidFill>
              </a:defRPr>
            </a:lvl4pPr>
            <a:lvl5pPr marL="648000" indent="0">
              <a:spcAft>
                <a:spcPts val="0"/>
              </a:spcAft>
              <a:buNone/>
              <a:defRPr sz="1100">
                <a:solidFill>
                  <a:schemeClr val="bg1"/>
                </a:solidFill>
              </a:defRPr>
            </a:lvl5pPr>
          </a:lstStyle>
          <a:p>
            <a:pPr lvl="0"/>
            <a:r>
              <a:rPr lang="de-DE"/>
              <a:t>Mastertextformat bearbeiten</a:t>
            </a:r>
          </a:p>
          <a:p>
            <a:pPr lvl="1"/>
            <a:r>
              <a:rPr lang="de-DE"/>
              <a:t>Zweite Ebene</a:t>
            </a:r>
          </a:p>
        </p:txBody>
      </p:sp>
      <p:sp>
        <p:nvSpPr>
          <p:cNvPr id="18" name="Bildplatzhalter 17">
            <a:extLst>
              <a:ext uri="{FF2B5EF4-FFF2-40B4-BE49-F238E27FC236}">
                <a16:creationId xmlns:a16="http://schemas.microsoft.com/office/drawing/2014/main" id="{B8743BA9-5CC3-01F3-D460-A28E65028C1E}"/>
              </a:ext>
              <a:ext uri="{C183D7F6-B498-43B3-948B-1728B52AA6E4}">
                <adec:decorative xmlns:adec="http://schemas.microsoft.com/office/drawing/2017/decorative" val="0"/>
              </a:ext>
            </a:extLst>
          </p:cNvPr>
          <p:cNvSpPr>
            <a:spLocks noGrp="1"/>
          </p:cNvSpPr>
          <p:nvPr userDrawn="1">
            <p:ph type="pic" sz="quarter" idx="13" hasCustomPrompt="1"/>
          </p:nvPr>
        </p:nvSpPr>
        <p:spPr bwMode="gray">
          <a:xfrm>
            <a:off x="623887" y="3067980"/>
            <a:ext cx="648000" cy="648000"/>
          </a:xfrm>
          <a:prstGeom prst="ellipse">
            <a:avLst/>
          </a:prstGeom>
          <a:solidFill>
            <a:schemeClr val="bg2"/>
          </a:solidFill>
        </p:spPr>
        <p:txBody>
          <a:bodyPr>
            <a:noAutofit/>
          </a:bodyPr>
          <a:lstStyle>
            <a:lvl1pPr rtl="0">
              <a:defRPr sz="1000">
                <a:solidFill>
                  <a:schemeClr val="tx1"/>
                </a:solidFill>
              </a:defRPr>
            </a:lvl1pP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de-DE" dirty="0"/>
              <a:t>Bild hinzufügen</a:t>
            </a:r>
          </a:p>
          <a:p>
            <a:endParaRPr lang="de-DE" dirty="0"/>
          </a:p>
        </p:txBody>
      </p:sp>
      <p:sp>
        <p:nvSpPr>
          <p:cNvPr id="42" name="Textplatzhalter 41">
            <a:extLst>
              <a:ext uri="{FF2B5EF4-FFF2-40B4-BE49-F238E27FC236}">
                <a16:creationId xmlns:a16="http://schemas.microsoft.com/office/drawing/2014/main" id="{7DD5731B-8B22-6B97-9772-427E558C5370}"/>
              </a:ext>
            </a:extLst>
          </p:cNvPr>
          <p:cNvSpPr>
            <a:spLocks noGrp="1"/>
          </p:cNvSpPr>
          <p:nvPr userDrawn="1">
            <p:ph type="body" sz="quarter" idx="21"/>
          </p:nvPr>
        </p:nvSpPr>
        <p:spPr bwMode="gray">
          <a:xfrm>
            <a:off x="1485234" y="3067980"/>
            <a:ext cx="2376310" cy="647930"/>
          </a:xfrm>
        </p:spPr>
        <p:txBody>
          <a:bodyPr anchor="ctr">
            <a:noAutofit/>
          </a:bodyPr>
          <a:lstStyle>
            <a:lvl1pPr marL="0" indent="0" rtl="0">
              <a:spcAft>
                <a:spcPts val="0"/>
              </a:spcAft>
              <a:buFont typeface="Arial" panose="020B0604020202020204" pitchFamily="34" charset="0"/>
              <a:buNone/>
              <a:defRPr sz="1100" b="0">
                <a:solidFill>
                  <a:schemeClr val="tx1"/>
                </a:solidFill>
                <a:latin typeface="+mn-lt"/>
              </a:defRPr>
            </a:lvl1pPr>
            <a:lvl2pPr marL="0" indent="0" rtl="0">
              <a:spcAft>
                <a:spcPts val="0"/>
              </a:spcAft>
              <a:buNone/>
              <a:defRPr sz="1100">
                <a:solidFill>
                  <a:schemeClr val="tx1"/>
                </a:solidFill>
                <a:latin typeface="+mn-lt"/>
              </a:defRPr>
            </a:lvl2pPr>
            <a:lvl3pPr marL="216000" indent="0">
              <a:spcAft>
                <a:spcPts val="0"/>
              </a:spcAft>
              <a:buNone/>
              <a:defRPr sz="1100">
                <a:solidFill>
                  <a:schemeClr val="bg1"/>
                </a:solidFill>
              </a:defRPr>
            </a:lvl3pPr>
            <a:lvl4pPr marL="432000" indent="0">
              <a:spcAft>
                <a:spcPts val="0"/>
              </a:spcAft>
              <a:buNone/>
              <a:defRPr sz="1100">
                <a:solidFill>
                  <a:schemeClr val="bg1"/>
                </a:solidFill>
              </a:defRPr>
            </a:lvl4pPr>
            <a:lvl5pPr marL="648000" indent="0">
              <a:spcAft>
                <a:spcPts val="0"/>
              </a:spcAft>
              <a:buNone/>
              <a:defRPr sz="1100">
                <a:solidFill>
                  <a:schemeClr val="bg1"/>
                </a:solidFill>
              </a:defRPr>
            </a:lvl5pPr>
          </a:lstStyle>
          <a:p>
            <a:pPr lvl="0"/>
            <a:r>
              <a:rPr lang="de-DE"/>
              <a:t>Mastertextformat bearbeiten</a:t>
            </a:r>
          </a:p>
          <a:p>
            <a:pPr lvl="1"/>
            <a:r>
              <a:rPr lang="de-DE"/>
              <a:t>Zweite Ebene</a:t>
            </a:r>
          </a:p>
        </p:txBody>
      </p:sp>
      <p:sp>
        <p:nvSpPr>
          <p:cNvPr id="20" name="Bildplatzhalter 19">
            <a:extLst>
              <a:ext uri="{FF2B5EF4-FFF2-40B4-BE49-F238E27FC236}">
                <a16:creationId xmlns:a16="http://schemas.microsoft.com/office/drawing/2014/main" id="{41E7DC1D-D4D8-70D3-57D0-038CEA0BFD1E}"/>
              </a:ext>
              <a:ext uri="{C183D7F6-B498-43B3-948B-1728B52AA6E4}">
                <adec:decorative xmlns:adec="http://schemas.microsoft.com/office/drawing/2017/decorative" val="0"/>
              </a:ext>
            </a:extLst>
          </p:cNvPr>
          <p:cNvSpPr>
            <a:spLocks noGrp="1"/>
          </p:cNvSpPr>
          <p:nvPr userDrawn="1">
            <p:ph type="pic" sz="quarter" idx="14" hasCustomPrompt="1"/>
          </p:nvPr>
        </p:nvSpPr>
        <p:spPr bwMode="gray">
          <a:xfrm>
            <a:off x="623888" y="3931736"/>
            <a:ext cx="648000" cy="648000"/>
          </a:xfrm>
          <a:prstGeom prst="ellipse">
            <a:avLst/>
          </a:prstGeom>
          <a:solidFill>
            <a:schemeClr val="bg2"/>
          </a:solidFill>
        </p:spPr>
        <p:txBody>
          <a:bodyPr>
            <a:noAutofit/>
          </a:bodyPr>
          <a:lstStyle>
            <a:lvl1pPr rtl="0">
              <a:defRPr sz="1000">
                <a:solidFill>
                  <a:schemeClr val="tx1"/>
                </a:solidFill>
              </a:defRPr>
            </a:lvl1pP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de-DE" dirty="0"/>
              <a:t>Bild hinzufügen</a:t>
            </a:r>
          </a:p>
          <a:p>
            <a:endParaRPr lang="de-DE" dirty="0"/>
          </a:p>
        </p:txBody>
      </p:sp>
      <p:sp>
        <p:nvSpPr>
          <p:cNvPr id="44" name="Textplatzhalter 43">
            <a:extLst>
              <a:ext uri="{FF2B5EF4-FFF2-40B4-BE49-F238E27FC236}">
                <a16:creationId xmlns:a16="http://schemas.microsoft.com/office/drawing/2014/main" id="{9F56ED74-2FA8-BCC2-B137-E35B01E4CD6A}"/>
              </a:ext>
            </a:extLst>
          </p:cNvPr>
          <p:cNvSpPr>
            <a:spLocks noGrp="1"/>
          </p:cNvSpPr>
          <p:nvPr userDrawn="1">
            <p:ph type="body" sz="quarter" idx="22"/>
          </p:nvPr>
        </p:nvSpPr>
        <p:spPr bwMode="gray">
          <a:xfrm>
            <a:off x="1485234" y="3931821"/>
            <a:ext cx="2376310" cy="647915"/>
          </a:xfrm>
        </p:spPr>
        <p:txBody>
          <a:bodyPr anchor="ctr">
            <a:noAutofit/>
          </a:bodyPr>
          <a:lstStyle>
            <a:lvl1pPr marL="0" indent="0" rtl="0">
              <a:spcAft>
                <a:spcPts val="0"/>
              </a:spcAft>
              <a:buFont typeface="Arial" panose="020B0604020202020204" pitchFamily="34" charset="0"/>
              <a:buNone/>
              <a:defRPr sz="1100" b="0">
                <a:solidFill>
                  <a:schemeClr val="tx1"/>
                </a:solidFill>
                <a:latin typeface="+mn-lt"/>
              </a:defRPr>
            </a:lvl1pPr>
            <a:lvl2pPr marL="0" indent="0" rtl="0">
              <a:spcAft>
                <a:spcPts val="0"/>
              </a:spcAft>
              <a:buNone/>
              <a:defRPr sz="1100">
                <a:solidFill>
                  <a:schemeClr val="tx1"/>
                </a:solidFill>
                <a:latin typeface="+mn-lt"/>
              </a:defRPr>
            </a:lvl2pPr>
            <a:lvl3pPr marL="216000" indent="0">
              <a:spcAft>
                <a:spcPts val="0"/>
              </a:spcAft>
              <a:buNone/>
              <a:defRPr sz="1100">
                <a:solidFill>
                  <a:schemeClr val="bg1"/>
                </a:solidFill>
              </a:defRPr>
            </a:lvl3pPr>
            <a:lvl4pPr marL="432000" indent="0">
              <a:spcAft>
                <a:spcPts val="0"/>
              </a:spcAft>
              <a:buNone/>
              <a:defRPr sz="1100">
                <a:solidFill>
                  <a:schemeClr val="bg1"/>
                </a:solidFill>
              </a:defRPr>
            </a:lvl4pPr>
            <a:lvl5pPr marL="648000" indent="0">
              <a:spcAft>
                <a:spcPts val="0"/>
              </a:spcAft>
              <a:buNone/>
              <a:defRPr sz="1100">
                <a:solidFill>
                  <a:schemeClr val="bg1"/>
                </a:solidFill>
              </a:defRPr>
            </a:lvl5pPr>
          </a:lstStyle>
          <a:p>
            <a:pPr lvl="0"/>
            <a:r>
              <a:rPr lang="de-DE"/>
              <a:t>Mastertextformat bearbeiten</a:t>
            </a:r>
          </a:p>
          <a:p>
            <a:pPr lvl="1"/>
            <a:r>
              <a:rPr lang="de-DE"/>
              <a:t>Zweite Ebene</a:t>
            </a:r>
          </a:p>
        </p:txBody>
      </p:sp>
      <p:sp>
        <p:nvSpPr>
          <p:cNvPr id="22" name="Bildplatzhalter 21">
            <a:extLst>
              <a:ext uri="{FF2B5EF4-FFF2-40B4-BE49-F238E27FC236}">
                <a16:creationId xmlns:a16="http://schemas.microsoft.com/office/drawing/2014/main" id="{C37E5E02-DA17-49AB-C218-66F45292B9EE}"/>
              </a:ext>
              <a:ext uri="{C183D7F6-B498-43B3-948B-1728B52AA6E4}">
                <adec:decorative xmlns:adec="http://schemas.microsoft.com/office/drawing/2017/decorative" val="0"/>
              </a:ext>
            </a:extLst>
          </p:cNvPr>
          <p:cNvSpPr>
            <a:spLocks noGrp="1"/>
          </p:cNvSpPr>
          <p:nvPr userDrawn="1">
            <p:ph type="pic" sz="quarter" idx="15" hasCustomPrompt="1"/>
          </p:nvPr>
        </p:nvSpPr>
        <p:spPr bwMode="gray">
          <a:xfrm>
            <a:off x="623887" y="4796315"/>
            <a:ext cx="648000" cy="648000"/>
          </a:xfrm>
          <a:prstGeom prst="ellipse">
            <a:avLst/>
          </a:prstGeom>
          <a:solidFill>
            <a:schemeClr val="bg2"/>
          </a:solidFill>
        </p:spPr>
        <p:txBody>
          <a:bodyPr>
            <a:noAutofit/>
          </a:bodyPr>
          <a:lstStyle>
            <a:lvl1pPr rtl="0">
              <a:defRPr sz="1000">
                <a:solidFill>
                  <a:schemeClr val="tx1"/>
                </a:solidFill>
              </a:defRPr>
            </a:lvl1pP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de-DE" dirty="0"/>
              <a:t>Bild hinzufügen</a:t>
            </a:r>
          </a:p>
          <a:p>
            <a:endParaRPr lang="de-DE" dirty="0"/>
          </a:p>
        </p:txBody>
      </p:sp>
      <p:sp>
        <p:nvSpPr>
          <p:cNvPr id="46" name="Textplatzhalter 45">
            <a:extLst>
              <a:ext uri="{FF2B5EF4-FFF2-40B4-BE49-F238E27FC236}">
                <a16:creationId xmlns:a16="http://schemas.microsoft.com/office/drawing/2014/main" id="{3B5F6881-B4A7-C6CF-7F85-125FFCEA1F14}"/>
              </a:ext>
            </a:extLst>
          </p:cNvPr>
          <p:cNvSpPr>
            <a:spLocks noGrp="1"/>
          </p:cNvSpPr>
          <p:nvPr userDrawn="1">
            <p:ph type="body" sz="quarter" idx="23"/>
          </p:nvPr>
        </p:nvSpPr>
        <p:spPr bwMode="gray">
          <a:xfrm>
            <a:off x="1485234" y="4796393"/>
            <a:ext cx="2376310" cy="647922"/>
          </a:xfrm>
        </p:spPr>
        <p:txBody>
          <a:bodyPr anchor="ctr">
            <a:noAutofit/>
          </a:bodyPr>
          <a:lstStyle>
            <a:lvl1pPr marL="0" indent="0" rtl="0">
              <a:spcAft>
                <a:spcPts val="0"/>
              </a:spcAft>
              <a:buFont typeface="Arial" panose="020B0604020202020204" pitchFamily="34" charset="0"/>
              <a:buNone/>
              <a:defRPr sz="1100" b="0">
                <a:solidFill>
                  <a:schemeClr val="tx1"/>
                </a:solidFill>
                <a:latin typeface="+mn-lt"/>
              </a:defRPr>
            </a:lvl1pPr>
            <a:lvl2pPr marL="0" indent="0" rtl="0">
              <a:spcAft>
                <a:spcPts val="0"/>
              </a:spcAft>
              <a:buNone/>
              <a:defRPr sz="1100">
                <a:solidFill>
                  <a:schemeClr val="tx1"/>
                </a:solidFill>
                <a:latin typeface="+mn-lt"/>
              </a:defRPr>
            </a:lvl2pPr>
            <a:lvl3pPr marL="216000" indent="0">
              <a:spcAft>
                <a:spcPts val="0"/>
              </a:spcAft>
              <a:buNone/>
              <a:defRPr sz="1100">
                <a:solidFill>
                  <a:schemeClr val="bg1"/>
                </a:solidFill>
              </a:defRPr>
            </a:lvl3pPr>
            <a:lvl4pPr marL="432000" indent="0">
              <a:spcAft>
                <a:spcPts val="0"/>
              </a:spcAft>
              <a:buNone/>
              <a:defRPr sz="1100">
                <a:solidFill>
                  <a:schemeClr val="bg1"/>
                </a:solidFill>
              </a:defRPr>
            </a:lvl4pPr>
            <a:lvl5pPr marL="648000" indent="0">
              <a:spcAft>
                <a:spcPts val="0"/>
              </a:spcAft>
              <a:buNone/>
              <a:defRPr sz="1100">
                <a:solidFill>
                  <a:schemeClr val="bg1"/>
                </a:solidFill>
              </a:defRPr>
            </a:lvl5pPr>
          </a:lstStyle>
          <a:p>
            <a:pPr lvl="0"/>
            <a:r>
              <a:rPr lang="de-DE"/>
              <a:t>Mastertextformat bearbeiten</a:t>
            </a:r>
          </a:p>
          <a:p>
            <a:pPr lvl="1"/>
            <a:r>
              <a:rPr lang="de-DE"/>
              <a:t>Zweite Ebene</a:t>
            </a:r>
          </a:p>
        </p:txBody>
      </p:sp>
      <p:sp>
        <p:nvSpPr>
          <p:cNvPr id="24" name="Bildplatzhalter 23">
            <a:extLst>
              <a:ext uri="{FF2B5EF4-FFF2-40B4-BE49-F238E27FC236}">
                <a16:creationId xmlns:a16="http://schemas.microsoft.com/office/drawing/2014/main" id="{85424A3E-3384-D84B-08BC-CD36882B0B85}"/>
              </a:ext>
              <a:ext uri="{C183D7F6-B498-43B3-948B-1728B52AA6E4}">
                <adec:decorative xmlns:adec="http://schemas.microsoft.com/office/drawing/2017/decorative" val="0"/>
              </a:ext>
            </a:extLst>
          </p:cNvPr>
          <p:cNvSpPr>
            <a:spLocks noGrp="1"/>
          </p:cNvSpPr>
          <p:nvPr userDrawn="1">
            <p:ph type="pic" sz="quarter" idx="16" hasCustomPrompt="1"/>
          </p:nvPr>
        </p:nvSpPr>
        <p:spPr bwMode="gray">
          <a:xfrm>
            <a:off x="4295838" y="2203994"/>
            <a:ext cx="648000" cy="648000"/>
          </a:xfrm>
          <a:prstGeom prst="ellipse">
            <a:avLst/>
          </a:prstGeom>
          <a:solidFill>
            <a:schemeClr val="bg2"/>
          </a:solidFill>
        </p:spPr>
        <p:txBody>
          <a:bodyPr>
            <a:noAutofit/>
          </a:bodyPr>
          <a:lstStyle>
            <a:lvl1pPr rtl="0">
              <a:defRPr sz="1000">
                <a:solidFill>
                  <a:schemeClr val="tx1"/>
                </a:solidFill>
              </a:defRPr>
            </a:lvl1pP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de-DE" dirty="0"/>
              <a:t>Bild hinzufügen</a:t>
            </a:r>
          </a:p>
          <a:p>
            <a:endParaRPr lang="de-DE" dirty="0"/>
          </a:p>
        </p:txBody>
      </p:sp>
      <p:sp>
        <p:nvSpPr>
          <p:cNvPr id="48" name="Textplatzhalter 47">
            <a:extLst>
              <a:ext uri="{FF2B5EF4-FFF2-40B4-BE49-F238E27FC236}">
                <a16:creationId xmlns:a16="http://schemas.microsoft.com/office/drawing/2014/main" id="{FB66BA4C-7DC0-AC8B-2142-7292266FAAD3}"/>
              </a:ext>
            </a:extLst>
          </p:cNvPr>
          <p:cNvSpPr>
            <a:spLocks noGrp="1"/>
          </p:cNvSpPr>
          <p:nvPr userDrawn="1">
            <p:ph type="body" sz="quarter" idx="24"/>
          </p:nvPr>
        </p:nvSpPr>
        <p:spPr bwMode="gray">
          <a:xfrm>
            <a:off x="5163026" y="2204063"/>
            <a:ext cx="2371249" cy="647931"/>
          </a:xfrm>
        </p:spPr>
        <p:txBody>
          <a:bodyPr anchor="ctr">
            <a:noAutofit/>
          </a:bodyPr>
          <a:lstStyle>
            <a:lvl1pPr marL="0" indent="0" rtl="0">
              <a:spcAft>
                <a:spcPts val="0"/>
              </a:spcAft>
              <a:buFont typeface="Arial" panose="020B0604020202020204" pitchFamily="34" charset="0"/>
              <a:buNone/>
              <a:defRPr sz="1100" b="0">
                <a:solidFill>
                  <a:schemeClr val="tx1"/>
                </a:solidFill>
                <a:latin typeface="+mn-lt"/>
              </a:defRPr>
            </a:lvl1pPr>
            <a:lvl2pPr marL="0" indent="0" rtl="0">
              <a:spcAft>
                <a:spcPts val="0"/>
              </a:spcAft>
              <a:buNone/>
              <a:defRPr sz="1100" b="0">
                <a:solidFill>
                  <a:schemeClr val="tx1"/>
                </a:solidFill>
                <a:latin typeface="+mn-lt"/>
              </a:defRPr>
            </a:lvl2pPr>
            <a:lvl3pPr marL="216000" indent="0">
              <a:spcAft>
                <a:spcPts val="0"/>
              </a:spcAft>
              <a:buNone/>
              <a:defRPr sz="1100">
                <a:solidFill>
                  <a:schemeClr val="bg1"/>
                </a:solidFill>
              </a:defRPr>
            </a:lvl3pPr>
            <a:lvl4pPr marL="432000" indent="0">
              <a:spcAft>
                <a:spcPts val="0"/>
              </a:spcAft>
              <a:buNone/>
              <a:defRPr sz="1100">
                <a:solidFill>
                  <a:schemeClr val="bg1"/>
                </a:solidFill>
              </a:defRPr>
            </a:lvl4pPr>
            <a:lvl5pPr marL="648000" indent="0">
              <a:spcAft>
                <a:spcPts val="0"/>
              </a:spcAft>
              <a:buNone/>
              <a:defRPr sz="1100">
                <a:solidFill>
                  <a:schemeClr val="bg1"/>
                </a:solidFill>
              </a:defRPr>
            </a:lvl5pPr>
          </a:lstStyle>
          <a:p>
            <a:pPr lvl="0"/>
            <a:r>
              <a:rPr lang="de-DE"/>
              <a:t>Mastertextformat bearbeiten</a:t>
            </a:r>
          </a:p>
          <a:p>
            <a:pPr lvl="1"/>
            <a:r>
              <a:rPr lang="de-DE"/>
              <a:t>Zweite Ebene</a:t>
            </a:r>
          </a:p>
        </p:txBody>
      </p:sp>
      <p:sp>
        <p:nvSpPr>
          <p:cNvPr id="26" name="Bildplatzhalter 25">
            <a:extLst>
              <a:ext uri="{FF2B5EF4-FFF2-40B4-BE49-F238E27FC236}">
                <a16:creationId xmlns:a16="http://schemas.microsoft.com/office/drawing/2014/main" id="{B694C1FC-EE32-3B77-9E33-C4ED7A2D6593}"/>
              </a:ext>
              <a:ext uri="{C183D7F6-B498-43B3-948B-1728B52AA6E4}">
                <adec:decorative xmlns:adec="http://schemas.microsoft.com/office/drawing/2017/decorative" val="0"/>
              </a:ext>
            </a:extLst>
          </p:cNvPr>
          <p:cNvSpPr>
            <a:spLocks noGrp="1"/>
          </p:cNvSpPr>
          <p:nvPr userDrawn="1">
            <p:ph type="pic" sz="quarter" idx="17" hasCustomPrompt="1"/>
          </p:nvPr>
        </p:nvSpPr>
        <p:spPr bwMode="gray">
          <a:xfrm>
            <a:off x="4295838" y="3067980"/>
            <a:ext cx="648000" cy="648000"/>
          </a:xfrm>
          <a:prstGeom prst="ellipse">
            <a:avLst/>
          </a:prstGeom>
          <a:solidFill>
            <a:schemeClr val="bg2"/>
          </a:solidFill>
        </p:spPr>
        <p:txBody>
          <a:bodyPr>
            <a:noAutofit/>
          </a:bodyPr>
          <a:lstStyle>
            <a:lvl1pPr rtl="0">
              <a:defRPr sz="1000">
                <a:solidFill>
                  <a:schemeClr val="tx1"/>
                </a:solidFill>
              </a:defRPr>
            </a:lvl1pP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de-DE" dirty="0"/>
              <a:t>Bild hinzufügen</a:t>
            </a:r>
          </a:p>
          <a:p>
            <a:endParaRPr lang="de-DE" dirty="0"/>
          </a:p>
        </p:txBody>
      </p:sp>
      <p:sp>
        <p:nvSpPr>
          <p:cNvPr id="50" name="Textplatzhalter 49">
            <a:extLst>
              <a:ext uri="{FF2B5EF4-FFF2-40B4-BE49-F238E27FC236}">
                <a16:creationId xmlns:a16="http://schemas.microsoft.com/office/drawing/2014/main" id="{5B367049-C360-CF5F-A663-C8CA4DAAAF7C}"/>
              </a:ext>
            </a:extLst>
          </p:cNvPr>
          <p:cNvSpPr>
            <a:spLocks noGrp="1"/>
          </p:cNvSpPr>
          <p:nvPr userDrawn="1">
            <p:ph type="body" sz="quarter" idx="25"/>
          </p:nvPr>
        </p:nvSpPr>
        <p:spPr bwMode="gray">
          <a:xfrm>
            <a:off x="5163026" y="3067980"/>
            <a:ext cx="2371249" cy="647930"/>
          </a:xfrm>
        </p:spPr>
        <p:txBody>
          <a:bodyPr anchor="ctr">
            <a:noAutofit/>
          </a:bodyPr>
          <a:lstStyle>
            <a:lvl1pPr marL="0" indent="0" rtl="0">
              <a:spcAft>
                <a:spcPts val="0"/>
              </a:spcAft>
              <a:buFont typeface="Arial" panose="020B0604020202020204" pitchFamily="34" charset="0"/>
              <a:buNone/>
              <a:defRPr sz="1100" b="0">
                <a:solidFill>
                  <a:schemeClr val="tx1"/>
                </a:solidFill>
                <a:latin typeface="+mn-lt"/>
              </a:defRPr>
            </a:lvl1pPr>
            <a:lvl2pPr marL="0" indent="0" rtl="0">
              <a:spcAft>
                <a:spcPts val="0"/>
              </a:spcAft>
              <a:buNone/>
              <a:defRPr sz="1100" b="0">
                <a:solidFill>
                  <a:schemeClr val="tx1"/>
                </a:solidFill>
                <a:latin typeface="+mn-lt"/>
              </a:defRPr>
            </a:lvl2pPr>
            <a:lvl3pPr marL="216000" indent="0">
              <a:spcAft>
                <a:spcPts val="0"/>
              </a:spcAft>
              <a:buNone/>
              <a:defRPr sz="1100">
                <a:solidFill>
                  <a:schemeClr val="bg1"/>
                </a:solidFill>
              </a:defRPr>
            </a:lvl3pPr>
            <a:lvl4pPr marL="432000" indent="0">
              <a:spcAft>
                <a:spcPts val="0"/>
              </a:spcAft>
              <a:buNone/>
              <a:defRPr sz="1100">
                <a:solidFill>
                  <a:schemeClr val="bg1"/>
                </a:solidFill>
              </a:defRPr>
            </a:lvl4pPr>
            <a:lvl5pPr marL="648000" indent="0">
              <a:spcAft>
                <a:spcPts val="0"/>
              </a:spcAft>
              <a:buNone/>
              <a:defRPr sz="1100">
                <a:solidFill>
                  <a:schemeClr val="bg1"/>
                </a:solidFill>
              </a:defRPr>
            </a:lvl5pPr>
          </a:lstStyle>
          <a:p>
            <a:pPr lvl="0"/>
            <a:r>
              <a:rPr lang="de-DE"/>
              <a:t>Mastertextformat bearbeiten</a:t>
            </a:r>
          </a:p>
          <a:p>
            <a:pPr lvl="1"/>
            <a:r>
              <a:rPr lang="de-DE"/>
              <a:t>Zweite Ebene</a:t>
            </a:r>
          </a:p>
        </p:txBody>
      </p:sp>
      <p:sp>
        <p:nvSpPr>
          <p:cNvPr id="28" name="Bildplatzhalter 27">
            <a:extLst>
              <a:ext uri="{FF2B5EF4-FFF2-40B4-BE49-F238E27FC236}">
                <a16:creationId xmlns:a16="http://schemas.microsoft.com/office/drawing/2014/main" id="{E4C3A348-4B8D-20F5-F1D5-D1C99235C7B5}"/>
              </a:ext>
              <a:ext uri="{C183D7F6-B498-43B3-948B-1728B52AA6E4}">
                <adec:decorative xmlns:adec="http://schemas.microsoft.com/office/drawing/2017/decorative" val="0"/>
              </a:ext>
            </a:extLst>
          </p:cNvPr>
          <p:cNvSpPr>
            <a:spLocks noGrp="1"/>
          </p:cNvSpPr>
          <p:nvPr userDrawn="1">
            <p:ph type="pic" sz="quarter" idx="18" hasCustomPrompt="1"/>
          </p:nvPr>
        </p:nvSpPr>
        <p:spPr bwMode="gray">
          <a:xfrm>
            <a:off x="4295838" y="3931736"/>
            <a:ext cx="648000" cy="648000"/>
          </a:xfrm>
          <a:prstGeom prst="ellipse">
            <a:avLst/>
          </a:prstGeom>
          <a:solidFill>
            <a:schemeClr val="bg2"/>
          </a:solidFill>
        </p:spPr>
        <p:txBody>
          <a:bodyPr>
            <a:noAutofit/>
          </a:bodyPr>
          <a:lstStyle>
            <a:lvl1pPr rtl="0">
              <a:defRPr sz="1000">
                <a:solidFill>
                  <a:schemeClr val="tx1"/>
                </a:solidFill>
              </a:defRPr>
            </a:lvl1pP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de-DE" dirty="0"/>
              <a:t>Bild hinzufügen</a:t>
            </a:r>
          </a:p>
          <a:p>
            <a:endParaRPr lang="de-DE" dirty="0"/>
          </a:p>
        </p:txBody>
      </p:sp>
      <p:sp>
        <p:nvSpPr>
          <p:cNvPr id="52" name="Textplatzhalter 51">
            <a:extLst>
              <a:ext uri="{FF2B5EF4-FFF2-40B4-BE49-F238E27FC236}">
                <a16:creationId xmlns:a16="http://schemas.microsoft.com/office/drawing/2014/main" id="{84B8B000-804A-CCD9-B993-C2AF922F74FD}"/>
              </a:ext>
            </a:extLst>
          </p:cNvPr>
          <p:cNvSpPr>
            <a:spLocks noGrp="1"/>
          </p:cNvSpPr>
          <p:nvPr userDrawn="1">
            <p:ph type="body" sz="quarter" idx="26"/>
          </p:nvPr>
        </p:nvSpPr>
        <p:spPr bwMode="gray">
          <a:xfrm>
            <a:off x="5163026" y="3931821"/>
            <a:ext cx="2371249" cy="647915"/>
          </a:xfrm>
        </p:spPr>
        <p:txBody>
          <a:bodyPr anchor="ctr">
            <a:noAutofit/>
          </a:bodyPr>
          <a:lstStyle>
            <a:lvl1pPr marL="0" indent="0" rtl="0">
              <a:spcAft>
                <a:spcPts val="0"/>
              </a:spcAft>
              <a:buFont typeface="Arial" panose="020B0604020202020204" pitchFamily="34" charset="0"/>
              <a:buNone/>
              <a:defRPr sz="1100" b="0">
                <a:solidFill>
                  <a:schemeClr val="tx1"/>
                </a:solidFill>
                <a:latin typeface="+mn-lt"/>
              </a:defRPr>
            </a:lvl1pPr>
            <a:lvl2pPr marL="0" indent="0" rtl="0">
              <a:spcAft>
                <a:spcPts val="0"/>
              </a:spcAft>
              <a:buNone/>
              <a:defRPr sz="1100" b="0">
                <a:solidFill>
                  <a:schemeClr val="tx1"/>
                </a:solidFill>
                <a:latin typeface="+mn-lt"/>
              </a:defRPr>
            </a:lvl2pPr>
            <a:lvl3pPr marL="216000" indent="0">
              <a:spcAft>
                <a:spcPts val="0"/>
              </a:spcAft>
              <a:buNone/>
              <a:defRPr sz="1100">
                <a:solidFill>
                  <a:schemeClr val="bg1"/>
                </a:solidFill>
              </a:defRPr>
            </a:lvl3pPr>
            <a:lvl4pPr marL="432000" indent="0">
              <a:spcAft>
                <a:spcPts val="0"/>
              </a:spcAft>
              <a:buNone/>
              <a:defRPr sz="1100">
                <a:solidFill>
                  <a:schemeClr val="bg1"/>
                </a:solidFill>
              </a:defRPr>
            </a:lvl4pPr>
            <a:lvl5pPr marL="648000" indent="0">
              <a:spcAft>
                <a:spcPts val="0"/>
              </a:spcAft>
              <a:buNone/>
              <a:defRPr sz="1100">
                <a:solidFill>
                  <a:schemeClr val="bg1"/>
                </a:solidFill>
              </a:defRPr>
            </a:lvl5pPr>
          </a:lstStyle>
          <a:p>
            <a:pPr lvl="0"/>
            <a:r>
              <a:rPr lang="de-DE"/>
              <a:t>Mastertextformat bearbeiten</a:t>
            </a:r>
          </a:p>
          <a:p>
            <a:pPr lvl="1"/>
            <a:r>
              <a:rPr lang="de-DE"/>
              <a:t>Zweite Ebene</a:t>
            </a:r>
          </a:p>
        </p:txBody>
      </p:sp>
      <p:sp>
        <p:nvSpPr>
          <p:cNvPr id="30" name="Bildplatzhalter 29">
            <a:extLst>
              <a:ext uri="{FF2B5EF4-FFF2-40B4-BE49-F238E27FC236}">
                <a16:creationId xmlns:a16="http://schemas.microsoft.com/office/drawing/2014/main" id="{6025AF6B-626B-4CA2-042A-DA2046F619FD}"/>
              </a:ext>
              <a:ext uri="{C183D7F6-B498-43B3-948B-1728B52AA6E4}">
                <adec:decorative xmlns:adec="http://schemas.microsoft.com/office/drawing/2017/decorative" val="0"/>
              </a:ext>
            </a:extLst>
          </p:cNvPr>
          <p:cNvSpPr>
            <a:spLocks noGrp="1"/>
          </p:cNvSpPr>
          <p:nvPr userDrawn="1">
            <p:ph type="pic" sz="quarter" idx="19" hasCustomPrompt="1"/>
          </p:nvPr>
        </p:nvSpPr>
        <p:spPr bwMode="gray">
          <a:xfrm>
            <a:off x="4295838" y="4796315"/>
            <a:ext cx="648000" cy="648000"/>
          </a:xfrm>
          <a:prstGeom prst="ellipse">
            <a:avLst/>
          </a:prstGeom>
          <a:solidFill>
            <a:schemeClr val="bg2"/>
          </a:solidFill>
        </p:spPr>
        <p:txBody>
          <a:bodyPr>
            <a:noAutofit/>
          </a:bodyPr>
          <a:lstStyle>
            <a:lvl1pPr rtl="0">
              <a:defRPr sz="1000">
                <a:solidFill>
                  <a:schemeClr val="tx1"/>
                </a:solidFill>
              </a:defRPr>
            </a:lvl1pP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de-DE" dirty="0"/>
              <a:t>Bild hinzufügen</a:t>
            </a:r>
          </a:p>
          <a:p>
            <a:endParaRPr lang="de-DE" dirty="0"/>
          </a:p>
        </p:txBody>
      </p:sp>
      <p:sp>
        <p:nvSpPr>
          <p:cNvPr id="54" name="Textplatzhalter 53">
            <a:extLst>
              <a:ext uri="{FF2B5EF4-FFF2-40B4-BE49-F238E27FC236}">
                <a16:creationId xmlns:a16="http://schemas.microsoft.com/office/drawing/2014/main" id="{341F0D25-3E25-0B0C-6298-66A649CC88F9}"/>
              </a:ext>
            </a:extLst>
          </p:cNvPr>
          <p:cNvSpPr>
            <a:spLocks noGrp="1"/>
          </p:cNvSpPr>
          <p:nvPr userDrawn="1">
            <p:ph type="body" sz="quarter" idx="27"/>
          </p:nvPr>
        </p:nvSpPr>
        <p:spPr bwMode="gray">
          <a:xfrm>
            <a:off x="5163026" y="4796393"/>
            <a:ext cx="2371249" cy="647922"/>
          </a:xfrm>
        </p:spPr>
        <p:txBody>
          <a:bodyPr anchor="ctr">
            <a:noAutofit/>
          </a:bodyPr>
          <a:lstStyle>
            <a:lvl1pPr marL="0" indent="0" rtl="0">
              <a:spcAft>
                <a:spcPts val="0"/>
              </a:spcAft>
              <a:buFont typeface="Arial" panose="020B0604020202020204" pitchFamily="34" charset="0"/>
              <a:buNone/>
              <a:defRPr sz="1100" b="0">
                <a:solidFill>
                  <a:schemeClr val="tx1"/>
                </a:solidFill>
                <a:latin typeface="+mn-lt"/>
              </a:defRPr>
            </a:lvl1pPr>
            <a:lvl2pPr marL="0" indent="0" rtl="0">
              <a:spcAft>
                <a:spcPts val="0"/>
              </a:spcAft>
              <a:buNone/>
              <a:defRPr sz="1100" b="0">
                <a:solidFill>
                  <a:schemeClr val="tx1"/>
                </a:solidFill>
                <a:latin typeface="+mn-lt"/>
              </a:defRPr>
            </a:lvl2pPr>
            <a:lvl3pPr marL="216000" indent="0">
              <a:spcAft>
                <a:spcPts val="0"/>
              </a:spcAft>
              <a:buNone/>
              <a:defRPr sz="1100">
                <a:solidFill>
                  <a:schemeClr val="bg1"/>
                </a:solidFill>
              </a:defRPr>
            </a:lvl3pPr>
            <a:lvl4pPr marL="432000" indent="0">
              <a:spcAft>
                <a:spcPts val="0"/>
              </a:spcAft>
              <a:buNone/>
              <a:defRPr sz="1100">
                <a:solidFill>
                  <a:schemeClr val="bg1"/>
                </a:solidFill>
              </a:defRPr>
            </a:lvl4pPr>
            <a:lvl5pPr marL="648000" indent="0">
              <a:spcAft>
                <a:spcPts val="0"/>
              </a:spcAft>
              <a:buNone/>
              <a:defRPr sz="1100">
                <a:solidFill>
                  <a:schemeClr val="bg1"/>
                </a:solidFill>
              </a:defRPr>
            </a:lvl5pPr>
          </a:lstStyle>
          <a:p>
            <a:pPr lvl="0"/>
            <a:r>
              <a:rPr lang="de-DE"/>
              <a:t>Mastertextformat bearbeiten</a:t>
            </a:r>
          </a:p>
          <a:p>
            <a:pPr lvl="1"/>
            <a:r>
              <a:rPr lang="de-DE"/>
              <a:t>Zweite Ebene</a:t>
            </a:r>
          </a:p>
        </p:txBody>
      </p:sp>
      <p:pic>
        <p:nvPicPr>
          <p:cNvPr id="109" name="Grafik 108">
            <a:extLst>
              <a:ext uri="{FF2B5EF4-FFF2-40B4-BE49-F238E27FC236}">
                <a16:creationId xmlns:a16="http://schemas.microsoft.com/office/drawing/2014/main" id="{95A77FFF-0C7A-736B-B0F9-483B7AB9DE1E}"/>
              </a:ext>
              <a:ext uri="{C183D7F6-B498-43B3-948B-1728B52AA6E4}">
                <adec:decorative xmlns:adec="http://schemas.microsoft.com/office/drawing/2017/decorative" val="1"/>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bwMode="gray">
          <a:xfrm>
            <a:off x="10704521" y="296864"/>
            <a:ext cx="1152942" cy="360000"/>
          </a:xfrm>
          <a:prstGeom prst="rect">
            <a:avLst/>
          </a:prstGeom>
        </p:spPr>
      </p:pic>
      <p:grpSp>
        <p:nvGrpSpPr>
          <p:cNvPr id="68" name="Gruppieren 67">
            <a:extLst>
              <a:ext uri="{FF2B5EF4-FFF2-40B4-BE49-F238E27FC236}">
                <a16:creationId xmlns:a16="http://schemas.microsoft.com/office/drawing/2014/main" id="{0D39DC80-40B4-A897-FB43-D17636078471}"/>
              </a:ext>
              <a:ext uri="{C183D7F6-B498-43B3-948B-1728B52AA6E4}">
                <adec:decorative xmlns:adec="http://schemas.microsoft.com/office/drawing/2017/decorative" val="1"/>
              </a:ext>
            </a:extLst>
          </p:cNvPr>
          <p:cNvGrpSpPr>
            <a:grpSpLocks/>
          </p:cNvGrpSpPr>
          <p:nvPr userDrawn="1"/>
        </p:nvGrpSpPr>
        <p:grpSpPr bwMode="gray">
          <a:xfrm>
            <a:off x="623888" y="6972300"/>
            <a:ext cx="11233150" cy="144000"/>
            <a:chOff x="623888" y="0"/>
            <a:chExt cx="11233150" cy="6858000"/>
          </a:xfrm>
        </p:grpSpPr>
        <p:cxnSp>
          <p:nvCxnSpPr>
            <p:cNvPr id="69" name="Gerader Verbinder 68">
              <a:extLst>
                <a:ext uri="{FF2B5EF4-FFF2-40B4-BE49-F238E27FC236}">
                  <a16:creationId xmlns:a16="http://schemas.microsoft.com/office/drawing/2014/main" id="{09FCE521-5BC2-D2CE-9900-34EAAF61DF69}"/>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0" name="Gerader Verbinder 69">
              <a:extLst>
                <a:ext uri="{FF2B5EF4-FFF2-40B4-BE49-F238E27FC236}">
                  <a16:creationId xmlns:a16="http://schemas.microsoft.com/office/drawing/2014/main" id="{57F8D318-538F-315E-0A08-9D0800DC2498}"/>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57" name="Gruppieren 56">
            <a:extLst>
              <a:ext uri="{FF2B5EF4-FFF2-40B4-BE49-F238E27FC236}">
                <a16:creationId xmlns:a16="http://schemas.microsoft.com/office/drawing/2014/main" id="{13ED8E3C-0E50-16E3-C002-BE85A65CE5D3}"/>
              </a:ext>
              <a:ext uri="{C183D7F6-B498-43B3-948B-1728B52AA6E4}">
                <adec:decorative xmlns:adec="http://schemas.microsoft.com/office/drawing/2017/decorative" val="1"/>
              </a:ext>
            </a:extLst>
          </p:cNvPr>
          <p:cNvGrpSpPr>
            <a:grpSpLocks/>
          </p:cNvGrpSpPr>
          <p:nvPr userDrawn="1"/>
        </p:nvGrpSpPr>
        <p:grpSpPr bwMode="gray">
          <a:xfrm>
            <a:off x="623888" y="-254000"/>
            <a:ext cx="11233150" cy="144000"/>
            <a:chOff x="623888" y="0"/>
            <a:chExt cx="11233150" cy="6858000"/>
          </a:xfrm>
        </p:grpSpPr>
        <p:cxnSp>
          <p:nvCxnSpPr>
            <p:cNvPr id="58" name="Gerader Verbinder 57">
              <a:extLst>
                <a:ext uri="{FF2B5EF4-FFF2-40B4-BE49-F238E27FC236}">
                  <a16:creationId xmlns:a16="http://schemas.microsoft.com/office/drawing/2014/main" id="{01F7DC44-65A7-F09D-9459-CADC3A107E45}"/>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9" name="Gerader Verbinder 58">
              <a:extLst>
                <a:ext uri="{FF2B5EF4-FFF2-40B4-BE49-F238E27FC236}">
                  <a16:creationId xmlns:a16="http://schemas.microsoft.com/office/drawing/2014/main" id="{5A984471-5282-1347-7793-6BE7EAFFCA91}"/>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11" name="Titel 11">
            <a:extLst>
              <a:ext uri="{FF2B5EF4-FFF2-40B4-BE49-F238E27FC236}">
                <a16:creationId xmlns:a16="http://schemas.microsoft.com/office/drawing/2014/main" id="{AA111270-B5D0-9002-B12D-7638901707CC}"/>
              </a:ext>
            </a:extLst>
          </p:cNvPr>
          <p:cNvSpPr txBox="1">
            <a:spLocks/>
          </p:cNvSpPr>
          <p:nvPr userDrawn="1"/>
        </p:nvSpPr>
        <p:spPr bwMode="gray">
          <a:xfrm>
            <a:off x="8763000" y="4566607"/>
            <a:ext cx="3094038" cy="1526392"/>
          </a:xfrm>
          <a:custGeom>
            <a:avLst/>
            <a:gdLst>
              <a:gd name="connsiteX0" fmla="*/ 0 w 5472111"/>
              <a:gd name="connsiteY0" fmla="*/ 0 h 2605087"/>
              <a:gd name="connsiteX1" fmla="*/ 254000 w 5472111"/>
              <a:gd name="connsiteY1" fmla="*/ 0 h 2605087"/>
              <a:gd name="connsiteX2" fmla="*/ 1257761 w 5472111"/>
              <a:gd name="connsiteY2" fmla="*/ 0 h 2605087"/>
              <a:gd name="connsiteX3" fmla="*/ 4214350 w 5472111"/>
              <a:gd name="connsiteY3" fmla="*/ 0 h 2605087"/>
              <a:gd name="connsiteX4" fmla="*/ 5218111 w 5472111"/>
              <a:gd name="connsiteY4" fmla="*/ 0 h 2605087"/>
              <a:gd name="connsiteX5" fmla="*/ 5251717 w 5472111"/>
              <a:gd name="connsiteY5" fmla="*/ 0 h 2605087"/>
              <a:gd name="connsiteX6" fmla="*/ 5472111 w 5472111"/>
              <a:gd name="connsiteY6" fmla="*/ 220394 h 2605087"/>
              <a:gd name="connsiteX7" fmla="*/ 5472111 w 5472111"/>
              <a:gd name="connsiteY7" fmla="*/ 1041397 h 2605087"/>
              <a:gd name="connsiteX8" fmla="*/ 5472111 w 5472111"/>
              <a:gd name="connsiteY8" fmla="*/ 1563690 h 2605087"/>
              <a:gd name="connsiteX9" fmla="*/ 5472111 w 5472111"/>
              <a:gd name="connsiteY9" fmla="*/ 2605087 h 2605087"/>
              <a:gd name="connsiteX10" fmla="*/ 5218111 w 5472111"/>
              <a:gd name="connsiteY10" fmla="*/ 2605087 h 2605087"/>
              <a:gd name="connsiteX11" fmla="*/ 4214350 w 5472111"/>
              <a:gd name="connsiteY11" fmla="*/ 2605087 h 2605087"/>
              <a:gd name="connsiteX12" fmla="*/ 1257761 w 5472111"/>
              <a:gd name="connsiteY12" fmla="*/ 2605087 h 2605087"/>
              <a:gd name="connsiteX13" fmla="*/ 254000 w 5472111"/>
              <a:gd name="connsiteY13" fmla="*/ 2605087 h 2605087"/>
              <a:gd name="connsiteX14" fmla="*/ 220394 w 5472111"/>
              <a:gd name="connsiteY14" fmla="*/ 2605087 h 2605087"/>
              <a:gd name="connsiteX15" fmla="*/ 0 w 5472111"/>
              <a:gd name="connsiteY15" fmla="*/ 2384693 h 2605087"/>
              <a:gd name="connsiteX16" fmla="*/ 0 w 5472111"/>
              <a:gd name="connsiteY16" fmla="*/ 1563690 h 2605087"/>
              <a:gd name="connsiteX17" fmla="*/ 0 w 5472111"/>
              <a:gd name="connsiteY17" fmla="*/ 1041397 h 2605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472111" h="2605087">
                <a:moveTo>
                  <a:pt x="0" y="0"/>
                </a:moveTo>
                <a:lnTo>
                  <a:pt x="254000" y="0"/>
                </a:lnTo>
                <a:lnTo>
                  <a:pt x="1257761" y="0"/>
                </a:lnTo>
                <a:lnTo>
                  <a:pt x="4214350" y="0"/>
                </a:lnTo>
                <a:lnTo>
                  <a:pt x="5218111" y="0"/>
                </a:lnTo>
                <a:lnTo>
                  <a:pt x="5251717" y="0"/>
                </a:lnTo>
                <a:cubicBezTo>
                  <a:pt x="5373437" y="0"/>
                  <a:pt x="5472111" y="98674"/>
                  <a:pt x="5472111" y="220394"/>
                </a:cubicBezTo>
                <a:lnTo>
                  <a:pt x="5472111" y="1041397"/>
                </a:lnTo>
                <a:lnTo>
                  <a:pt x="5472111" y="1563690"/>
                </a:lnTo>
                <a:lnTo>
                  <a:pt x="5472111" y="2605087"/>
                </a:lnTo>
                <a:lnTo>
                  <a:pt x="5218111" y="2605087"/>
                </a:lnTo>
                <a:lnTo>
                  <a:pt x="4214350" y="2605087"/>
                </a:lnTo>
                <a:lnTo>
                  <a:pt x="1257761" y="2605087"/>
                </a:lnTo>
                <a:lnTo>
                  <a:pt x="254000" y="2605087"/>
                </a:lnTo>
                <a:lnTo>
                  <a:pt x="220394" y="2605087"/>
                </a:lnTo>
                <a:cubicBezTo>
                  <a:pt x="98674" y="2605087"/>
                  <a:pt x="0" y="2506413"/>
                  <a:pt x="0" y="2384693"/>
                </a:cubicBezTo>
                <a:lnTo>
                  <a:pt x="0" y="1563690"/>
                </a:lnTo>
                <a:lnTo>
                  <a:pt x="0" y="1041397"/>
                </a:lnTo>
                <a:close/>
              </a:path>
            </a:pathLst>
          </a:custGeom>
          <a:solidFill>
            <a:schemeClr val="bg1"/>
          </a:solidFill>
        </p:spPr>
        <p:txBody>
          <a:bodyPr vert="horz" wrap="square" lIns="252000" tIns="144000" rIns="144000" bIns="144000" rtlCol="0" anchor="t">
            <a:noAutofit/>
          </a:bodyPr>
          <a:lstStyle>
            <a:lvl1pPr algn="l" defTabSz="914400" rtl="0" eaLnBrk="1" latinLnBrk="0" hangingPunct="1">
              <a:lnSpc>
                <a:spcPct val="100000"/>
              </a:lnSpc>
              <a:spcBef>
                <a:spcPct val="0"/>
              </a:spcBef>
              <a:buNone/>
              <a:defRPr sz="2400" kern="1200">
                <a:solidFill>
                  <a:schemeClr val="tx1"/>
                </a:solidFill>
                <a:latin typeface="+mn-lt"/>
                <a:ea typeface="+mj-ea"/>
                <a:cs typeface="+mj-cs"/>
              </a:defRPr>
            </a:lvl1pPr>
          </a:lstStyle>
          <a:p>
            <a:pPr>
              <a:spcAft>
                <a:spcPts val="600"/>
              </a:spcAft>
            </a:pPr>
            <a:r>
              <a:rPr lang="de-DE" sz="1100" b="1" dirty="0">
                <a:latin typeface="+mn-lt"/>
              </a:rPr>
              <a:t>msg </a:t>
            </a:r>
            <a:r>
              <a:rPr lang="de-DE" sz="1100" b="1" dirty="0" err="1">
                <a:latin typeface="+mn-lt"/>
              </a:rPr>
              <a:t>systems</a:t>
            </a:r>
            <a:r>
              <a:rPr lang="de-DE" sz="1100" b="1" dirty="0">
                <a:latin typeface="+mn-lt"/>
              </a:rPr>
              <a:t> </a:t>
            </a:r>
            <a:r>
              <a:rPr lang="de-DE" sz="1100" b="1" dirty="0" err="1">
                <a:latin typeface="+mn-lt"/>
              </a:rPr>
              <a:t>ag</a:t>
            </a:r>
            <a:r>
              <a:rPr lang="de-DE" sz="1100" b="1" dirty="0">
                <a:latin typeface="+mn-lt"/>
              </a:rPr>
              <a:t> </a:t>
            </a:r>
            <a:br>
              <a:rPr lang="de-DE" sz="1100" dirty="0">
                <a:latin typeface="+mn-lt"/>
              </a:rPr>
            </a:br>
            <a:r>
              <a:rPr lang="de-DE" sz="1100" dirty="0">
                <a:latin typeface="+mn-lt"/>
              </a:rPr>
              <a:t>Robert-Bürkle-Straße 1</a:t>
            </a:r>
            <a:br>
              <a:rPr lang="de-DE" sz="1100" dirty="0">
                <a:latin typeface="+mn-lt"/>
              </a:rPr>
            </a:br>
            <a:r>
              <a:rPr lang="de-DE" sz="1100" dirty="0">
                <a:latin typeface="+mn-lt"/>
              </a:rPr>
              <a:t>85737 Ismaning</a:t>
            </a:r>
          </a:p>
          <a:p>
            <a:pPr>
              <a:spcAft>
                <a:spcPts val="600"/>
              </a:spcAft>
            </a:pPr>
            <a:r>
              <a:rPr lang="de-DE" sz="1100" dirty="0">
                <a:latin typeface="+mn-lt"/>
              </a:rPr>
              <a:t>+49 89 96101-0</a:t>
            </a:r>
            <a:br>
              <a:rPr lang="de-DE" sz="1100" dirty="0">
                <a:latin typeface="+mn-lt"/>
              </a:rPr>
            </a:br>
            <a:r>
              <a:rPr lang="de-DE" sz="1100" dirty="0">
                <a:latin typeface="+mn-lt"/>
              </a:rPr>
              <a:t>+49 89 96101-​1113</a:t>
            </a:r>
          </a:p>
          <a:p>
            <a:pPr>
              <a:spcAft>
                <a:spcPts val="600"/>
              </a:spcAft>
            </a:pPr>
            <a:r>
              <a:rPr lang="de-DE" sz="1100" dirty="0" err="1">
                <a:latin typeface="+mn-lt"/>
              </a:rPr>
              <a:t>info@msg.group</a:t>
            </a:r>
            <a:endParaRPr lang="de-DE" sz="1100" dirty="0">
              <a:latin typeface="+mn-lt"/>
            </a:endParaRPr>
          </a:p>
        </p:txBody>
      </p:sp>
      <p:sp>
        <p:nvSpPr>
          <p:cNvPr id="12" name="Freihandform: Form 11" descr="Logo von X.">
            <a:extLst>
              <a:ext uri="{FF2B5EF4-FFF2-40B4-BE49-F238E27FC236}">
                <a16:creationId xmlns:a16="http://schemas.microsoft.com/office/drawing/2014/main" id="{3BB894A3-B6FD-18A7-EC25-BFE01C097D69}"/>
              </a:ext>
            </a:extLst>
          </p:cNvPr>
          <p:cNvSpPr>
            <a:spLocks/>
          </p:cNvSpPr>
          <p:nvPr userDrawn="1"/>
        </p:nvSpPr>
        <p:spPr bwMode="gray">
          <a:xfrm>
            <a:off x="10528883" y="5734050"/>
            <a:ext cx="157950" cy="157940"/>
          </a:xfrm>
          <a:custGeom>
            <a:avLst/>
            <a:gdLst>
              <a:gd name="connsiteX0" fmla="*/ 45533 w 199043"/>
              <a:gd name="connsiteY0" fmla="*/ 59631 h 199030"/>
              <a:gd name="connsiteX1" fmla="*/ 61493 w 199043"/>
              <a:gd name="connsiteY1" fmla="*/ 87817 h 199030"/>
              <a:gd name="connsiteX2" fmla="*/ 40604 w 199043"/>
              <a:gd name="connsiteY2" fmla="*/ 124708 h 199030"/>
              <a:gd name="connsiteX3" fmla="*/ 68687 w 199043"/>
              <a:gd name="connsiteY3" fmla="*/ 124708 h 199030"/>
              <a:gd name="connsiteX4" fmla="*/ 89465 w 199043"/>
              <a:gd name="connsiteY4" fmla="*/ 88013 h 199030"/>
              <a:gd name="connsiteX5" fmla="*/ 89686 w 199043"/>
              <a:gd name="connsiteY5" fmla="*/ 88013 h 199030"/>
              <a:gd name="connsiteX6" fmla="*/ 89575 w 199043"/>
              <a:gd name="connsiteY6" fmla="*/ 87817 h 199030"/>
              <a:gd name="connsiteX7" fmla="*/ 89686 w 199043"/>
              <a:gd name="connsiteY7" fmla="*/ 87621 h 199030"/>
              <a:gd name="connsiteX8" fmla="*/ 89464 w 199043"/>
              <a:gd name="connsiteY8" fmla="*/ 87621 h 199030"/>
              <a:gd name="connsiteX9" fmla="*/ 73615 w 199043"/>
              <a:gd name="connsiteY9" fmla="*/ 59631 h 199030"/>
              <a:gd name="connsiteX10" fmla="*/ 130360 w 199043"/>
              <a:gd name="connsiteY10" fmla="*/ 37561 h 199030"/>
              <a:gd name="connsiteX11" fmla="*/ 87645 w 199043"/>
              <a:gd name="connsiteY11" fmla="*/ 112998 h 199030"/>
              <a:gd name="connsiteX12" fmla="*/ 87423 w 199043"/>
              <a:gd name="connsiteY12" fmla="*/ 112998 h 199030"/>
              <a:gd name="connsiteX13" fmla="*/ 87534 w 199043"/>
              <a:gd name="connsiteY13" fmla="*/ 113194 h 199030"/>
              <a:gd name="connsiteX14" fmla="*/ 87423 w 199043"/>
              <a:gd name="connsiteY14" fmla="*/ 113390 h 199030"/>
              <a:gd name="connsiteX15" fmla="*/ 87645 w 199043"/>
              <a:gd name="connsiteY15" fmla="*/ 113390 h 199030"/>
              <a:gd name="connsiteX16" fmla="*/ 114869 w 199043"/>
              <a:gd name="connsiteY16" fmla="*/ 161469 h 199030"/>
              <a:gd name="connsiteX17" fmla="*/ 142951 w 199043"/>
              <a:gd name="connsiteY17" fmla="*/ 161469 h 199030"/>
              <a:gd name="connsiteX18" fmla="*/ 115616 w 199043"/>
              <a:gd name="connsiteY18" fmla="*/ 113194 h 199030"/>
              <a:gd name="connsiteX19" fmla="*/ 158442 w 199043"/>
              <a:gd name="connsiteY19" fmla="*/ 37561 h 199030"/>
              <a:gd name="connsiteX20" fmla="*/ 46256 w 199043"/>
              <a:gd name="connsiteY20" fmla="*/ 0 h 199030"/>
              <a:gd name="connsiteX21" fmla="*/ 152788 w 199043"/>
              <a:gd name="connsiteY21" fmla="*/ 0 h 199030"/>
              <a:gd name="connsiteX22" fmla="*/ 199043 w 199043"/>
              <a:gd name="connsiteY22" fmla="*/ 46252 h 199030"/>
              <a:gd name="connsiteX23" fmla="*/ 199043 w 199043"/>
              <a:gd name="connsiteY23" fmla="*/ 152778 h 199030"/>
              <a:gd name="connsiteX24" fmla="*/ 152788 w 199043"/>
              <a:gd name="connsiteY24" fmla="*/ 199030 h 199030"/>
              <a:gd name="connsiteX25" fmla="*/ 46256 w 199043"/>
              <a:gd name="connsiteY25" fmla="*/ 199030 h 199030"/>
              <a:gd name="connsiteX26" fmla="*/ 0 w 199043"/>
              <a:gd name="connsiteY26" fmla="*/ 152778 h 199030"/>
              <a:gd name="connsiteX27" fmla="*/ 0 w 199043"/>
              <a:gd name="connsiteY27" fmla="*/ 46252 h 199030"/>
              <a:gd name="connsiteX28" fmla="*/ 46256 w 199043"/>
              <a:gd name="connsiteY28" fmla="*/ 0 h 199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99043" h="199030">
                <a:moveTo>
                  <a:pt x="45533" y="59631"/>
                </a:moveTo>
                <a:lnTo>
                  <a:pt x="61493" y="87817"/>
                </a:lnTo>
                <a:lnTo>
                  <a:pt x="40604" y="124708"/>
                </a:lnTo>
                <a:lnTo>
                  <a:pt x="68687" y="124708"/>
                </a:lnTo>
                <a:lnTo>
                  <a:pt x="89465" y="88013"/>
                </a:lnTo>
                <a:lnTo>
                  <a:pt x="89686" y="88013"/>
                </a:lnTo>
                <a:lnTo>
                  <a:pt x="89575" y="87817"/>
                </a:lnTo>
                <a:lnTo>
                  <a:pt x="89686" y="87621"/>
                </a:lnTo>
                <a:lnTo>
                  <a:pt x="89464" y="87621"/>
                </a:lnTo>
                <a:lnTo>
                  <a:pt x="73615" y="59631"/>
                </a:lnTo>
                <a:close/>
                <a:moveTo>
                  <a:pt x="130360" y="37561"/>
                </a:moveTo>
                <a:lnTo>
                  <a:pt x="87645" y="112998"/>
                </a:lnTo>
                <a:lnTo>
                  <a:pt x="87423" y="112998"/>
                </a:lnTo>
                <a:lnTo>
                  <a:pt x="87534" y="113194"/>
                </a:lnTo>
                <a:lnTo>
                  <a:pt x="87423" y="113390"/>
                </a:lnTo>
                <a:lnTo>
                  <a:pt x="87645" y="113390"/>
                </a:lnTo>
                <a:lnTo>
                  <a:pt x="114869" y="161469"/>
                </a:lnTo>
                <a:lnTo>
                  <a:pt x="142951" y="161469"/>
                </a:lnTo>
                <a:lnTo>
                  <a:pt x="115616" y="113194"/>
                </a:lnTo>
                <a:lnTo>
                  <a:pt x="158442" y="37561"/>
                </a:lnTo>
                <a:close/>
                <a:moveTo>
                  <a:pt x="46256" y="0"/>
                </a:moveTo>
                <a:lnTo>
                  <a:pt x="152788" y="0"/>
                </a:lnTo>
                <a:cubicBezTo>
                  <a:pt x="178334" y="0"/>
                  <a:pt x="199043" y="20708"/>
                  <a:pt x="199043" y="46252"/>
                </a:cubicBezTo>
                <a:lnTo>
                  <a:pt x="199043" y="152778"/>
                </a:lnTo>
                <a:cubicBezTo>
                  <a:pt x="199043" y="178323"/>
                  <a:pt x="178334" y="199030"/>
                  <a:pt x="152788" y="199030"/>
                </a:cubicBezTo>
                <a:lnTo>
                  <a:pt x="46256" y="199030"/>
                </a:lnTo>
                <a:cubicBezTo>
                  <a:pt x="20709" y="199030"/>
                  <a:pt x="0" y="178323"/>
                  <a:pt x="0" y="152778"/>
                </a:cubicBezTo>
                <a:lnTo>
                  <a:pt x="0" y="46252"/>
                </a:lnTo>
                <a:cubicBezTo>
                  <a:pt x="0" y="20708"/>
                  <a:pt x="20709" y="0"/>
                  <a:pt x="46256" y="0"/>
                </a:cubicBezTo>
                <a:close/>
              </a:path>
            </a:pathLst>
          </a:custGeom>
          <a:solidFill>
            <a:schemeClr val="accent1"/>
          </a:solidFill>
          <a:ln w="122" cap="flat">
            <a:noFill/>
            <a:prstDash val="solid"/>
            <a:miter/>
          </a:ln>
        </p:spPr>
        <p:txBody>
          <a:bodyPr rtlCol="0" anchor="ctr"/>
          <a:lstStyle/>
          <a:p>
            <a:endParaRPr lang="de-DE"/>
          </a:p>
        </p:txBody>
      </p:sp>
      <p:sp>
        <p:nvSpPr>
          <p:cNvPr id="13" name="Freihandform: Form 12" descr="Logo von LinkedIn.">
            <a:extLst>
              <a:ext uri="{FF2B5EF4-FFF2-40B4-BE49-F238E27FC236}">
                <a16:creationId xmlns:a16="http://schemas.microsoft.com/office/drawing/2014/main" id="{39D4E64A-970E-DED5-5D77-66AF2414DD09}"/>
              </a:ext>
            </a:extLst>
          </p:cNvPr>
          <p:cNvSpPr>
            <a:spLocks/>
          </p:cNvSpPr>
          <p:nvPr userDrawn="1"/>
        </p:nvSpPr>
        <p:spPr bwMode="gray">
          <a:xfrm>
            <a:off x="10772537" y="5734050"/>
            <a:ext cx="157950" cy="157940"/>
          </a:xfrm>
          <a:custGeom>
            <a:avLst/>
            <a:gdLst>
              <a:gd name="connsiteX0" fmla="*/ 216671 w 277293"/>
              <a:gd name="connsiteY0" fmla="*/ 0 h 277276"/>
              <a:gd name="connsiteX1" fmla="*/ 60623 w 277293"/>
              <a:gd name="connsiteY1" fmla="*/ 0 h 277276"/>
              <a:gd name="connsiteX2" fmla="*/ 0 w 277293"/>
              <a:gd name="connsiteY2" fmla="*/ 60619 h 277276"/>
              <a:gd name="connsiteX3" fmla="*/ 0 w 277293"/>
              <a:gd name="connsiteY3" fmla="*/ 216657 h 277276"/>
              <a:gd name="connsiteX4" fmla="*/ 60623 w 277293"/>
              <a:gd name="connsiteY4" fmla="*/ 277276 h 277276"/>
              <a:gd name="connsiteX5" fmla="*/ 216671 w 277293"/>
              <a:gd name="connsiteY5" fmla="*/ 277276 h 277276"/>
              <a:gd name="connsiteX6" fmla="*/ 277294 w 277293"/>
              <a:gd name="connsiteY6" fmla="*/ 216657 h 277276"/>
              <a:gd name="connsiteX7" fmla="*/ 277294 w 277293"/>
              <a:gd name="connsiteY7" fmla="*/ 60619 h 277276"/>
              <a:gd name="connsiteX8" fmla="*/ 216671 w 277293"/>
              <a:gd name="connsiteY8" fmla="*/ 0 h 277276"/>
              <a:gd name="connsiteX9" fmla="*/ 81881 w 277293"/>
              <a:gd name="connsiteY9" fmla="*/ 235422 h 277276"/>
              <a:gd name="connsiteX10" fmla="*/ 40284 w 277293"/>
              <a:gd name="connsiteY10" fmla="*/ 235422 h 277276"/>
              <a:gd name="connsiteX11" fmla="*/ 40284 w 277293"/>
              <a:gd name="connsiteY11" fmla="*/ 103583 h 277276"/>
              <a:gd name="connsiteX12" fmla="*/ 81881 w 277293"/>
              <a:gd name="connsiteY12" fmla="*/ 103583 h 277276"/>
              <a:gd name="connsiteX13" fmla="*/ 81881 w 277293"/>
              <a:gd name="connsiteY13" fmla="*/ 235422 h 277276"/>
              <a:gd name="connsiteX14" fmla="*/ 61400 w 277293"/>
              <a:gd name="connsiteY14" fmla="*/ 84984 h 277276"/>
              <a:gd name="connsiteX15" fmla="*/ 37465 w 277293"/>
              <a:gd name="connsiteY15" fmla="*/ 61051 h 277276"/>
              <a:gd name="connsiteX16" fmla="*/ 61400 w 277293"/>
              <a:gd name="connsiteY16" fmla="*/ 37118 h 277276"/>
              <a:gd name="connsiteX17" fmla="*/ 85335 w 277293"/>
              <a:gd name="connsiteY17" fmla="*/ 61051 h 277276"/>
              <a:gd name="connsiteX18" fmla="*/ 61400 w 277293"/>
              <a:gd name="connsiteY18" fmla="*/ 84984 h 277276"/>
              <a:gd name="connsiteX19" fmla="*/ 236227 w 277293"/>
              <a:gd name="connsiteY19" fmla="*/ 235422 h 277276"/>
              <a:gd name="connsiteX20" fmla="*/ 195154 w 277293"/>
              <a:gd name="connsiteY20" fmla="*/ 235422 h 277276"/>
              <a:gd name="connsiteX21" fmla="*/ 195154 w 277293"/>
              <a:gd name="connsiteY21" fmla="*/ 160607 h 277276"/>
              <a:gd name="connsiteX22" fmla="*/ 173704 w 277293"/>
              <a:gd name="connsiteY22" fmla="*/ 135755 h 277276"/>
              <a:gd name="connsiteX23" fmla="*/ 149375 w 277293"/>
              <a:gd name="connsiteY23" fmla="*/ 166361 h 277276"/>
              <a:gd name="connsiteX24" fmla="*/ 149375 w 277293"/>
              <a:gd name="connsiteY24" fmla="*/ 235416 h 277276"/>
              <a:gd name="connsiteX25" fmla="*/ 107777 w 277293"/>
              <a:gd name="connsiteY25" fmla="*/ 235416 h 277276"/>
              <a:gd name="connsiteX26" fmla="*/ 107777 w 277293"/>
              <a:gd name="connsiteY26" fmla="*/ 103577 h 277276"/>
              <a:gd name="connsiteX27" fmla="*/ 147802 w 277293"/>
              <a:gd name="connsiteY27" fmla="*/ 103577 h 277276"/>
              <a:gd name="connsiteX28" fmla="*/ 147802 w 277293"/>
              <a:gd name="connsiteY28" fmla="*/ 121627 h 277276"/>
              <a:gd name="connsiteX29" fmla="*/ 189134 w 277293"/>
              <a:gd name="connsiteY29" fmla="*/ 99655 h 277276"/>
              <a:gd name="connsiteX30" fmla="*/ 236221 w 277293"/>
              <a:gd name="connsiteY30" fmla="*/ 157203 h 277276"/>
              <a:gd name="connsiteX31" fmla="*/ 236221 w 277293"/>
              <a:gd name="connsiteY31" fmla="*/ 235416 h 277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77293" h="277276">
                <a:moveTo>
                  <a:pt x="216671" y="0"/>
                </a:moveTo>
                <a:lnTo>
                  <a:pt x="60623" y="0"/>
                </a:lnTo>
                <a:cubicBezTo>
                  <a:pt x="27142" y="0"/>
                  <a:pt x="0" y="27140"/>
                  <a:pt x="0" y="60619"/>
                </a:cubicBezTo>
                <a:lnTo>
                  <a:pt x="0" y="216657"/>
                </a:lnTo>
                <a:cubicBezTo>
                  <a:pt x="0" y="250136"/>
                  <a:pt x="27142" y="277276"/>
                  <a:pt x="60623" y="277276"/>
                </a:cubicBezTo>
                <a:lnTo>
                  <a:pt x="216671" y="277276"/>
                </a:lnTo>
                <a:cubicBezTo>
                  <a:pt x="250152" y="277276"/>
                  <a:pt x="277294" y="250136"/>
                  <a:pt x="277294" y="216657"/>
                </a:cubicBezTo>
                <a:lnTo>
                  <a:pt x="277294" y="60619"/>
                </a:lnTo>
                <a:cubicBezTo>
                  <a:pt x="277294" y="27140"/>
                  <a:pt x="250152" y="0"/>
                  <a:pt x="216671" y="0"/>
                </a:cubicBezTo>
                <a:close/>
                <a:moveTo>
                  <a:pt x="81881" y="235422"/>
                </a:moveTo>
                <a:lnTo>
                  <a:pt x="40284" y="235422"/>
                </a:lnTo>
                <a:lnTo>
                  <a:pt x="40284" y="103583"/>
                </a:lnTo>
                <a:lnTo>
                  <a:pt x="81881" y="103583"/>
                </a:lnTo>
                <a:lnTo>
                  <a:pt x="81881" y="235422"/>
                </a:lnTo>
                <a:close/>
                <a:moveTo>
                  <a:pt x="61400" y="84984"/>
                </a:moveTo>
                <a:cubicBezTo>
                  <a:pt x="48178" y="84984"/>
                  <a:pt x="37465" y="74266"/>
                  <a:pt x="37465" y="61051"/>
                </a:cubicBezTo>
                <a:cubicBezTo>
                  <a:pt x="37465" y="47836"/>
                  <a:pt x="48184" y="37118"/>
                  <a:pt x="61400" y="37118"/>
                </a:cubicBezTo>
                <a:cubicBezTo>
                  <a:pt x="74616" y="37118"/>
                  <a:pt x="85335" y="47836"/>
                  <a:pt x="85335" y="61051"/>
                </a:cubicBezTo>
                <a:cubicBezTo>
                  <a:pt x="85335" y="74266"/>
                  <a:pt x="74616" y="84984"/>
                  <a:pt x="61400" y="84984"/>
                </a:cubicBezTo>
                <a:close/>
                <a:moveTo>
                  <a:pt x="236227" y="235422"/>
                </a:moveTo>
                <a:lnTo>
                  <a:pt x="195154" y="235422"/>
                </a:lnTo>
                <a:lnTo>
                  <a:pt x="195154" y="160607"/>
                </a:lnTo>
                <a:cubicBezTo>
                  <a:pt x="195154" y="160607"/>
                  <a:pt x="195154" y="135755"/>
                  <a:pt x="173704" y="135755"/>
                </a:cubicBezTo>
                <a:cubicBezTo>
                  <a:pt x="152255" y="135755"/>
                  <a:pt x="149375" y="156944"/>
                  <a:pt x="149375" y="166361"/>
                </a:cubicBezTo>
                <a:lnTo>
                  <a:pt x="149375" y="235416"/>
                </a:lnTo>
                <a:lnTo>
                  <a:pt x="107777" y="235416"/>
                </a:lnTo>
                <a:lnTo>
                  <a:pt x="107777" y="103577"/>
                </a:lnTo>
                <a:lnTo>
                  <a:pt x="147802" y="103577"/>
                </a:lnTo>
                <a:lnTo>
                  <a:pt x="147802" y="121627"/>
                </a:lnTo>
                <a:cubicBezTo>
                  <a:pt x="147802" y="121627"/>
                  <a:pt x="156960" y="99655"/>
                  <a:pt x="189134" y="99655"/>
                </a:cubicBezTo>
                <a:cubicBezTo>
                  <a:pt x="221308" y="99655"/>
                  <a:pt x="236221" y="120061"/>
                  <a:pt x="236221" y="157203"/>
                </a:cubicBezTo>
                <a:lnTo>
                  <a:pt x="236221" y="235416"/>
                </a:lnTo>
                <a:close/>
              </a:path>
            </a:pathLst>
          </a:custGeom>
          <a:solidFill>
            <a:schemeClr val="accent1"/>
          </a:solidFill>
          <a:ln w="122" cap="flat">
            <a:noFill/>
            <a:prstDash val="solid"/>
            <a:miter/>
          </a:ln>
        </p:spPr>
        <p:txBody>
          <a:bodyPr rtlCol="0" anchor="ctr"/>
          <a:lstStyle/>
          <a:p>
            <a:endParaRPr lang="de-DE"/>
          </a:p>
        </p:txBody>
      </p:sp>
      <p:sp>
        <p:nvSpPr>
          <p:cNvPr id="14" name="Freihandform: Form 13" descr="Logo von Facebook.">
            <a:extLst>
              <a:ext uri="{FF2B5EF4-FFF2-40B4-BE49-F238E27FC236}">
                <a16:creationId xmlns:a16="http://schemas.microsoft.com/office/drawing/2014/main" id="{01AFCAD3-6E78-7034-9BFF-E12CE1B3514A}"/>
              </a:ext>
            </a:extLst>
          </p:cNvPr>
          <p:cNvSpPr>
            <a:spLocks/>
          </p:cNvSpPr>
          <p:nvPr userDrawn="1"/>
        </p:nvSpPr>
        <p:spPr bwMode="gray">
          <a:xfrm>
            <a:off x="11016191" y="5734050"/>
            <a:ext cx="157950" cy="157940"/>
          </a:xfrm>
          <a:custGeom>
            <a:avLst/>
            <a:gdLst>
              <a:gd name="connsiteX0" fmla="*/ 216073 w 277287"/>
              <a:gd name="connsiteY0" fmla="*/ 0 h 277282"/>
              <a:gd name="connsiteX1" fmla="*/ 61221 w 277287"/>
              <a:gd name="connsiteY1" fmla="*/ 0 h 277282"/>
              <a:gd name="connsiteX2" fmla="*/ 0 w 277287"/>
              <a:gd name="connsiteY2" fmla="*/ 61217 h 277282"/>
              <a:gd name="connsiteX3" fmla="*/ 0 w 277287"/>
              <a:gd name="connsiteY3" fmla="*/ 216059 h 277282"/>
              <a:gd name="connsiteX4" fmla="*/ 61221 w 277287"/>
              <a:gd name="connsiteY4" fmla="*/ 277276 h 277282"/>
              <a:gd name="connsiteX5" fmla="*/ 127858 w 277287"/>
              <a:gd name="connsiteY5" fmla="*/ 277276 h 277282"/>
              <a:gd name="connsiteX6" fmla="*/ 127858 w 277287"/>
              <a:gd name="connsiteY6" fmla="*/ 183961 h 277282"/>
              <a:gd name="connsiteX7" fmla="*/ 90071 w 277287"/>
              <a:gd name="connsiteY7" fmla="*/ 183961 h 277282"/>
              <a:gd name="connsiteX8" fmla="*/ 90071 w 277287"/>
              <a:gd name="connsiteY8" fmla="*/ 141028 h 277282"/>
              <a:gd name="connsiteX9" fmla="*/ 127858 w 277287"/>
              <a:gd name="connsiteY9" fmla="*/ 141028 h 277282"/>
              <a:gd name="connsiteX10" fmla="*/ 127858 w 277287"/>
              <a:gd name="connsiteY10" fmla="*/ 105538 h 277282"/>
              <a:gd name="connsiteX11" fmla="*/ 183387 w 277287"/>
              <a:gd name="connsiteY11" fmla="*/ 50012 h 277282"/>
              <a:gd name="connsiteX12" fmla="*/ 216017 w 277287"/>
              <a:gd name="connsiteY12" fmla="*/ 51159 h 277282"/>
              <a:gd name="connsiteX13" fmla="*/ 216017 w 277287"/>
              <a:gd name="connsiteY13" fmla="*/ 91231 h 277282"/>
              <a:gd name="connsiteX14" fmla="*/ 193994 w 277287"/>
              <a:gd name="connsiteY14" fmla="*/ 90658 h 277282"/>
              <a:gd name="connsiteX15" fmla="*/ 175369 w 277287"/>
              <a:gd name="connsiteY15" fmla="*/ 109281 h 277282"/>
              <a:gd name="connsiteX16" fmla="*/ 175369 w 277287"/>
              <a:gd name="connsiteY16" fmla="*/ 141034 h 277282"/>
              <a:gd name="connsiteX17" fmla="*/ 216017 w 277287"/>
              <a:gd name="connsiteY17" fmla="*/ 141034 h 277282"/>
              <a:gd name="connsiteX18" fmla="*/ 209147 w 277287"/>
              <a:gd name="connsiteY18" fmla="*/ 183967 h 277282"/>
              <a:gd name="connsiteX19" fmla="*/ 175369 w 277287"/>
              <a:gd name="connsiteY19" fmla="*/ 183967 h 277282"/>
              <a:gd name="connsiteX20" fmla="*/ 175369 w 277287"/>
              <a:gd name="connsiteY20" fmla="*/ 277282 h 277282"/>
              <a:gd name="connsiteX21" fmla="*/ 216066 w 277287"/>
              <a:gd name="connsiteY21" fmla="*/ 277282 h 277282"/>
              <a:gd name="connsiteX22" fmla="*/ 277288 w 277287"/>
              <a:gd name="connsiteY22" fmla="*/ 216065 h 277282"/>
              <a:gd name="connsiteX23" fmla="*/ 277288 w 277287"/>
              <a:gd name="connsiteY23" fmla="*/ 61217 h 277282"/>
              <a:gd name="connsiteX24" fmla="*/ 216066 w 277287"/>
              <a:gd name="connsiteY24" fmla="*/ 0 h 277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77287" h="277282">
                <a:moveTo>
                  <a:pt x="216073" y="0"/>
                </a:moveTo>
                <a:lnTo>
                  <a:pt x="61221" y="0"/>
                </a:lnTo>
                <a:cubicBezTo>
                  <a:pt x="27407" y="0"/>
                  <a:pt x="0" y="27405"/>
                  <a:pt x="0" y="61217"/>
                </a:cubicBezTo>
                <a:lnTo>
                  <a:pt x="0" y="216059"/>
                </a:lnTo>
                <a:cubicBezTo>
                  <a:pt x="0" y="249865"/>
                  <a:pt x="27407" y="277276"/>
                  <a:pt x="61221" y="277276"/>
                </a:cubicBezTo>
                <a:lnTo>
                  <a:pt x="127858" y="277276"/>
                </a:lnTo>
                <a:lnTo>
                  <a:pt x="127858" y="183961"/>
                </a:lnTo>
                <a:lnTo>
                  <a:pt x="90071" y="183961"/>
                </a:lnTo>
                <a:lnTo>
                  <a:pt x="90071" y="141028"/>
                </a:lnTo>
                <a:lnTo>
                  <a:pt x="127858" y="141028"/>
                </a:lnTo>
                <a:lnTo>
                  <a:pt x="127858" y="105538"/>
                </a:lnTo>
                <a:cubicBezTo>
                  <a:pt x="127858" y="74871"/>
                  <a:pt x="152717" y="50012"/>
                  <a:pt x="183387" y="50012"/>
                </a:cubicBezTo>
                <a:lnTo>
                  <a:pt x="216017" y="51159"/>
                </a:lnTo>
                <a:lnTo>
                  <a:pt x="216017" y="91231"/>
                </a:lnTo>
                <a:lnTo>
                  <a:pt x="193994" y="90658"/>
                </a:lnTo>
                <a:cubicBezTo>
                  <a:pt x="183707" y="90658"/>
                  <a:pt x="175369" y="98995"/>
                  <a:pt x="175369" y="109281"/>
                </a:cubicBezTo>
                <a:lnTo>
                  <a:pt x="175369" y="141034"/>
                </a:lnTo>
                <a:lnTo>
                  <a:pt x="216017" y="141034"/>
                </a:lnTo>
                <a:lnTo>
                  <a:pt x="209147" y="183967"/>
                </a:lnTo>
                <a:lnTo>
                  <a:pt x="175369" y="183967"/>
                </a:lnTo>
                <a:lnTo>
                  <a:pt x="175369" y="277282"/>
                </a:lnTo>
                <a:lnTo>
                  <a:pt x="216066" y="277282"/>
                </a:lnTo>
                <a:cubicBezTo>
                  <a:pt x="249875" y="277282"/>
                  <a:pt x="277288" y="249877"/>
                  <a:pt x="277288" y="216065"/>
                </a:cubicBezTo>
                <a:lnTo>
                  <a:pt x="277288" y="61217"/>
                </a:lnTo>
                <a:cubicBezTo>
                  <a:pt x="277288" y="27411"/>
                  <a:pt x="249881" y="0"/>
                  <a:pt x="216066" y="0"/>
                </a:cubicBezTo>
                <a:close/>
              </a:path>
            </a:pathLst>
          </a:custGeom>
          <a:solidFill>
            <a:schemeClr val="accent1"/>
          </a:solidFill>
          <a:ln w="122" cap="flat">
            <a:noFill/>
            <a:prstDash val="solid"/>
            <a:miter/>
          </a:ln>
        </p:spPr>
        <p:txBody>
          <a:bodyPr rtlCol="0" anchor="ctr"/>
          <a:lstStyle/>
          <a:p>
            <a:endParaRPr lang="de-DE"/>
          </a:p>
        </p:txBody>
      </p:sp>
      <p:sp>
        <p:nvSpPr>
          <p:cNvPr id="15" name="Freihandform: Form 14" descr="Logo von Instagram.">
            <a:extLst>
              <a:ext uri="{FF2B5EF4-FFF2-40B4-BE49-F238E27FC236}">
                <a16:creationId xmlns:a16="http://schemas.microsoft.com/office/drawing/2014/main" id="{D18DDA4A-2864-5F46-9765-7F4E4DB5B24F}"/>
              </a:ext>
            </a:extLst>
          </p:cNvPr>
          <p:cNvSpPr>
            <a:spLocks/>
          </p:cNvSpPr>
          <p:nvPr userDrawn="1"/>
        </p:nvSpPr>
        <p:spPr bwMode="gray">
          <a:xfrm>
            <a:off x="11259844" y="5734050"/>
            <a:ext cx="157951" cy="157940"/>
          </a:xfrm>
          <a:custGeom>
            <a:avLst/>
            <a:gdLst>
              <a:gd name="connsiteX0" fmla="*/ 105406 w 199044"/>
              <a:gd name="connsiteY0" fmla="*/ 74501 h 199030"/>
              <a:gd name="connsiteX1" fmla="*/ 124504 w 199044"/>
              <a:gd name="connsiteY1" fmla="*/ 105400 h 199030"/>
              <a:gd name="connsiteX2" fmla="*/ 93605 w 199044"/>
              <a:gd name="connsiteY2" fmla="*/ 124500 h 199030"/>
              <a:gd name="connsiteX3" fmla="*/ 74506 w 199044"/>
              <a:gd name="connsiteY3" fmla="*/ 93600 h 199030"/>
              <a:gd name="connsiteX4" fmla="*/ 105406 w 199044"/>
              <a:gd name="connsiteY4" fmla="*/ 74501 h 199030"/>
              <a:gd name="connsiteX5" fmla="*/ 99519 w 199044"/>
              <a:gd name="connsiteY5" fmla="*/ 61049 h 199030"/>
              <a:gd name="connsiteX6" fmla="*/ 61053 w 199044"/>
              <a:gd name="connsiteY6" fmla="*/ 99512 h 199030"/>
              <a:gd name="connsiteX7" fmla="*/ 99519 w 199044"/>
              <a:gd name="connsiteY7" fmla="*/ 137974 h 199030"/>
              <a:gd name="connsiteX8" fmla="*/ 137985 w 199044"/>
              <a:gd name="connsiteY8" fmla="*/ 99512 h 199030"/>
              <a:gd name="connsiteX9" fmla="*/ 99519 w 199044"/>
              <a:gd name="connsiteY9" fmla="*/ 61049 h 199030"/>
              <a:gd name="connsiteX10" fmla="*/ 138739 w 199044"/>
              <a:gd name="connsiteY10" fmla="*/ 50176 h 199030"/>
              <a:gd name="connsiteX11" fmla="*/ 129774 w 199044"/>
              <a:gd name="connsiteY11" fmla="*/ 59141 h 199030"/>
              <a:gd name="connsiteX12" fmla="*/ 138739 w 199044"/>
              <a:gd name="connsiteY12" fmla="*/ 68105 h 199030"/>
              <a:gd name="connsiteX13" fmla="*/ 147704 w 199044"/>
              <a:gd name="connsiteY13" fmla="*/ 59141 h 199030"/>
              <a:gd name="connsiteX14" fmla="*/ 138739 w 199044"/>
              <a:gd name="connsiteY14" fmla="*/ 50176 h 199030"/>
              <a:gd name="connsiteX15" fmla="*/ 67458 w 199044"/>
              <a:gd name="connsiteY15" fmla="*/ 38818 h 199030"/>
              <a:gd name="connsiteX16" fmla="*/ 131584 w 199044"/>
              <a:gd name="connsiteY16" fmla="*/ 38818 h 199030"/>
              <a:gd name="connsiteX17" fmla="*/ 160222 w 199044"/>
              <a:gd name="connsiteY17" fmla="*/ 67453 h 199030"/>
              <a:gd name="connsiteX18" fmla="*/ 160222 w 199044"/>
              <a:gd name="connsiteY18" fmla="*/ 131574 h 199030"/>
              <a:gd name="connsiteX19" fmla="*/ 131584 w 199044"/>
              <a:gd name="connsiteY19" fmla="*/ 160210 h 199030"/>
              <a:gd name="connsiteX20" fmla="*/ 67458 w 199044"/>
              <a:gd name="connsiteY20" fmla="*/ 160210 h 199030"/>
              <a:gd name="connsiteX21" fmla="*/ 38820 w 199044"/>
              <a:gd name="connsiteY21" fmla="*/ 131574 h 199030"/>
              <a:gd name="connsiteX22" fmla="*/ 38820 w 199044"/>
              <a:gd name="connsiteY22" fmla="*/ 67453 h 199030"/>
              <a:gd name="connsiteX23" fmla="*/ 67458 w 199044"/>
              <a:gd name="connsiteY23" fmla="*/ 38818 h 199030"/>
              <a:gd name="connsiteX24" fmla="*/ 67459 w 199044"/>
              <a:gd name="connsiteY24" fmla="*/ 23530 h 199030"/>
              <a:gd name="connsiteX25" fmla="*/ 23531 w 199044"/>
              <a:gd name="connsiteY25" fmla="*/ 67453 h 199030"/>
              <a:gd name="connsiteX26" fmla="*/ 23531 w 199044"/>
              <a:gd name="connsiteY26" fmla="*/ 131573 h 199030"/>
              <a:gd name="connsiteX27" fmla="*/ 67459 w 199044"/>
              <a:gd name="connsiteY27" fmla="*/ 175497 h 199030"/>
              <a:gd name="connsiteX28" fmla="*/ 131585 w 199044"/>
              <a:gd name="connsiteY28" fmla="*/ 175497 h 199030"/>
              <a:gd name="connsiteX29" fmla="*/ 175512 w 199044"/>
              <a:gd name="connsiteY29" fmla="*/ 131573 h 199030"/>
              <a:gd name="connsiteX30" fmla="*/ 175512 w 199044"/>
              <a:gd name="connsiteY30" fmla="*/ 67453 h 199030"/>
              <a:gd name="connsiteX31" fmla="*/ 131585 w 199044"/>
              <a:gd name="connsiteY31" fmla="*/ 23530 h 199030"/>
              <a:gd name="connsiteX32" fmla="*/ 155098 w 199044"/>
              <a:gd name="connsiteY32" fmla="*/ 0 h 199030"/>
              <a:gd name="connsiteX33" fmla="*/ 199044 w 199044"/>
              <a:gd name="connsiteY33" fmla="*/ 43942 h 199030"/>
              <a:gd name="connsiteX34" fmla="*/ 199044 w 199044"/>
              <a:gd name="connsiteY34" fmla="*/ 155089 h 199030"/>
              <a:gd name="connsiteX35" fmla="*/ 155098 w 199044"/>
              <a:gd name="connsiteY35" fmla="*/ 199030 h 199030"/>
              <a:gd name="connsiteX36" fmla="*/ 43946 w 199044"/>
              <a:gd name="connsiteY36" fmla="*/ 199030 h 199030"/>
              <a:gd name="connsiteX37" fmla="*/ 0 w 199044"/>
              <a:gd name="connsiteY37" fmla="*/ 155089 h 199030"/>
              <a:gd name="connsiteX38" fmla="*/ 0 w 199044"/>
              <a:gd name="connsiteY38" fmla="*/ 43946 h 199030"/>
              <a:gd name="connsiteX39" fmla="*/ 43946 w 199044"/>
              <a:gd name="connsiteY39" fmla="*/ 4 h 199030"/>
              <a:gd name="connsiteX40" fmla="*/ 155098 w 199044"/>
              <a:gd name="connsiteY40" fmla="*/ 4 h 199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99044" h="199030">
                <a:moveTo>
                  <a:pt x="105406" y="74501"/>
                </a:moveTo>
                <a:cubicBezTo>
                  <a:pt x="119212" y="77760"/>
                  <a:pt x="127762" y="91594"/>
                  <a:pt x="124504" y="105400"/>
                </a:cubicBezTo>
                <a:cubicBezTo>
                  <a:pt x="121245" y="119207"/>
                  <a:pt x="107412" y="127758"/>
                  <a:pt x="93605" y="124500"/>
                </a:cubicBezTo>
                <a:cubicBezTo>
                  <a:pt x="79798" y="121241"/>
                  <a:pt x="71248" y="107407"/>
                  <a:pt x="74506" y="93600"/>
                </a:cubicBezTo>
                <a:cubicBezTo>
                  <a:pt x="77765" y="79793"/>
                  <a:pt x="91599" y="71242"/>
                  <a:pt x="105406" y="74501"/>
                </a:cubicBezTo>
                <a:close/>
                <a:moveTo>
                  <a:pt x="99519" y="61049"/>
                </a:moveTo>
                <a:cubicBezTo>
                  <a:pt x="78310" y="61049"/>
                  <a:pt x="61053" y="78304"/>
                  <a:pt x="61053" y="99512"/>
                </a:cubicBezTo>
                <a:cubicBezTo>
                  <a:pt x="61053" y="120719"/>
                  <a:pt x="78310" y="137974"/>
                  <a:pt x="99519" y="137974"/>
                </a:cubicBezTo>
                <a:cubicBezTo>
                  <a:pt x="120728" y="137974"/>
                  <a:pt x="137985" y="120719"/>
                  <a:pt x="137985" y="99512"/>
                </a:cubicBezTo>
                <a:cubicBezTo>
                  <a:pt x="137985" y="78304"/>
                  <a:pt x="120728" y="61049"/>
                  <a:pt x="99519" y="61049"/>
                </a:cubicBezTo>
                <a:close/>
                <a:moveTo>
                  <a:pt x="138739" y="50176"/>
                </a:moveTo>
                <a:cubicBezTo>
                  <a:pt x="133789" y="50176"/>
                  <a:pt x="129774" y="54191"/>
                  <a:pt x="129774" y="59141"/>
                </a:cubicBezTo>
                <a:cubicBezTo>
                  <a:pt x="129774" y="64090"/>
                  <a:pt x="133789" y="68105"/>
                  <a:pt x="138739" y="68105"/>
                </a:cubicBezTo>
                <a:cubicBezTo>
                  <a:pt x="143689" y="68105"/>
                  <a:pt x="147704" y="64090"/>
                  <a:pt x="147704" y="59141"/>
                </a:cubicBezTo>
                <a:cubicBezTo>
                  <a:pt x="147704" y="54191"/>
                  <a:pt x="143689" y="50176"/>
                  <a:pt x="138739" y="50176"/>
                </a:cubicBezTo>
                <a:close/>
                <a:moveTo>
                  <a:pt x="67458" y="38818"/>
                </a:moveTo>
                <a:lnTo>
                  <a:pt x="131584" y="38818"/>
                </a:lnTo>
                <a:cubicBezTo>
                  <a:pt x="147376" y="38818"/>
                  <a:pt x="160222" y="51663"/>
                  <a:pt x="160222" y="67453"/>
                </a:cubicBezTo>
                <a:lnTo>
                  <a:pt x="160222" y="131574"/>
                </a:lnTo>
                <a:cubicBezTo>
                  <a:pt x="160222" y="147365"/>
                  <a:pt x="147376" y="160210"/>
                  <a:pt x="131584" y="160210"/>
                </a:cubicBezTo>
                <a:lnTo>
                  <a:pt x="67458" y="160210"/>
                </a:lnTo>
                <a:cubicBezTo>
                  <a:pt x="51666" y="160210"/>
                  <a:pt x="38820" y="147365"/>
                  <a:pt x="38820" y="131574"/>
                </a:cubicBezTo>
                <a:lnTo>
                  <a:pt x="38820" y="67453"/>
                </a:lnTo>
                <a:cubicBezTo>
                  <a:pt x="38820" y="51663"/>
                  <a:pt x="51666" y="38818"/>
                  <a:pt x="67458" y="38818"/>
                </a:cubicBezTo>
                <a:close/>
                <a:moveTo>
                  <a:pt x="67459" y="23530"/>
                </a:moveTo>
                <a:cubicBezTo>
                  <a:pt x="43236" y="23530"/>
                  <a:pt x="23531" y="43232"/>
                  <a:pt x="23531" y="67453"/>
                </a:cubicBezTo>
                <a:lnTo>
                  <a:pt x="23531" y="131573"/>
                </a:lnTo>
                <a:cubicBezTo>
                  <a:pt x="23531" y="155794"/>
                  <a:pt x="43236" y="175497"/>
                  <a:pt x="67459" y="175497"/>
                </a:cubicBezTo>
                <a:lnTo>
                  <a:pt x="131585" y="175497"/>
                </a:lnTo>
                <a:cubicBezTo>
                  <a:pt x="155808" y="175497"/>
                  <a:pt x="175512" y="155794"/>
                  <a:pt x="175512" y="131573"/>
                </a:cubicBezTo>
                <a:lnTo>
                  <a:pt x="175512" y="67453"/>
                </a:lnTo>
                <a:cubicBezTo>
                  <a:pt x="175512" y="43232"/>
                  <a:pt x="155808" y="23530"/>
                  <a:pt x="131585" y="23530"/>
                </a:cubicBezTo>
                <a:close/>
                <a:moveTo>
                  <a:pt x="155098" y="0"/>
                </a:moveTo>
                <a:cubicBezTo>
                  <a:pt x="179371" y="0"/>
                  <a:pt x="199044" y="19676"/>
                  <a:pt x="199044" y="43942"/>
                </a:cubicBezTo>
                <a:lnTo>
                  <a:pt x="199044" y="155089"/>
                </a:lnTo>
                <a:cubicBezTo>
                  <a:pt x="199044" y="179359"/>
                  <a:pt x="179366" y="199030"/>
                  <a:pt x="155098" y="199030"/>
                </a:cubicBezTo>
                <a:lnTo>
                  <a:pt x="43946" y="199030"/>
                </a:lnTo>
                <a:cubicBezTo>
                  <a:pt x="19673" y="199030"/>
                  <a:pt x="0" y="179355"/>
                  <a:pt x="0" y="155089"/>
                </a:cubicBezTo>
                <a:lnTo>
                  <a:pt x="0" y="43946"/>
                </a:lnTo>
                <a:cubicBezTo>
                  <a:pt x="0" y="19676"/>
                  <a:pt x="19677" y="4"/>
                  <a:pt x="43946" y="4"/>
                </a:cubicBezTo>
                <a:lnTo>
                  <a:pt x="155098" y="4"/>
                </a:lnTo>
                <a:close/>
              </a:path>
            </a:pathLst>
          </a:custGeom>
          <a:solidFill>
            <a:schemeClr val="accent1"/>
          </a:solidFill>
          <a:ln w="122" cap="flat">
            <a:noFill/>
            <a:prstDash val="solid"/>
            <a:miter/>
          </a:ln>
        </p:spPr>
        <p:txBody>
          <a:bodyPr rtlCol="0" anchor="ctr"/>
          <a:lstStyle/>
          <a:p>
            <a:endParaRPr lang="de-DE"/>
          </a:p>
        </p:txBody>
      </p:sp>
      <p:sp>
        <p:nvSpPr>
          <p:cNvPr id="17" name="Freihandform: Form 16" descr="Logo von WhatsApp.">
            <a:extLst>
              <a:ext uri="{FF2B5EF4-FFF2-40B4-BE49-F238E27FC236}">
                <a16:creationId xmlns:a16="http://schemas.microsoft.com/office/drawing/2014/main" id="{DA4AF295-723C-6E97-FABD-A35A0E40766A}"/>
              </a:ext>
            </a:extLst>
          </p:cNvPr>
          <p:cNvSpPr>
            <a:spLocks/>
          </p:cNvSpPr>
          <p:nvPr userDrawn="1"/>
        </p:nvSpPr>
        <p:spPr bwMode="gray">
          <a:xfrm>
            <a:off x="11503499" y="5734050"/>
            <a:ext cx="157950" cy="157940"/>
          </a:xfrm>
          <a:custGeom>
            <a:avLst/>
            <a:gdLst>
              <a:gd name="connsiteX0" fmla="*/ 79882 w 199043"/>
              <a:gd name="connsiteY0" fmla="*/ 64498 h 199030"/>
              <a:gd name="connsiteX1" fmla="*/ 68427 w 199043"/>
              <a:gd name="connsiteY1" fmla="*/ 73992 h 199030"/>
              <a:gd name="connsiteX2" fmla="*/ 86227 w 199043"/>
              <a:gd name="connsiteY2" fmla="*/ 115582 h 199030"/>
              <a:gd name="connsiteX3" fmla="*/ 114283 w 199043"/>
              <a:gd name="connsiteY3" fmla="*/ 130977 h 199030"/>
              <a:gd name="connsiteX4" fmla="*/ 129430 w 199043"/>
              <a:gd name="connsiteY4" fmla="*/ 128982 h 199030"/>
              <a:gd name="connsiteX5" fmla="*/ 129428 w 199043"/>
              <a:gd name="connsiteY5" fmla="*/ 128985 h 199030"/>
              <a:gd name="connsiteX6" fmla="*/ 129437 w 199043"/>
              <a:gd name="connsiteY6" fmla="*/ 128981 h 199030"/>
              <a:gd name="connsiteX7" fmla="*/ 129430 w 199043"/>
              <a:gd name="connsiteY7" fmla="*/ 128982 h 199030"/>
              <a:gd name="connsiteX8" fmla="*/ 137688 w 199043"/>
              <a:gd name="connsiteY8" fmla="*/ 116612 h 199030"/>
              <a:gd name="connsiteX9" fmla="*/ 134156 w 199043"/>
              <a:gd name="connsiteY9" fmla="*/ 112151 h 199030"/>
              <a:gd name="connsiteX10" fmla="*/ 119582 w 199043"/>
              <a:gd name="connsiteY10" fmla="*/ 107069 h 199030"/>
              <a:gd name="connsiteX11" fmla="*/ 115498 w 199043"/>
              <a:gd name="connsiteY11" fmla="*/ 108072 h 199030"/>
              <a:gd name="connsiteX12" fmla="*/ 114091 w 199043"/>
              <a:gd name="connsiteY12" fmla="*/ 109571 h 199030"/>
              <a:gd name="connsiteX13" fmla="*/ 104994 w 199043"/>
              <a:gd name="connsiteY13" fmla="*/ 112050 h 199030"/>
              <a:gd name="connsiteX14" fmla="*/ 94864 w 199043"/>
              <a:gd name="connsiteY14" fmla="*/ 106004 h 199030"/>
              <a:gd name="connsiteX15" fmla="*/ 87800 w 199043"/>
              <a:gd name="connsiteY15" fmla="*/ 96553 h 199030"/>
              <a:gd name="connsiteX16" fmla="*/ 89324 w 199043"/>
              <a:gd name="connsiteY16" fmla="*/ 87246 h 199030"/>
              <a:gd name="connsiteX17" fmla="*/ 90670 w 199043"/>
              <a:gd name="connsiteY17" fmla="*/ 85691 h 199030"/>
              <a:gd name="connsiteX18" fmla="*/ 91249 w 199043"/>
              <a:gd name="connsiteY18" fmla="*/ 81524 h 199030"/>
              <a:gd name="connsiteX19" fmla="*/ 84684 w 199043"/>
              <a:gd name="connsiteY19" fmla="*/ 67551 h 199030"/>
              <a:gd name="connsiteX20" fmla="*/ 79882 w 199043"/>
              <a:gd name="connsiteY20" fmla="*/ 64498 h 199030"/>
              <a:gd name="connsiteX21" fmla="*/ 102006 w 199043"/>
              <a:gd name="connsiteY21" fmla="*/ 38523 h 199030"/>
              <a:gd name="connsiteX22" fmla="*/ 102010 w 199043"/>
              <a:gd name="connsiteY22" fmla="*/ 38523 h 199030"/>
              <a:gd name="connsiteX23" fmla="*/ 160895 w 199043"/>
              <a:gd name="connsiteY23" fmla="*/ 97403 h 199030"/>
              <a:gd name="connsiteX24" fmla="*/ 102010 w 199043"/>
              <a:gd name="connsiteY24" fmla="*/ 156283 h 199030"/>
              <a:gd name="connsiteX25" fmla="*/ 70049 w 199043"/>
              <a:gd name="connsiteY25" fmla="*/ 146862 h 199030"/>
              <a:gd name="connsiteX26" fmla="*/ 47508 w 199043"/>
              <a:gd name="connsiteY26" fmla="*/ 152830 h 199030"/>
              <a:gd name="connsiteX27" fmla="*/ 53814 w 199043"/>
              <a:gd name="connsiteY27" fmla="*/ 131242 h 199030"/>
              <a:gd name="connsiteX28" fmla="*/ 43122 w 199043"/>
              <a:gd name="connsiteY28" fmla="*/ 97403 h 199030"/>
              <a:gd name="connsiteX29" fmla="*/ 102006 w 199043"/>
              <a:gd name="connsiteY29" fmla="*/ 38523 h 199030"/>
              <a:gd name="connsiteX30" fmla="*/ 102006 w 199043"/>
              <a:gd name="connsiteY30" fmla="*/ 26185 h 199030"/>
              <a:gd name="connsiteX31" fmla="*/ 30783 w 199043"/>
              <a:gd name="connsiteY31" fmla="*/ 97403 h 199030"/>
              <a:gd name="connsiteX32" fmla="*/ 40458 w 199043"/>
              <a:gd name="connsiteY32" fmla="*/ 133262 h 199030"/>
              <a:gd name="connsiteX33" fmla="*/ 30783 w 199043"/>
              <a:gd name="connsiteY33" fmla="*/ 169652 h 199030"/>
              <a:gd name="connsiteX34" fmla="*/ 68055 w 199043"/>
              <a:gd name="connsiteY34" fmla="*/ 160025 h 199030"/>
              <a:gd name="connsiteX35" fmla="*/ 102006 w 199043"/>
              <a:gd name="connsiteY35" fmla="*/ 168622 h 199030"/>
              <a:gd name="connsiteX36" fmla="*/ 173229 w 199043"/>
              <a:gd name="connsiteY36" fmla="*/ 97403 h 199030"/>
              <a:gd name="connsiteX37" fmla="*/ 102006 w 199043"/>
              <a:gd name="connsiteY37" fmla="*/ 26185 h 199030"/>
              <a:gd name="connsiteX38" fmla="*/ 46256 w 199043"/>
              <a:gd name="connsiteY38" fmla="*/ 0 h 199030"/>
              <a:gd name="connsiteX39" fmla="*/ 152788 w 199043"/>
              <a:gd name="connsiteY39" fmla="*/ 0 h 199030"/>
              <a:gd name="connsiteX40" fmla="*/ 199043 w 199043"/>
              <a:gd name="connsiteY40" fmla="*/ 46252 h 199030"/>
              <a:gd name="connsiteX41" fmla="*/ 199043 w 199043"/>
              <a:gd name="connsiteY41" fmla="*/ 152778 h 199030"/>
              <a:gd name="connsiteX42" fmla="*/ 152788 w 199043"/>
              <a:gd name="connsiteY42" fmla="*/ 199030 h 199030"/>
              <a:gd name="connsiteX43" fmla="*/ 46256 w 199043"/>
              <a:gd name="connsiteY43" fmla="*/ 199030 h 199030"/>
              <a:gd name="connsiteX44" fmla="*/ 0 w 199043"/>
              <a:gd name="connsiteY44" fmla="*/ 152778 h 199030"/>
              <a:gd name="connsiteX45" fmla="*/ 0 w 199043"/>
              <a:gd name="connsiteY45" fmla="*/ 46252 h 199030"/>
              <a:gd name="connsiteX46" fmla="*/ 46256 w 199043"/>
              <a:gd name="connsiteY46" fmla="*/ 0 h 199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99043" h="199030">
                <a:moveTo>
                  <a:pt x="79882" y="64498"/>
                </a:moveTo>
                <a:cubicBezTo>
                  <a:pt x="75215" y="64493"/>
                  <a:pt x="70614" y="68309"/>
                  <a:pt x="68427" y="73992"/>
                </a:cubicBezTo>
                <a:cubicBezTo>
                  <a:pt x="66237" y="79697"/>
                  <a:pt x="63577" y="95168"/>
                  <a:pt x="86227" y="115582"/>
                </a:cubicBezTo>
                <a:cubicBezTo>
                  <a:pt x="97552" y="125789"/>
                  <a:pt x="106993" y="129832"/>
                  <a:pt x="114283" y="130977"/>
                </a:cubicBezTo>
                <a:lnTo>
                  <a:pt x="129430" y="128982"/>
                </a:lnTo>
                <a:lnTo>
                  <a:pt x="129428" y="128985"/>
                </a:lnTo>
                <a:lnTo>
                  <a:pt x="129437" y="128981"/>
                </a:lnTo>
                <a:lnTo>
                  <a:pt x="129430" y="128982"/>
                </a:lnTo>
                <a:lnTo>
                  <a:pt x="137688" y="116612"/>
                </a:lnTo>
                <a:cubicBezTo>
                  <a:pt x="137477" y="114566"/>
                  <a:pt x="136097" y="112830"/>
                  <a:pt x="134156" y="112151"/>
                </a:cubicBezTo>
                <a:lnTo>
                  <a:pt x="119582" y="107069"/>
                </a:lnTo>
                <a:cubicBezTo>
                  <a:pt x="118140" y="106565"/>
                  <a:pt x="116541" y="106959"/>
                  <a:pt x="115498" y="108072"/>
                </a:cubicBezTo>
                <a:lnTo>
                  <a:pt x="114091" y="109571"/>
                </a:lnTo>
                <a:cubicBezTo>
                  <a:pt x="111769" y="112042"/>
                  <a:pt x="108241" y="113032"/>
                  <a:pt x="104994" y="112050"/>
                </a:cubicBezTo>
                <a:cubicBezTo>
                  <a:pt x="102194" y="111205"/>
                  <a:pt x="98715" y="109474"/>
                  <a:pt x="94864" y="106004"/>
                </a:cubicBezTo>
                <a:cubicBezTo>
                  <a:pt x="91012" y="102534"/>
                  <a:pt x="88931" y="99252"/>
                  <a:pt x="87800" y="96553"/>
                </a:cubicBezTo>
                <a:cubicBezTo>
                  <a:pt x="86489" y="93420"/>
                  <a:pt x="87108" y="89814"/>
                  <a:pt x="89324" y="87246"/>
                </a:cubicBezTo>
                <a:lnTo>
                  <a:pt x="90670" y="85691"/>
                </a:lnTo>
                <a:cubicBezTo>
                  <a:pt x="91669" y="84538"/>
                  <a:pt x="91897" y="82904"/>
                  <a:pt x="91249" y="81524"/>
                </a:cubicBezTo>
                <a:lnTo>
                  <a:pt x="84684" y="67551"/>
                </a:lnTo>
                <a:cubicBezTo>
                  <a:pt x="83812" y="65689"/>
                  <a:pt x="81941" y="64498"/>
                  <a:pt x="79882" y="64498"/>
                </a:cubicBezTo>
                <a:close/>
                <a:moveTo>
                  <a:pt x="102006" y="38523"/>
                </a:moveTo>
                <a:lnTo>
                  <a:pt x="102010" y="38523"/>
                </a:lnTo>
                <a:cubicBezTo>
                  <a:pt x="134533" y="38523"/>
                  <a:pt x="160895" y="64883"/>
                  <a:pt x="160895" y="97403"/>
                </a:cubicBezTo>
                <a:cubicBezTo>
                  <a:pt x="160895" y="129923"/>
                  <a:pt x="134533" y="156283"/>
                  <a:pt x="102010" y="156283"/>
                </a:cubicBezTo>
                <a:cubicBezTo>
                  <a:pt x="90228" y="156283"/>
                  <a:pt x="79255" y="152821"/>
                  <a:pt x="70049" y="146862"/>
                </a:cubicBezTo>
                <a:lnTo>
                  <a:pt x="47508" y="152830"/>
                </a:lnTo>
                <a:lnTo>
                  <a:pt x="53814" y="131242"/>
                </a:lnTo>
                <a:cubicBezTo>
                  <a:pt x="47079" y="121669"/>
                  <a:pt x="43122" y="110000"/>
                  <a:pt x="43122" y="97403"/>
                </a:cubicBezTo>
                <a:cubicBezTo>
                  <a:pt x="43122" y="64883"/>
                  <a:pt x="69484" y="38523"/>
                  <a:pt x="102006" y="38523"/>
                </a:cubicBezTo>
                <a:close/>
                <a:moveTo>
                  <a:pt x="102006" y="26185"/>
                </a:moveTo>
                <a:cubicBezTo>
                  <a:pt x="62670" y="26185"/>
                  <a:pt x="30783" y="58069"/>
                  <a:pt x="30783" y="97403"/>
                </a:cubicBezTo>
                <a:cubicBezTo>
                  <a:pt x="30783" y="110478"/>
                  <a:pt x="34310" y="122729"/>
                  <a:pt x="40458" y="133262"/>
                </a:cubicBezTo>
                <a:lnTo>
                  <a:pt x="30783" y="169652"/>
                </a:lnTo>
                <a:lnTo>
                  <a:pt x="68055" y="160025"/>
                </a:lnTo>
                <a:cubicBezTo>
                  <a:pt x="78151" y="165506"/>
                  <a:pt x="89715" y="168622"/>
                  <a:pt x="102006" y="168622"/>
                </a:cubicBezTo>
                <a:cubicBezTo>
                  <a:pt x="141342" y="168622"/>
                  <a:pt x="173229" y="136737"/>
                  <a:pt x="173229" y="97403"/>
                </a:cubicBezTo>
                <a:cubicBezTo>
                  <a:pt x="173229" y="58069"/>
                  <a:pt x="141342" y="26185"/>
                  <a:pt x="102006" y="26185"/>
                </a:cubicBezTo>
                <a:close/>
                <a:moveTo>
                  <a:pt x="46256" y="0"/>
                </a:moveTo>
                <a:lnTo>
                  <a:pt x="152788" y="0"/>
                </a:lnTo>
                <a:cubicBezTo>
                  <a:pt x="178334" y="0"/>
                  <a:pt x="199043" y="20707"/>
                  <a:pt x="199043" y="46252"/>
                </a:cubicBezTo>
                <a:lnTo>
                  <a:pt x="199043" y="152778"/>
                </a:lnTo>
                <a:cubicBezTo>
                  <a:pt x="199043" y="178323"/>
                  <a:pt x="178334" y="199030"/>
                  <a:pt x="152788" y="199030"/>
                </a:cubicBezTo>
                <a:lnTo>
                  <a:pt x="46256" y="199030"/>
                </a:lnTo>
                <a:cubicBezTo>
                  <a:pt x="20709" y="199030"/>
                  <a:pt x="0" y="178323"/>
                  <a:pt x="0" y="152778"/>
                </a:cubicBezTo>
                <a:lnTo>
                  <a:pt x="0" y="46252"/>
                </a:lnTo>
                <a:cubicBezTo>
                  <a:pt x="0" y="20707"/>
                  <a:pt x="20709" y="0"/>
                  <a:pt x="46256" y="0"/>
                </a:cubicBezTo>
                <a:close/>
              </a:path>
            </a:pathLst>
          </a:custGeom>
          <a:solidFill>
            <a:schemeClr val="accent1"/>
          </a:solidFill>
          <a:ln w="122" cap="flat">
            <a:noFill/>
            <a:prstDash val="solid"/>
            <a:miter/>
          </a:ln>
        </p:spPr>
        <p:txBody>
          <a:bodyPr rtlCol="0" anchor="ctr"/>
          <a:lstStyle/>
          <a:p>
            <a:endParaRPr lang="de-DE"/>
          </a:p>
        </p:txBody>
      </p:sp>
      <p:sp>
        <p:nvSpPr>
          <p:cNvPr id="9" name="Fußzeilenplatzhalter 8">
            <a:extLst>
              <a:ext uri="{FF2B5EF4-FFF2-40B4-BE49-F238E27FC236}">
                <a16:creationId xmlns:a16="http://schemas.microsoft.com/office/drawing/2014/main" id="{D03EB9C7-5B0D-40C1-4C1E-90D2B3B10616}"/>
              </a:ext>
            </a:extLst>
          </p:cNvPr>
          <p:cNvSpPr>
            <a:spLocks noGrp="1"/>
          </p:cNvSpPr>
          <p:nvPr userDrawn="1">
            <p:ph type="ftr" sz="quarter" idx="10"/>
          </p:nvPr>
        </p:nvSpPr>
        <p:spPr bwMode="gray"/>
        <p:txBody>
          <a:bodyPr>
            <a:noAutofit/>
          </a:bodyPr>
          <a:lstStyle>
            <a:lvl1pPr rtl="0">
              <a:defRPr>
                <a:solidFill>
                  <a:schemeClr val="tx1"/>
                </a:solidFill>
              </a:defRPr>
            </a:lvl1pPr>
          </a:lstStyle>
          <a:p>
            <a:r>
              <a:rPr lang="de-DE"/>
              <a:t>© msg systems ag | Titel einfügen | 2025</a:t>
            </a:r>
          </a:p>
        </p:txBody>
      </p:sp>
      <p:sp>
        <p:nvSpPr>
          <p:cNvPr id="10" name="Foliennummernplatzhalter 9">
            <a:extLst>
              <a:ext uri="{FF2B5EF4-FFF2-40B4-BE49-F238E27FC236}">
                <a16:creationId xmlns:a16="http://schemas.microsoft.com/office/drawing/2014/main" id="{9DFE6708-DAE5-9464-8231-70CB5EC0057C}"/>
              </a:ext>
            </a:extLst>
          </p:cNvPr>
          <p:cNvSpPr>
            <a:spLocks noGrp="1"/>
          </p:cNvSpPr>
          <p:nvPr userDrawn="1">
            <p:ph type="sldNum" sz="quarter" idx="11"/>
          </p:nvPr>
        </p:nvSpPr>
        <p:spPr bwMode="gray"/>
        <p:txBody>
          <a:bodyPr>
            <a:noAutofit/>
          </a:bodyPr>
          <a:lstStyle>
            <a:lvl1pPr rtl="0">
              <a:defRPr>
                <a:solidFill>
                  <a:schemeClr val="bg1"/>
                </a:solidFill>
              </a:defRPr>
            </a:lvl1pPr>
          </a:lstStyle>
          <a:p>
            <a:fld id="{1FBD72F1-A42A-46B0-A7F8-CE6A9835826C}" type="slidenum">
              <a:rPr lang="de-DE"/>
              <a:pPr/>
              <a:t>‹Nr.›</a:t>
            </a:fld>
            <a:endParaRPr lang="de-DE" dirty="0"/>
          </a:p>
        </p:txBody>
      </p:sp>
      <p:sp>
        <p:nvSpPr>
          <p:cNvPr id="3" name="MIO_Placeholder_Mapping" hidden="1">
            <a:extLst>
              <a:ext uri="{FF2B5EF4-FFF2-40B4-BE49-F238E27FC236}">
                <a16:creationId xmlns:a16="http://schemas.microsoft.com/office/drawing/2014/main" id="{7EBA21F3-BA6E-9653-1E42-2FDA290933C9}"/>
              </a:ext>
            </a:extLst>
          </p:cNvPr>
          <p:cNvSpPr/>
          <p:nvPr userDrawn="1">
            <p:custDataLst>
              <p:tags r:id="rId2"/>
            </p:custDataLst>
          </p:nvPr>
        </p:nvSpPr>
        <p:spPr>
          <a:xfrm>
            <a:off x="0" y="0"/>
            <a:ext cx="0" cy="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de-DE" sz="1600" dirty="0"/>
          </a:p>
        </p:txBody>
      </p:sp>
    </p:spTree>
    <p:extLst>
      <p:ext uri="{BB962C8B-B14F-4D97-AF65-F5344CB8AC3E}">
        <p14:creationId xmlns:p14="http://schemas.microsoft.com/office/powerpoint/2010/main" val="389871127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2 Kontakte">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A25395A-8F8D-D2E4-F755-32C3801B6119}"/>
              </a:ext>
            </a:extLst>
          </p:cNvPr>
          <p:cNvGraphicFramePr>
            <a:graphicFrameLocks noChangeAspect="1"/>
          </p:cNvGraphicFramePr>
          <p:nvPr userDrawn="1">
            <p:custDataLst>
              <p:tags r:id="rId1"/>
            </p:custDataLst>
            <p:extLst>
              <p:ext uri="{D42A27DB-BD31-4B8C-83A1-F6EECF244321}">
                <p14:modId xmlns:p14="http://schemas.microsoft.com/office/powerpoint/2010/main" val="15617059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think-cell data - do not delete" hidden="1">
                        <a:extLst>
                          <a:ext uri="{FF2B5EF4-FFF2-40B4-BE49-F238E27FC236}">
                            <a16:creationId xmlns:a16="http://schemas.microsoft.com/office/drawing/2014/main" id="{DA25395A-8F8D-D2E4-F755-32C3801B611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7" name="Grafik 16" descr="Bild mit grüner Wellenstruktur füllt 1/3 der Folie aus, darauf die Anschrift der msg systems ag und die Logos von X, Linkedin, Facebook, Instagram und Whatsapp. Links der Titel und bis zu 2 Kontaktpersonen mit Bild.">
            <a:extLst>
              <a:ext uri="{FF2B5EF4-FFF2-40B4-BE49-F238E27FC236}">
                <a16:creationId xmlns:a16="http://schemas.microsoft.com/office/drawing/2014/main" id="{2C46E2E2-FAAD-8778-F409-FE935D426992}"/>
              </a:ext>
              <a:ext uri="{C183D7F6-B498-43B3-948B-1728B52AA6E4}">
                <adec:decorative xmlns:adec="http://schemas.microsoft.com/office/drawing/2017/decorative" val="0"/>
              </a:ext>
            </a:extLst>
          </p:cNvPr>
          <p:cNvPicPr>
            <a:picLocks noChangeAspect="1"/>
          </p:cNvPicPr>
          <p:nvPr userDrawn="1"/>
        </p:nvPicPr>
        <p:blipFill rotWithShape="1">
          <a:blip r:embed="rId5" cstate="screen">
            <a:extLst>
              <a:ext uri="{28A0092B-C50C-407E-A947-70E740481C1C}">
                <a14:useLocalDpi xmlns:a14="http://schemas.microsoft.com/office/drawing/2010/main" val="0"/>
              </a:ext>
            </a:extLst>
          </a:blip>
          <a:srcRect/>
          <a:stretch/>
        </p:blipFill>
        <p:spPr bwMode="gray">
          <a:xfrm flipH="1" flipV="1">
            <a:off x="8400680" y="2772"/>
            <a:ext cx="3791319" cy="6855228"/>
          </a:xfrm>
          <a:prstGeom prst="rect">
            <a:avLst/>
          </a:prstGeom>
        </p:spPr>
      </p:pic>
      <p:sp>
        <p:nvSpPr>
          <p:cNvPr id="2" name="Titel 1">
            <a:extLst>
              <a:ext uri="{FF2B5EF4-FFF2-40B4-BE49-F238E27FC236}">
                <a16:creationId xmlns:a16="http://schemas.microsoft.com/office/drawing/2014/main" id="{67B2DF5E-A3CA-9898-6D8E-0DBB2CA2736F}"/>
              </a:ext>
            </a:extLst>
          </p:cNvPr>
          <p:cNvSpPr>
            <a:spLocks noGrp="1"/>
          </p:cNvSpPr>
          <p:nvPr>
            <p:ph type="title"/>
          </p:nvPr>
        </p:nvSpPr>
        <p:spPr bwMode="gray">
          <a:xfrm>
            <a:off x="623889" y="620713"/>
            <a:ext cx="6912280" cy="738664"/>
          </a:xfrm>
        </p:spPr>
        <p:txBody>
          <a:bodyPr vert="horz"/>
          <a:lstStyle/>
          <a:p>
            <a:r>
              <a:rPr lang="de-DE"/>
              <a:t>Mastertitelformat bearbeiten</a:t>
            </a:r>
            <a:endParaRPr lang="de-DE" dirty="0"/>
          </a:p>
        </p:txBody>
      </p:sp>
      <p:sp>
        <p:nvSpPr>
          <p:cNvPr id="16" name="Bildplatzhalter 15">
            <a:extLst>
              <a:ext uri="{FF2B5EF4-FFF2-40B4-BE49-F238E27FC236}">
                <a16:creationId xmlns:a16="http://schemas.microsoft.com/office/drawing/2014/main" id="{971D89B3-93B1-57A2-2934-C51B985EA126}"/>
              </a:ext>
              <a:ext uri="{C183D7F6-B498-43B3-948B-1728B52AA6E4}">
                <adec:decorative xmlns:adec="http://schemas.microsoft.com/office/drawing/2017/decorative" val="0"/>
              </a:ext>
            </a:extLst>
          </p:cNvPr>
          <p:cNvSpPr>
            <a:spLocks noGrp="1"/>
          </p:cNvSpPr>
          <p:nvPr>
            <p:ph type="pic" sz="quarter" idx="12" hasCustomPrompt="1"/>
          </p:nvPr>
        </p:nvSpPr>
        <p:spPr bwMode="gray">
          <a:xfrm>
            <a:off x="623890" y="2205195"/>
            <a:ext cx="1295703" cy="1295703"/>
          </a:xfrm>
          <a:prstGeom prst="ellipse">
            <a:avLst/>
          </a:prstGeom>
          <a:solidFill>
            <a:schemeClr val="bg2"/>
          </a:solidFill>
        </p:spPr>
        <p:txBody>
          <a:bodyPr wrap="square">
            <a:noAutofit/>
          </a:bodyPr>
          <a:lstStyle>
            <a:lvl1pPr rtl="0">
              <a:defRPr sz="1100">
                <a:solidFill>
                  <a:schemeClr val="tx1"/>
                </a:solidFill>
              </a:defRPr>
            </a:lvl1pPr>
          </a:lstStyle>
          <a:p>
            <a:r>
              <a:rPr lang="de-DE" dirty="0"/>
              <a:t>Bild hinzufügen</a:t>
            </a:r>
          </a:p>
        </p:txBody>
      </p:sp>
      <p:sp>
        <p:nvSpPr>
          <p:cNvPr id="40" name="Textplatzhalter 39">
            <a:extLst>
              <a:ext uri="{FF2B5EF4-FFF2-40B4-BE49-F238E27FC236}">
                <a16:creationId xmlns:a16="http://schemas.microsoft.com/office/drawing/2014/main" id="{AFA1D9AC-7FF6-6CF2-35C7-822784B6FBCD}"/>
              </a:ext>
            </a:extLst>
          </p:cNvPr>
          <p:cNvSpPr>
            <a:spLocks noGrp="1"/>
          </p:cNvSpPr>
          <p:nvPr>
            <p:ph type="body" sz="quarter" idx="20"/>
          </p:nvPr>
        </p:nvSpPr>
        <p:spPr bwMode="gray">
          <a:xfrm>
            <a:off x="623889" y="3720129"/>
            <a:ext cx="3251820" cy="1077218"/>
          </a:xfrm>
        </p:spPr>
        <p:txBody>
          <a:bodyPr anchor="t">
            <a:noAutofit/>
          </a:bodyPr>
          <a:lstStyle>
            <a:lvl1pPr marL="0" indent="0" rtl="0">
              <a:spcAft>
                <a:spcPts val="0"/>
              </a:spcAft>
              <a:buFont typeface="Arial" panose="020B0604020202020204" pitchFamily="34" charset="0"/>
              <a:buNone/>
              <a:defRPr sz="1600" b="0">
                <a:solidFill>
                  <a:schemeClr val="tx1"/>
                </a:solidFill>
                <a:latin typeface="+mn-lt"/>
              </a:defRPr>
            </a:lvl1pPr>
            <a:lvl2pPr marL="0" indent="0" rtl="0">
              <a:spcAft>
                <a:spcPts val="0"/>
              </a:spcAft>
              <a:buNone/>
              <a:defRPr sz="1600">
                <a:solidFill>
                  <a:schemeClr val="tx1"/>
                </a:solidFill>
                <a:latin typeface="+mn-lt"/>
              </a:defRPr>
            </a:lvl2pPr>
            <a:lvl3pPr marL="216000" indent="0">
              <a:spcAft>
                <a:spcPts val="0"/>
              </a:spcAft>
              <a:buNone/>
              <a:defRPr sz="1100">
                <a:solidFill>
                  <a:schemeClr val="bg1"/>
                </a:solidFill>
              </a:defRPr>
            </a:lvl3pPr>
            <a:lvl4pPr marL="432000" indent="0">
              <a:spcAft>
                <a:spcPts val="0"/>
              </a:spcAft>
              <a:buNone/>
              <a:defRPr sz="1100">
                <a:solidFill>
                  <a:schemeClr val="bg1"/>
                </a:solidFill>
              </a:defRPr>
            </a:lvl4pPr>
            <a:lvl5pPr marL="648000" indent="0">
              <a:spcAft>
                <a:spcPts val="0"/>
              </a:spcAft>
              <a:buNone/>
              <a:defRPr sz="1100">
                <a:solidFill>
                  <a:schemeClr val="bg1"/>
                </a:solidFill>
              </a:defRPr>
            </a:lvl5pPr>
          </a:lstStyle>
          <a:p>
            <a:pPr lvl="0"/>
            <a:r>
              <a:rPr lang="de-DE"/>
              <a:t>Mastertextformat bearbeiten</a:t>
            </a:r>
          </a:p>
          <a:p>
            <a:pPr lvl="1"/>
            <a:r>
              <a:rPr lang="de-DE"/>
              <a:t>Zweite Ebene</a:t>
            </a:r>
          </a:p>
        </p:txBody>
      </p:sp>
      <p:sp>
        <p:nvSpPr>
          <p:cNvPr id="18" name="Bildplatzhalter 17">
            <a:extLst>
              <a:ext uri="{FF2B5EF4-FFF2-40B4-BE49-F238E27FC236}">
                <a16:creationId xmlns:a16="http://schemas.microsoft.com/office/drawing/2014/main" id="{B8743BA9-5CC3-01F3-D460-A28E65028C1E}"/>
              </a:ext>
              <a:ext uri="{C183D7F6-B498-43B3-948B-1728B52AA6E4}">
                <adec:decorative xmlns:adec="http://schemas.microsoft.com/office/drawing/2017/decorative" val="0"/>
              </a:ext>
            </a:extLst>
          </p:cNvPr>
          <p:cNvSpPr>
            <a:spLocks noGrp="1"/>
          </p:cNvSpPr>
          <p:nvPr>
            <p:ph type="pic" sz="quarter" idx="13" hasCustomPrompt="1"/>
          </p:nvPr>
        </p:nvSpPr>
        <p:spPr bwMode="gray">
          <a:xfrm>
            <a:off x="4305078" y="2205195"/>
            <a:ext cx="1295703" cy="1295703"/>
          </a:xfrm>
          <a:prstGeom prst="ellipse">
            <a:avLst/>
          </a:prstGeom>
          <a:solidFill>
            <a:schemeClr val="bg2"/>
          </a:solidFill>
        </p:spPr>
        <p:txBody>
          <a:bodyPr wrap="square">
            <a:noAutofit/>
          </a:bodyPr>
          <a:lstStyle>
            <a:lvl1pPr rtl="0">
              <a:defRPr sz="1100">
                <a:solidFill>
                  <a:schemeClr val="tx1"/>
                </a:solidFill>
              </a:defRPr>
            </a:lvl1pP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de-DE" dirty="0"/>
              <a:t>Bild hinzufügen</a:t>
            </a:r>
          </a:p>
          <a:p>
            <a:endParaRPr lang="de-DE" dirty="0"/>
          </a:p>
        </p:txBody>
      </p:sp>
      <p:sp>
        <p:nvSpPr>
          <p:cNvPr id="42" name="Textplatzhalter 41">
            <a:extLst>
              <a:ext uri="{FF2B5EF4-FFF2-40B4-BE49-F238E27FC236}">
                <a16:creationId xmlns:a16="http://schemas.microsoft.com/office/drawing/2014/main" id="{7DD5731B-8B22-6B97-9772-427E558C5370}"/>
              </a:ext>
            </a:extLst>
          </p:cNvPr>
          <p:cNvSpPr>
            <a:spLocks noGrp="1"/>
          </p:cNvSpPr>
          <p:nvPr>
            <p:ph type="body" sz="quarter" idx="21"/>
          </p:nvPr>
        </p:nvSpPr>
        <p:spPr bwMode="gray">
          <a:xfrm>
            <a:off x="4305077" y="3720129"/>
            <a:ext cx="3231091" cy="1077218"/>
          </a:xfrm>
        </p:spPr>
        <p:txBody>
          <a:bodyPr anchor="t">
            <a:noAutofit/>
          </a:bodyPr>
          <a:lstStyle>
            <a:lvl1pPr marL="0" indent="0" rtl="0">
              <a:spcAft>
                <a:spcPts val="0"/>
              </a:spcAft>
              <a:buFont typeface="Arial" panose="020B0604020202020204" pitchFamily="34" charset="0"/>
              <a:buNone/>
              <a:defRPr sz="1600" b="0">
                <a:solidFill>
                  <a:schemeClr val="tx1"/>
                </a:solidFill>
                <a:latin typeface="+mn-lt"/>
              </a:defRPr>
            </a:lvl1pPr>
            <a:lvl2pPr marL="0" indent="0" rtl="0">
              <a:spcAft>
                <a:spcPts val="0"/>
              </a:spcAft>
              <a:buNone/>
              <a:defRPr sz="1600">
                <a:solidFill>
                  <a:schemeClr val="tx1"/>
                </a:solidFill>
                <a:latin typeface="+mn-lt"/>
              </a:defRPr>
            </a:lvl2pPr>
            <a:lvl3pPr marL="216000" indent="0">
              <a:spcAft>
                <a:spcPts val="0"/>
              </a:spcAft>
              <a:buNone/>
              <a:defRPr sz="1100">
                <a:solidFill>
                  <a:schemeClr val="bg1"/>
                </a:solidFill>
              </a:defRPr>
            </a:lvl3pPr>
            <a:lvl4pPr marL="432000" indent="0">
              <a:spcAft>
                <a:spcPts val="0"/>
              </a:spcAft>
              <a:buNone/>
              <a:defRPr sz="1100">
                <a:solidFill>
                  <a:schemeClr val="bg1"/>
                </a:solidFill>
              </a:defRPr>
            </a:lvl4pPr>
            <a:lvl5pPr marL="648000" indent="0">
              <a:spcAft>
                <a:spcPts val="0"/>
              </a:spcAft>
              <a:buNone/>
              <a:defRPr sz="1100">
                <a:solidFill>
                  <a:schemeClr val="bg1"/>
                </a:solidFill>
              </a:defRPr>
            </a:lvl5pPr>
          </a:lstStyle>
          <a:p>
            <a:pPr lvl="0"/>
            <a:r>
              <a:rPr lang="de-DE"/>
              <a:t>Mastertextformat bearbeiten</a:t>
            </a:r>
          </a:p>
          <a:p>
            <a:pPr lvl="1"/>
            <a:r>
              <a:rPr lang="de-DE"/>
              <a:t>Zweite Ebene</a:t>
            </a:r>
          </a:p>
        </p:txBody>
      </p:sp>
      <p:pic>
        <p:nvPicPr>
          <p:cNvPr id="61" name="Grafik 60">
            <a:extLst>
              <a:ext uri="{FF2B5EF4-FFF2-40B4-BE49-F238E27FC236}">
                <a16:creationId xmlns:a16="http://schemas.microsoft.com/office/drawing/2014/main" id="{3B3717A0-5228-5D82-B8DF-3B2F9751835B}"/>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bwMode="gray">
          <a:xfrm>
            <a:off x="10704521" y="296864"/>
            <a:ext cx="1152942" cy="360000"/>
          </a:xfrm>
          <a:prstGeom prst="rect">
            <a:avLst/>
          </a:prstGeom>
        </p:spPr>
      </p:pic>
      <p:grpSp>
        <p:nvGrpSpPr>
          <p:cNvPr id="27" name="Gruppieren 26">
            <a:extLst>
              <a:ext uri="{FF2B5EF4-FFF2-40B4-BE49-F238E27FC236}">
                <a16:creationId xmlns:a16="http://schemas.microsoft.com/office/drawing/2014/main" id="{D004AE93-6883-EEA0-5811-9F1FA9B7B87D}"/>
              </a:ext>
              <a:ext uri="{C183D7F6-B498-43B3-948B-1728B52AA6E4}">
                <adec:decorative xmlns:adec="http://schemas.microsoft.com/office/drawing/2017/decorative" val="1"/>
              </a:ext>
            </a:extLst>
          </p:cNvPr>
          <p:cNvGrpSpPr>
            <a:grpSpLocks/>
          </p:cNvGrpSpPr>
          <p:nvPr userDrawn="1"/>
        </p:nvGrpSpPr>
        <p:grpSpPr bwMode="gray">
          <a:xfrm>
            <a:off x="623888" y="-254000"/>
            <a:ext cx="11233150" cy="144000"/>
            <a:chOff x="623888" y="0"/>
            <a:chExt cx="11233150" cy="6858000"/>
          </a:xfrm>
        </p:grpSpPr>
        <p:cxnSp>
          <p:nvCxnSpPr>
            <p:cNvPr id="29" name="Gerader Verbinder 28">
              <a:extLst>
                <a:ext uri="{FF2B5EF4-FFF2-40B4-BE49-F238E27FC236}">
                  <a16:creationId xmlns:a16="http://schemas.microsoft.com/office/drawing/2014/main" id="{4113D0DE-D42C-0AC8-9E6D-28DBA70BB5E8}"/>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E2C91D47-E966-3E11-5309-F6092AD08C9F}"/>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41" name="Gruppieren 40">
            <a:extLst>
              <a:ext uri="{FF2B5EF4-FFF2-40B4-BE49-F238E27FC236}">
                <a16:creationId xmlns:a16="http://schemas.microsoft.com/office/drawing/2014/main" id="{CF6C7B07-4851-0848-015E-0F064A497590}"/>
              </a:ext>
              <a:ext uri="{C183D7F6-B498-43B3-948B-1728B52AA6E4}">
                <adec:decorative xmlns:adec="http://schemas.microsoft.com/office/drawing/2017/decorative" val="1"/>
              </a:ext>
            </a:extLst>
          </p:cNvPr>
          <p:cNvGrpSpPr>
            <a:grpSpLocks/>
          </p:cNvGrpSpPr>
          <p:nvPr userDrawn="1"/>
        </p:nvGrpSpPr>
        <p:grpSpPr bwMode="gray">
          <a:xfrm>
            <a:off x="623888" y="6972300"/>
            <a:ext cx="11233150" cy="144000"/>
            <a:chOff x="623888" y="0"/>
            <a:chExt cx="11233150" cy="6858000"/>
          </a:xfrm>
        </p:grpSpPr>
        <p:cxnSp>
          <p:nvCxnSpPr>
            <p:cNvPr id="43" name="Gerader Verbinder 42">
              <a:extLst>
                <a:ext uri="{FF2B5EF4-FFF2-40B4-BE49-F238E27FC236}">
                  <a16:creationId xmlns:a16="http://schemas.microsoft.com/office/drawing/2014/main" id="{C691887C-E36A-DC95-1877-3D247F69B54C}"/>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5" name="Gerader Verbinder 44">
              <a:extLst>
                <a:ext uri="{FF2B5EF4-FFF2-40B4-BE49-F238E27FC236}">
                  <a16:creationId xmlns:a16="http://schemas.microsoft.com/office/drawing/2014/main" id="{FF25B5F9-3311-5725-039B-F67F7868AD4B}"/>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3" name="Titel 11">
            <a:extLst>
              <a:ext uri="{FF2B5EF4-FFF2-40B4-BE49-F238E27FC236}">
                <a16:creationId xmlns:a16="http://schemas.microsoft.com/office/drawing/2014/main" id="{7044AC19-7BA1-D234-E297-9C750842E162}"/>
              </a:ext>
            </a:extLst>
          </p:cNvPr>
          <p:cNvSpPr txBox="1">
            <a:spLocks/>
          </p:cNvSpPr>
          <p:nvPr userDrawn="1"/>
        </p:nvSpPr>
        <p:spPr bwMode="gray">
          <a:xfrm>
            <a:off x="8763000" y="4566607"/>
            <a:ext cx="3094038" cy="1526392"/>
          </a:xfrm>
          <a:custGeom>
            <a:avLst/>
            <a:gdLst>
              <a:gd name="connsiteX0" fmla="*/ 0 w 5472111"/>
              <a:gd name="connsiteY0" fmla="*/ 0 h 2605087"/>
              <a:gd name="connsiteX1" fmla="*/ 254000 w 5472111"/>
              <a:gd name="connsiteY1" fmla="*/ 0 h 2605087"/>
              <a:gd name="connsiteX2" fmla="*/ 1257761 w 5472111"/>
              <a:gd name="connsiteY2" fmla="*/ 0 h 2605087"/>
              <a:gd name="connsiteX3" fmla="*/ 4214350 w 5472111"/>
              <a:gd name="connsiteY3" fmla="*/ 0 h 2605087"/>
              <a:gd name="connsiteX4" fmla="*/ 5218111 w 5472111"/>
              <a:gd name="connsiteY4" fmla="*/ 0 h 2605087"/>
              <a:gd name="connsiteX5" fmla="*/ 5251717 w 5472111"/>
              <a:gd name="connsiteY5" fmla="*/ 0 h 2605087"/>
              <a:gd name="connsiteX6" fmla="*/ 5472111 w 5472111"/>
              <a:gd name="connsiteY6" fmla="*/ 220394 h 2605087"/>
              <a:gd name="connsiteX7" fmla="*/ 5472111 w 5472111"/>
              <a:gd name="connsiteY7" fmla="*/ 1041397 h 2605087"/>
              <a:gd name="connsiteX8" fmla="*/ 5472111 w 5472111"/>
              <a:gd name="connsiteY8" fmla="*/ 1563690 h 2605087"/>
              <a:gd name="connsiteX9" fmla="*/ 5472111 w 5472111"/>
              <a:gd name="connsiteY9" fmla="*/ 2605087 h 2605087"/>
              <a:gd name="connsiteX10" fmla="*/ 5218111 w 5472111"/>
              <a:gd name="connsiteY10" fmla="*/ 2605087 h 2605087"/>
              <a:gd name="connsiteX11" fmla="*/ 4214350 w 5472111"/>
              <a:gd name="connsiteY11" fmla="*/ 2605087 h 2605087"/>
              <a:gd name="connsiteX12" fmla="*/ 1257761 w 5472111"/>
              <a:gd name="connsiteY12" fmla="*/ 2605087 h 2605087"/>
              <a:gd name="connsiteX13" fmla="*/ 254000 w 5472111"/>
              <a:gd name="connsiteY13" fmla="*/ 2605087 h 2605087"/>
              <a:gd name="connsiteX14" fmla="*/ 220394 w 5472111"/>
              <a:gd name="connsiteY14" fmla="*/ 2605087 h 2605087"/>
              <a:gd name="connsiteX15" fmla="*/ 0 w 5472111"/>
              <a:gd name="connsiteY15" fmla="*/ 2384693 h 2605087"/>
              <a:gd name="connsiteX16" fmla="*/ 0 w 5472111"/>
              <a:gd name="connsiteY16" fmla="*/ 1563690 h 2605087"/>
              <a:gd name="connsiteX17" fmla="*/ 0 w 5472111"/>
              <a:gd name="connsiteY17" fmla="*/ 1041397 h 2605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472111" h="2605087">
                <a:moveTo>
                  <a:pt x="0" y="0"/>
                </a:moveTo>
                <a:lnTo>
                  <a:pt x="254000" y="0"/>
                </a:lnTo>
                <a:lnTo>
                  <a:pt x="1257761" y="0"/>
                </a:lnTo>
                <a:lnTo>
                  <a:pt x="4214350" y="0"/>
                </a:lnTo>
                <a:lnTo>
                  <a:pt x="5218111" y="0"/>
                </a:lnTo>
                <a:lnTo>
                  <a:pt x="5251717" y="0"/>
                </a:lnTo>
                <a:cubicBezTo>
                  <a:pt x="5373437" y="0"/>
                  <a:pt x="5472111" y="98674"/>
                  <a:pt x="5472111" y="220394"/>
                </a:cubicBezTo>
                <a:lnTo>
                  <a:pt x="5472111" y="1041397"/>
                </a:lnTo>
                <a:lnTo>
                  <a:pt x="5472111" y="1563690"/>
                </a:lnTo>
                <a:lnTo>
                  <a:pt x="5472111" y="2605087"/>
                </a:lnTo>
                <a:lnTo>
                  <a:pt x="5218111" y="2605087"/>
                </a:lnTo>
                <a:lnTo>
                  <a:pt x="4214350" y="2605087"/>
                </a:lnTo>
                <a:lnTo>
                  <a:pt x="1257761" y="2605087"/>
                </a:lnTo>
                <a:lnTo>
                  <a:pt x="254000" y="2605087"/>
                </a:lnTo>
                <a:lnTo>
                  <a:pt x="220394" y="2605087"/>
                </a:lnTo>
                <a:cubicBezTo>
                  <a:pt x="98674" y="2605087"/>
                  <a:pt x="0" y="2506413"/>
                  <a:pt x="0" y="2384693"/>
                </a:cubicBezTo>
                <a:lnTo>
                  <a:pt x="0" y="1563690"/>
                </a:lnTo>
                <a:lnTo>
                  <a:pt x="0" y="1041397"/>
                </a:lnTo>
                <a:close/>
              </a:path>
            </a:pathLst>
          </a:custGeom>
          <a:solidFill>
            <a:schemeClr val="bg1"/>
          </a:solidFill>
        </p:spPr>
        <p:txBody>
          <a:bodyPr vert="horz" wrap="square" lIns="252000" tIns="144000" rIns="144000" bIns="144000" rtlCol="0" anchor="t">
            <a:noAutofit/>
          </a:bodyPr>
          <a:lstStyle>
            <a:lvl1pPr algn="l" defTabSz="914400" rtl="0" eaLnBrk="1" latinLnBrk="0" hangingPunct="1">
              <a:lnSpc>
                <a:spcPct val="100000"/>
              </a:lnSpc>
              <a:spcBef>
                <a:spcPct val="0"/>
              </a:spcBef>
              <a:buNone/>
              <a:defRPr sz="2400" kern="1200">
                <a:solidFill>
                  <a:schemeClr val="tx1"/>
                </a:solidFill>
                <a:latin typeface="+mn-lt"/>
                <a:ea typeface="+mj-ea"/>
                <a:cs typeface="+mj-cs"/>
              </a:defRPr>
            </a:lvl1pPr>
          </a:lstStyle>
          <a:p>
            <a:pPr>
              <a:spcAft>
                <a:spcPts val="600"/>
              </a:spcAft>
            </a:pPr>
            <a:r>
              <a:rPr lang="de-DE" sz="1100" b="1" dirty="0">
                <a:latin typeface="+mn-lt"/>
              </a:rPr>
              <a:t>msg </a:t>
            </a:r>
            <a:r>
              <a:rPr lang="de-DE" sz="1100" b="1" dirty="0" err="1">
                <a:latin typeface="+mn-lt"/>
              </a:rPr>
              <a:t>systems</a:t>
            </a:r>
            <a:r>
              <a:rPr lang="de-DE" sz="1100" b="1" dirty="0">
                <a:latin typeface="+mn-lt"/>
              </a:rPr>
              <a:t> </a:t>
            </a:r>
            <a:r>
              <a:rPr lang="de-DE" sz="1100" b="1" dirty="0" err="1">
                <a:latin typeface="+mn-lt"/>
              </a:rPr>
              <a:t>ag</a:t>
            </a:r>
            <a:r>
              <a:rPr lang="de-DE" sz="1100" b="1" dirty="0">
                <a:latin typeface="+mn-lt"/>
              </a:rPr>
              <a:t> </a:t>
            </a:r>
            <a:br>
              <a:rPr lang="de-DE" sz="1100" dirty="0">
                <a:latin typeface="+mn-lt"/>
              </a:rPr>
            </a:br>
            <a:r>
              <a:rPr lang="de-DE" sz="1100" dirty="0">
                <a:latin typeface="+mn-lt"/>
              </a:rPr>
              <a:t>Robert-Bürkle-Straße 1</a:t>
            </a:r>
            <a:br>
              <a:rPr lang="de-DE" sz="1100" dirty="0">
                <a:latin typeface="+mn-lt"/>
              </a:rPr>
            </a:br>
            <a:r>
              <a:rPr lang="de-DE" sz="1100" dirty="0">
                <a:latin typeface="+mn-lt"/>
              </a:rPr>
              <a:t>85737 Ismaning</a:t>
            </a:r>
          </a:p>
          <a:p>
            <a:pPr>
              <a:spcAft>
                <a:spcPts val="600"/>
              </a:spcAft>
            </a:pPr>
            <a:r>
              <a:rPr lang="de-DE" sz="1100" dirty="0">
                <a:latin typeface="+mn-lt"/>
              </a:rPr>
              <a:t>+49 89 96101-0</a:t>
            </a:r>
            <a:br>
              <a:rPr lang="de-DE" sz="1100" dirty="0">
                <a:latin typeface="+mn-lt"/>
              </a:rPr>
            </a:br>
            <a:r>
              <a:rPr lang="de-DE" sz="1100" dirty="0">
                <a:latin typeface="+mn-lt"/>
              </a:rPr>
              <a:t>+49 89 96101-​1113</a:t>
            </a:r>
          </a:p>
          <a:p>
            <a:pPr>
              <a:spcAft>
                <a:spcPts val="600"/>
              </a:spcAft>
            </a:pPr>
            <a:r>
              <a:rPr lang="de-DE" sz="1100" dirty="0" err="1">
                <a:latin typeface="+mn-lt"/>
              </a:rPr>
              <a:t>info@msg.group</a:t>
            </a:r>
            <a:endParaRPr lang="de-DE" sz="1100" dirty="0">
              <a:latin typeface="+mn-lt"/>
            </a:endParaRPr>
          </a:p>
        </p:txBody>
      </p:sp>
      <p:sp>
        <p:nvSpPr>
          <p:cNvPr id="4" name="Freihandform: Form 3" descr="Logo von X.">
            <a:extLst>
              <a:ext uri="{FF2B5EF4-FFF2-40B4-BE49-F238E27FC236}">
                <a16:creationId xmlns:a16="http://schemas.microsoft.com/office/drawing/2014/main" id="{615C6C00-7645-48A8-B26F-6FC90C9B5424}"/>
              </a:ext>
            </a:extLst>
          </p:cNvPr>
          <p:cNvSpPr>
            <a:spLocks/>
          </p:cNvSpPr>
          <p:nvPr userDrawn="1"/>
        </p:nvSpPr>
        <p:spPr bwMode="gray">
          <a:xfrm>
            <a:off x="10528883" y="5734050"/>
            <a:ext cx="157950" cy="157940"/>
          </a:xfrm>
          <a:custGeom>
            <a:avLst/>
            <a:gdLst>
              <a:gd name="connsiteX0" fmla="*/ 45533 w 199043"/>
              <a:gd name="connsiteY0" fmla="*/ 59631 h 199030"/>
              <a:gd name="connsiteX1" fmla="*/ 61493 w 199043"/>
              <a:gd name="connsiteY1" fmla="*/ 87817 h 199030"/>
              <a:gd name="connsiteX2" fmla="*/ 40604 w 199043"/>
              <a:gd name="connsiteY2" fmla="*/ 124708 h 199030"/>
              <a:gd name="connsiteX3" fmla="*/ 68687 w 199043"/>
              <a:gd name="connsiteY3" fmla="*/ 124708 h 199030"/>
              <a:gd name="connsiteX4" fmla="*/ 89465 w 199043"/>
              <a:gd name="connsiteY4" fmla="*/ 88013 h 199030"/>
              <a:gd name="connsiteX5" fmla="*/ 89686 w 199043"/>
              <a:gd name="connsiteY5" fmla="*/ 88013 h 199030"/>
              <a:gd name="connsiteX6" fmla="*/ 89575 w 199043"/>
              <a:gd name="connsiteY6" fmla="*/ 87817 h 199030"/>
              <a:gd name="connsiteX7" fmla="*/ 89686 w 199043"/>
              <a:gd name="connsiteY7" fmla="*/ 87621 h 199030"/>
              <a:gd name="connsiteX8" fmla="*/ 89464 w 199043"/>
              <a:gd name="connsiteY8" fmla="*/ 87621 h 199030"/>
              <a:gd name="connsiteX9" fmla="*/ 73615 w 199043"/>
              <a:gd name="connsiteY9" fmla="*/ 59631 h 199030"/>
              <a:gd name="connsiteX10" fmla="*/ 130360 w 199043"/>
              <a:gd name="connsiteY10" fmla="*/ 37561 h 199030"/>
              <a:gd name="connsiteX11" fmla="*/ 87645 w 199043"/>
              <a:gd name="connsiteY11" fmla="*/ 112998 h 199030"/>
              <a:gd name="connsiteX12" fmla="*/ 87423 w 199043"/>
              <a:gd name="connsiteY12" fmla="*/ 112998 h 199030"/>
              <a:gd name="connsiteX13" fmla="*/ 87534 w 199043"/>
              <a:gd name="connsiteY13" fmla="*/ 113194 h 199030"/>
              <a:gd name="connsiteX14" fmla="*/ 87423 w 199043"/>
              <a:gd name="connsiteY14" fmla="*/ 113390 h 199030"/>
              <a:gd name="connsiteX15" fmla="*/ 87645 w 199043"/>
              <a:gd name="connsiteY15" fmla="*/ 113390 h 199030"/>
              <a:gd name="connsiteX16" fmla="*/ 114869 w 199043"/>
              <a:gd name="connsiteY16" fmla="*/ 161469 h 199030"/>
              <a:gd name="connsiteX17" fmla="*/ 142951 w 199043"/>
              <a:gd name="connsiteY17" fmla="*/ 161469 h 199030"/>
              <a:gd name="connsiteX18" fmla="*/ 115616 w 199043"/>
              <a:gd name="connsiteY18" fmla="*/ 113194 h 199030"/>
              <a:gd name="connsiteX19" fmla="*/ 158442 w 199043"/>
              <a:gd name="connsiteY19" fmla="*/ 37561 h 199030"/>
              <a:gd name="connsiteX20" fmla="*/ 46256 w 199043"/>
              <a:gd name="connsiteY20" fmla="*/ 0 h 199030"/>
              <a:gd name="connsiteX21" fmla="*/ 152788 w 199043"/>
              <a:gd name="connsiteY21" fmla="*/ 0 h 199030"/>
              <a:gd name="connsiteX22" fmla="*/ 199043 w 199043"/>
              <a:gd name="connsiteY22" fmla="*/ 46252 h 199030"/>
              <a:gd name="connsiteX23" fmla="*/ 199043 w 199043"/>
              <a:gd name="connsiteY23" fmla="*/ 152778 h 199030"/>
              <a:gd name="connsiteX24" fmla="*/ 152788 w 199043"/>
              <a:gd name="connsiteY24" fmla="*/ 199030 h 199030"/>
              <a:gd name="connsiteX25" fmla="*/ 46256 w 199043"/>
              <a:gd name="connsiteY25" fmla="*/ 199030 h 199030"/>
              <a:gd name="connsiteX26" fmla="*/ 0 w 199043"/>
              <a:gd name="connsiteY26" fmla="*/ 152778 h 199030"/>
              <a:gd name="connsiteX27" fmla="*/ 0 w 199043"/>
              <a:gd name="connsiteY27" fmla="*/ 46252 h 199030"/>
              <a:gd name="connsiteX28" fmla="*/ 46256 w 199043"/>
              <a:gd name="connsiteY28" fmla="*/ 0 h 199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99043" h="199030">
                <a:moveTo>
                  <a:pt x="45533" y="59631"/>
                </a:moveTo>
                <a:lnTo>
                  <a:pt x="61493" y="87817"/>
                </a:lnTo>
                <a:lnTo>
                  <a:pt x="40604" y="124708"/>
                </a:lnTo>
                <a:lnTo>
                  <a:pt x="68687" y="124708"/>
                </a:lnTo>
                <a:lnTo>
                  <a:pt x="89465" y="88013"/>
                </a:lnTo>
                <a:lnTo>
                  <a:pt x="89686" y="88013"/>
                </a:lnTo>
                <a:lnTo>
                  <a:pt x="89575" y="87817"/>
                </a:lnTo>
                <a:lnTo>
                  <a:pt x="89686" y="87621"/>
                </a:lnTo>
                <a:lnTo>
                  <a:pt x="89464" y="87621"/>
                </a:lnTo>
                <a:lnTo>
                  <a:pt x="73615" y="59631"/>
                </a:lnTo>
                <a:close/>
                <a:moveTo>
                  <a:pt x="130360" y="37561"/>
                </a:moveTo>
                <a:lnTo>
                  <a:pt x="87645" y="112998"/>
                </a:lnTo>
                <a:lnTo>
                  <a:pt x="87423" y="112998"/>
                </a:lnTo>
                <a:lnTo>
                  <a:pt x="87534" y="113194"/>
                </a:lnTo>
                <a:lnTo>
                  <a:pt x="87423" y="113390"/>
                </a:lnTo>
                <a:lnTo>
                  <a:pt x="87645" y="113390"/>
                </a:lnTo>
                <a:lnTo>
                  <a:pt x="114869" y="161469"/>
                </a:lnTo>
                <a:lnTo>
                  <a:pt x="142951" y="161469"/>
                </a:lnTo>
                <a:lnTo>
                  <a:pt x="115616" y="113194"/>
                </a:lnTo>
                <a:lnTo>
                  <a:pt x="158442" y="37561"/>
                </a:lnTo>
                <a:close/>
                <a:moveTo>
                  <a:pt x="46256" y="0"/>
                </a:moveTo>
                <a:lnTo>
                  <a:pt x="152788" y="0"/>
                </a:lnTo>
                <a:cubicBezTo>
                  <a:pt x="178334" y="0"/>
                  <a:pt x="199043" y="20708"/>
                  <a:pt x="199043" y="46252"/>
                </a:cubicBezTo>
                <a:lnTo>
                  <a:pt x="199043" y="152778"/>
                </a:lnTo>
                <a:cubicBezTo>
                  <a:pt x="199043" y="178323"/>
                  <a:pt x="178334" y="199030"/>
                  <a:pt x="152788" y="199030"/>
                </a:cubicBezTo>
                <a:lnTo>
                  <a:pt x="46256" y="199030"/>
                </a:lnTo>
                <a:cubicBezTo>
                  <a:pt x="20709" y="199030"/>
                  <a:pt x="0" y="178323"/>
                  <a:pt x="0" y="152778"/>
                </a:cubicBezTo>
                <a:lnTo>
                  <a:pt x="0" y="46252"/>
                </a:lnTo>
                <a:cubicBezTo>
                  <a:pt x="0" y="20708"/>
                  <a:pt x="20709" y="0"/>
                  <a:pt x="46256" y="0"/>
                </a:cubicBezTo>
                <a:close/>
              </a:path>
            </a:pathLst>
          </a:custGeom>
          <a:solidFill>
            <a:schemeClr val="accent1"/>
          </a:solidFill>
          <a:ln w="122" cap="flat">
            <a:noFill/>
            <a:prstDash val="solid"/>
            <a:miter/>
          </a:ln>
        </p:spPr>
        <p:txBody>
          <a:bodyPr rtlCol="0" anchor="ctr"/>
          <a:lstStyle/>
          <a:p>
            <a:endParaRPr lang="de-DE"/>
          </a:p>
        </p:txBody>
      </p:sp>
      <p:sp>
        <p:nvSpPr>
          <p:cNvPr id="5" name="Freihandform: Form 4" descr="Logo von LinkedIn.">
            <a:extLst>
              <a:ext uri="{FF2B5EF4-FFF2-40B4-BE49-F238E27FC236}">
                <a16:creationId xmlns:a16="http://schemas.microsoft.com/office/drawing/2014/main" id="{FF807BBF-8DB4-420C-E6E8-5764AF0321EC}"/>
              </a:ext>
            </a:extLst>
          </p:cNvPr>
          <p:cNvSpPr>
            <a:spLocks/>
          </p:cNvSpPr>
          <p:nvPr userDrawn="1"/>
        </p:nvSpPr>
        <p:spPr bwMode="gray">
          <a:xfrm>
            <a:off x="10772537" y="5734050"/>
            <a:ext cx="157950" cy="157940"/>
          </a:xfrm>
          <a:custGeom>
            <a:avLst/>
            <a:gdLst>
              <a:gd name="connsiteX0" fmla="*/ 216671 w 277293"/>
              <a:gd name="connsiteY0" fmla="*/ 0 h 277276"/>
              <a:gd name="connsiteX1" fmla="*/ 60623 w 277293"/>
              <a:gd name="connsiteY1" fmla="*/ 0 h 277276"/>
              <a:gd name="connsiteX2" fmla="*/ 0 w 277293"/>
              <a:gd name="connsiteY2" fmla="*/ 60619 h 277276"/>
              <a:gd name="connsiteX3" fmla="*/ 0 w 277293"/>
              <a:gd name="connsiteY3" fmla="*/ 216657 h 277276"/>
              <a:gd name="connsiteX4" fmla="*/ 60623 w 277293"/>
              <a:gd name="connsiteY4" fmla="*/ 277276 h 277276"/>
              <a:gd name="connsiteX5" fmla="*/ 216671 w 277293"/>
              <a:gd name="connsiteY5" fmla="*/ 277276 h 277276"/>
              <a:gd name="connsiteX6" fmla="*/ 277294 w 277293"/>
              <a:gd name="connsiteY6" fmla="*/ 216657 h 277276"/>
              <a:gd name="connsiteX7" fmla="*/ 277294 w 277293"/>
              <a:gd name="connsiteY7" fmla="*/ 60619 h 277276"/>
              <a:gd name="connsiteX8" fmla="*/ 216671 w 277293"/>
              <a:gd name="connsiteY8" fmla="*/ 0 h 277276"/>
              <a:gd name="connsiteX9" fmla="*/ 81881 w 277293"/>
              <a:gd name="connsiteY9" fmla="*/ 235422 h 277276"/>
              <a:gd name="connsiteX10" fmla="*/ 40284 w 277293"/>
              <a:gd name="connsiteY10" fmla="*/ 235422 h 277276"/>
              <a:gd name="connsiteX11" fmla="*/ 40284 w 277293"/>
              <a:gd name="connsiteY11" fmla="*/ 103583 h 277276"/>
              <a:gd name="connsiteX12" fmla="*/ 81881 w 277293"/>
              <a:gd name="connsiteY12" fmla="*/ 103583 h 277276"/>
              <a:gd name="connsiteX13" fmla="*/ 81881 w 277293"/>
              <a:gd name="connsiteY13" fmla="*/ 235422 h 277276"/>
              <a:gd name="connsiteX14" fmla="*/ 61400 w 277293"/>
              <a:gd name="connsiteY14" fmla="*/ 84984 h 277276"/>
              <a:gd name="connsiteX15" fmla="*/ 37465 w 277293"/>
              <a:gd name="connsiteY15" fmla="*/ 61051 h 277276"/>
              <a:gd name="connsiteX16" fmla="*/ 61400 w 277293"/>
              <a:gd name="connsiteY16" fmla="*/ 37118 h 277276"/>
              <a:gd name="connsiteX17" fmla="*/ 85335 w 277293"/>
              <a:gd name="connsiteY17" fmla="*/ 61051 h 277276"/>
              <a:gd name="connsiteX18" fmla="*/ 61400 w 277293"/>
              <a:gd name="connsiteY18" fmla="*/ 84984 h 277276"/>
              <a:gd name="connsiteX19" fmla="*/ 236227 w 277293"/>
              <a:gd name="connsiteY19" fmla="*/ 235422 h 277276"/>
              <a:gd name="connsiteX20" fmla="*/ 195154 w 277293"/>
              <a:gd name="connsiteY20" fmla="*/ 235422 h 277276"/>
              <a:gd name="connsiteX21" fmla="*/ 195154 w 277293"/>
              <a:gd name="connsiteY21" fmla="*/ 160607 h 277276"/>
              <a:gd name="connsiteX22" fmla="*/ 173704 w 277293"/>
              <a:gd name="connsiteY22" fmla="*/ 135755 h 277276"/>
              <a:gd name="connsiteX23" fmla="*/ 149375 w 277293"/>
              <a:gd name="connsiteY23" fmla="*/ 166361 h 277276"/>
              <a:gd name="connsiteX24" fmla="*/ 149375 w 277293"/>
              <a:gd name="connsiteY24" fmla="*/ 235416 h 277276"/>
              <a:gd name="connsiteX25" fmla="*/ 107777 w 277293"/>
              <a:gd name="connsiteY25" fmla="*/ 235416 h 277276"/>
              <a:gd name="connsiteX26" fmla="*/ 107777 w 277293"/>
              <a:gd name="connsiteY26" fmla="*/ 103577 h 277276"/>
              <a:gd name="connsiteX27" fmla="*/ 147802 w 277293"/>
              <a:gd name="connsiteY27" fmla="*/ 103577 h 277276"/>
              <a:gd name="connsiteX28" fmla="*/ 147802 w 277293"/>
              <a:gd name="connsiteY28" fmla="*/ 121627 h 277276"/>
              <a:gd name="connsiteX29" fmla="*/ 189134 w 277293"/>
              <a:gd name="connsiteY29" fmla="*/ 99655 h 277276"/>
              <a:gd name="connsiteX30" fmla="*/ 236221 w 277293"/>
              <a:gd name="connsiteY30" fmla="*/ 157203 h 277276"/>
              <a:gd name="connsiteX31" fmla="*/ 236221 w 277293"/>
              <a:gd name="connsiteY31" fmla="*/ 235416 h 277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77293" h="277276">
                <a:moveTo>
                  <a:pt x="216671" y="0"/>
                </a:moveTo>
                <a:lnTo>
                  <a:pt x="60623" y="0"/>
                </a:lnTo>
                <a:cubicBezTo>
                  <a:pt x="27142" y="0"/>
                  <a:pt x="0" y="27140"/>
                  <a:pt x="0" y="60619"/>
                </a:cubicBezTo>
                <a:lnTo>
                  <a:pt x="0" y="216657"/>
                </a:lnTo>
                <a:cubicBezTo>
                  <a:pt x="0" y="250136"/>
                  <a:pt x="27142" y="277276"/>
                  <a:pt x="60623" y="277276"/>
                </a:cubicBezTo>
                <a:lnTo>
                  <a:pt x="216671" y="277276"/>
                </a:lnTo>
                <a:cubicBezTo>
                  <a:pt x="250152" y="277276"/>
                  <a:pt x="277294" y="250136"/>
                  <a:pt x="277294" y="216657"/>
                </a:cubicBezTo>
                <a:lnTo>
                  <a:pt x="277294" y="60619"/>
                </a:lnTo>
                <a:cubicBezTo>
                  <a:pt x="277294" y="27140"/>
                  <a:pt x="250152" y="0"/>
                  <a:pt x="216671" y="0"/>
                </a:cubicBezTo>
                <a:close/>
                <a:moveTo>
                  <a:pt x="81881" y="235422"/>
                </a:moveTo>
                <a:lnTo>
                  <a:pt x="40284" y="235422"/>
                </a:lnTo>
                <a:lnTo>
                  <a:pt x="40284" y="103583"/>
                </a:lnTo>
                <a:lnTo>
                  <a:pt x="81881" y="103583"/>
                </a:lnTo>
                <a:lnTo>
                  <a:pt x="81881" y="235422"/>
                </a:lnTo>
                <a:close/>
                <a:moveTo>
                  <a:pt x="61400" y="84984"/>
                </a:moveTo>
                <a:cubicBezTo>
                  <a:pt x="48178" y="84984"/>
                  <a:pt x="37465" y="74266"/>
                  <a:pt x="37465" y="61051"/>
                </a:cubicBezTo>
                <a:cubicBezTo>
                  <a:pt x="37465" y="47836"/>
                  <a:pt x="48184" y="37118"/>
                  <a:pt x="61400" y="37118"/>
                </a:cubicBezTo>
                <a:cubicBezTo>
                  <a:pt x="74616" y="37118"/>
                  <a:pt x="85335" y="47836"/>
                  <a:pt x="85335" y="61051"/>
                </a:cubicBezTo>
                <a:cubicBezTo>
                  <a:pt x="85335" y="74266"/>
                  <a:pt x="74616" y="84984"/>
                  <a:pt x="61400" y="84984"/>
                </a:cubicBezTo>
                <a:close/>
                <a:moveTo>
                  <a:pt x="236227" y="235422"/>
                </a:moveTo>
                <a:lnTo>
                  <a:pt x="195154" y="235422"/>
                </a:lnTo>
                <a:lnTo>
                  <a:pt x="195154" y="160607"/>
                </a:lnTo>
                <a:cubicBezTo>
                  <a:pt x="195154" y="160607"/>
                  <a:pt x="195154" y="135755"/>
                  <a:pt x="173704" y="135755"/>
                </a:cubicBezTo>
                <a:cubicBezTo>
                  <a:pt x="152255" y="135755"/>
                  <a:pt x="149375" y="156944"/>
                  <a:pt x="149375" y="166361"/>
                </a:cubicBezTo>
                <a:lnTo>
                  <a:pt x="149375" y="235416"/>
                </a:lnTo>
                <a:lnTo>
                  <a:pt x="107777" y="235416"/>
                </a:lnTo>
                <a:lnTo>
                  <a:pt x="107777" y="103577"/>
                </a:lnTo>
                <a:lnTo>
                  <a:pt x="147802" y="103577"/>
                </a:lnTo>
                <a:lnTo>
                  <a:pt x="147802" y="121627"/>
                </a:lnTo>
                <a:cubicBezTo>
                  <a:pt x="147802" y="121627"/>
                  <a:pt x="156960" y="99655"/>
                  <a:pt x="189134" y="99655"/>
                </a:cubicBezTo>
                <a:cubicBezTo>
                  <a:pt x="221308" y="99655"/>
                  <a:pt x="236221" y="120061"/>
                  <a:pt x="236221" y="157203"/>
                </a:cubicBezTo>
                <a:lnTo>
                  <a:pt x="236221" y="235416"/>
                </a:lnTo>
                <a:close/>
              </a:path>
            </a:pathLst>
          </a:custGeom>
          <a:solidFill>
            <a:schemeClr val="accent1"/>
          </a:solidFill>
          <a:ln w="122" cap="flat">
            <a:noFill/>
            <a:prstDash val="solid"/>
            <a:miter/>
          </a:ln>
        </p:spPr>
        <p:txBody>
          <a:bodyPr rtlCol="0" anchor="ctr"/>
          <a:lstStyle/>
          <a:p>
            <a:endParaRPr lang="de-DE"/>
          </a:p>
        </p:txBody>
      </p:sp>
      <p:sp>
        <p:nvSpPr>
          <p:cNvPr id="6" name="Freihandform: Form 5" descr="Logo von Facebook.">
            <a:extLst>
              <a:ext uri="{FF2B5EF4-FFF2-40B4-BE49-F238E27FC236}">
                <a16:creationId xmlns:a16="http://schemas.microsoft.com/office/drawing/2014/main" id="{9D39F3E4-848D-175E-34DC-47DACB095525}"/>
              </a:ext>
            </a:extLst>
          </p:cNvPr>
          <p:cNvSpPr>
            <a:spLocks/>
          </p:cNvSpPr>
          <p:nvPr userDrawn="1"/>
        </p:nvSpPr>
        <p:spPr bwMode="gray">
          <a:xfrm>
            <a:off x="11016191" y="5734050"/>
            <a:ext cx="157950" cy="157940"/>
          </a:xfrm>
          <a:custGeom>
            <a:avLst/>
            <a:gdLst>
              <a:gd name="connsiteX0" fmla="*/ 216073 w 277287"/>
              <a:gd name="connsiteY0" fmla="*/ 0 h 277282"/>
              <a:gd name="connsiteX1" fmla="*/ 61221 w 277287"/>
              <a:gd name="connsiteY1" fmla="*/ 0 h 277282"/>
              <a:gd name="connsiteX2" fmla="*/ 0 w 277287"/>
              <a:gd name="connsiteY2" fmla="*/ 61217 h 277282"/>
              <a:gd name="connsiteX3" fmla="*/ 0 w 277287"/>
              <a:gd name="connsiteY3" fmla="*/ 216059 h 277282"/>
              <a:gd name="connsiteX4" fmla="*/ 61221 w 277287"/>
              <a:gd name="connsiteY4" fmla="*/ 277276 h 277282"/>
              <a:gd name="connsiteX5" fmla="*/ 127858 w 277287"/>
              <a:gd name="connsiteY5" fmla="*/ 277276 h 277282"/>
              <a:gd name="connsiteX6" fmla="*/ 127858 w 277287"/>
              <a:gd name="connsiteY6" fmla="*/ 183961 h 277282"/>
              <a:gd name="connsiteX7" fmla="*/ 90071 w 277287"/>
              <a:gd name="connsiteY7" fmla="*/ 183961 h 277282"/>
              <a:gd name="connsiteX8" fmla="*/ 90071 w 277287"/>
              <a:gd name="connsiteY8" fmla="*/ 141028 h 277282"/>
              <a:gd name="connsiteX9" fmla="*/ 127858 w 277287"/>
              <a:gd name="connsiteY9" fmla="*/ 141028 h 277282"/>
              <a:gd name="connsiteX10" fmla="*/ 127858 w 277287"/>
              <a:gd name="connsiteY10" fmla="*/ 105538 h 277282"/>
              <a:gd name="connsiteX11" fmla="*/ 183387 w 277287"/>
              <a:gd name="connsiteY11" fmla="*/ 50012 h 277282"/>
              <a:gd name="connsiteX12" fmla="*/ 216017 w 277287"/>
              <a:gd name="connsiteY12" fmla="*/ 51159 h 277282"/>
              <a:gd name="connsiteX13" fmla="*/ 216017 w 277287"/>
              <a:gd name="connsiteY13" fmla="*/ 91231 h 277282"/>
              <a:gd name="connsiteX14" fmla="*/ 193994 w 277287"/>
              <a:gd name="connsiteY14" fmla="*/ 90658 h 277282"/>
              <a:gd name="connsiteX15" fmla="*/ 175369 w 277287"/>
              <a:gd name="connsiteY15" fmla="*/ 109281 h 277282"/>
              <a:gd name="connsiteX16" fmla="*/ 175369 w 277287"/>
              <a:gd name="connsiteY16" fmla="*/ 141034 h 277282"/>
              <a:gd name="connsiteX17" fmla="*/ 216017 w 277287"/>
              <a:gd name="connsiteY17" fmla="*/ 141034 h 277282"/>
              <a:gd name="connsiteX18" fmla="*/ 209147 w 277287"/>
              <a:gd name="connsiteY18" fmla="*/ 183967 h 277282"/>
              <a:gd name="connsiteX19" fmla="*/ 175369 w 277287"/>
              <a:gd name="connsiteY19" fmla="*/ 183967 h 277282"/>
              <a:gd name="connsiteX20" fmla="*/ 175369 w 277287"/>
              <a:gd name="connsiteY20" fmla="*/ 277282 h 277282"/>
              <a:gd name="connsiteX21" fmla="*/ 216066 w 277287"/>
              <a:gd name="connsiteY21" fmla="*/ 277282 h 277282"/>
              <a:gd name="connsiteX22" fmla="*/ 277288 w 277287"/>
              <a:gd name="connsiteY22" fmla="*/ 216065 h 277282"/>
              <a:gd name="connsiteX23" fmla="*/ 277288 w 277287"/>
              <a:gd name="connsiteY23" fmla="*/ 61217 h 277282"/>
              <a:gd name="connsiteX24" fmla="*/ 216066 w 277287"/>
              <a:gd name="connsiteY24" fmla="*/ 0 h 277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77287" h="277282">
                <a:moveTo>
                  <a:pt x="216073" y="0"/>
                </a:moveTo>
                <a:lnTo>
                  <a:pt x="61221" y="0"/>
                </a:lnTo>
                <a:cubicBezTo>
                  <a:pt x="27407" y="0"/>
                  <a:pt x="0" y="27405"/>
                  <a:pt x="0" y="61217"/>
                </a:cubicBezTo>
                <a:lnTo>
                  <a:pt x="0" y="216059"/>
                </a:lnTo>
                <a:cubicBezTo>
                  <a:pt x="0" y="249865"/>
                  <a:pt x="27407" y="277276"/>
                  <a:pt x="61221" y="277276"/>
                </a:cubicBezTo>
                <a:lnTo>
                  <a:pt x="127858" y="277276"/>
                </a:lnTo>
                <a:lnTo>
                  <a:pt x="127858" y="183961"/>
                </a:lnTo>
                <a:lnTo>
                  <a:pt x="90071" y="183961"/>
                </a:lnTo>
                <a:lnTo>
                  <a:pt x="90071" y="141028"/>
                </a:lnTo>
                <a:lnTo>
                  <a:pt x="127858" y="141028"/>
                </a:lnTo>
                <a:lnTo>
                  <a:pt x="127858" y="105538"/>
                </a:lnTo>
                <a:cubicBezTo>
                  <a:pt x="127858" y="74871"/>
                  <a:pt x="152717" y="50012"/>
                  <a:pt x="183387" y="50012"/>
                </a:cubicBezTo>
                <a:lnTo>
                  <a:pt x="216017" y="51159"/>
                </a:lnTo>
                <a:lnTo>
                  <a:pt x="216017" y="91231"/>
                </a:lnTo>
                <a:lnTo>
                  <a:pt x="193994" y="90658"/>
                </a:lnTo>
                <a:cubicBezTo>
                  <a:pt x="183707" y="90658"/>
                  <a:pt x="175369" y="98995"/>
                  <a:pt x="175369" y="109281"/>
                </a:cubicBezTo>
                <a:lnTo>
                  <a:pt x="175369" y="141034"/>
                </a:lnTo>
                <a:lnTo>
                  <a:pt x="216017" y="141034"/>
                </a:lnTo>
                <a:lnTo>
                  <a:pt x="209147" y="183967"/>
                </a:lnTo>
                <a:lnTo>
                  <a:pt x="175369" y="183967"/>
                </a:lnTo>
                <a:lnTo>
                  <a:pt x="175369" y="277282"/>
                </a:lnTo>
                <a:lnTo>
                  <a:pt x="216066" y="277282"/>
                </a:lnTo>
                <a:cubicBezTo>
                  <a:pt x="249875" y="277282"/>
                  <a:pt x="277288" y="249877"/>
                  <a:pt x="277288" y="216065"/>
                </a:cubicBezTo>
                <a:lnTo>
                  <a:pt x="277288" y="61217"/>
                </a:lnTo>
                <a:cubicBezTo>
                  <a:pt x="277288" y="27411"/>
                  <a:pt x="249881" y="0"/>
                  <a:pt x="216066" y="0"/>
                </a:cubicBezTo>
                <a:close/>
              </a:path>
            </a:pathLst>
          </a:custGeom>
          <a:solidFill>
            <a:schemeClr val="accent1"/>
          </a:solidFill>
          <a:ln w="122" cap="flat">
            <a:noFill/>
            <a:prstDash val="solid"/>
            <a:miter/>
          </a:ln>
        </p:spPr>
        <p:txBody>
          <a:bodyPr rtlCol="0" anchor="ctr"/>
          <a:lstStyle/>
          <a:p>
            <a:endParaRPr lang="de-DE"/>
          </a:p>
        </p:txBody>
      </p:sp>
      <p:sp>
        <p:nvSpPr>
          <p:cNvPr id="7" name="Freihandform: Form 6" descr="Logo von Instagram.">
            <a:extLst>
              <a:ext uri="{FF2B5EF4-FFF2-40B4-BE49-F238E27FC236}">
                <a16:creationId xmlns:a16="http://schemas.microsoft.com/office/drawing/2014/main" id="{86869B5A-2E35-A567-C379-65EE09109D4C}"/>
              </a:ext>
            </a:extLst>
          </p:cNvPr>
          <p:cNvSpPr>
            <a:spLocks/>
          </p:cNvSpPr>
          <p:nvPr userDrawn="1"/>
        </p:nvSpPr>
        <p:spPr bwMode="gray">
          <a:xfrm>
            <a:off x="11259844" y="5734050"/>
            <a:ext cx="157951" cy="157940"/>
          </a:xfrm>
          <a:custGeom>
            <a:avLst/>
            <a:gdLst>
              <a:gd name="connsiteX0" fmla="*/ 105406 w 199044"/>
              <a:gd name="connsiteY0" fmla="*/ 74501 h 199030"/>
              <a:gd name="connsiteX1" fmla="*/ 124504 w 199044"/>
              <a:gd name="connsiteY1" fmla="*/ 105400 h 199030"/>
              <a:gd name="connsiteX2" fmla="*/ 93605 w 199044"/>
              <a:gd name="connsiteY2" fmla="*/ 124500 h 199030"/>
              <a:gd name="connsiteX3" fmla="*/ 74506 w 199044"/>
              <a:gd name="connsiteY3" fmla="*/ 93600 h 199030"/>
              <a:gd name="connsiteX4" fmla="*/ 105406 w 199044"/>
              <a:gd name="connsiteY4" fmla="*/ 74501 h 199030"/>
              <a:gd name="connsiteX5" fmla="*/ 99519 w 199044"/>
              <a:gd name="connsiteY5" fmla="*/ 61049 h 199030"/>
              <a:gd name="connsiteX6" fmla="*/ 61053 w 199044"/>
              <a:gd name="connsiteY6" fmla="*/ 99512 h 199030"/>
              <a:gd name="connsiteX7" fmla="*/ 99519 w 199044"/>
              <a:gd name="connsiteY7" fmla="*/ 137974 h 199030"/>
              <a:gd name="connsiteX8" fmla="*/ 137985 w 199044"/>
              <a:gd name="connsiteY8" fmla="*/ 99512 h 199030"/>
              <a:gd name="connsiteX9" fmla="*/ 99519 w 199044"/>
              <a:gd name="connsiteY9" fmla="*/ 61049 h 199030"/>
              <a:gd name="connsiteX10" fmla="*/ 138739 w 199044"/>
              <a:gd name="connsiteY10" fmla="*/ 50176 h 199030"/>
              <a:gd name="connsiteX11" fmla="*/ 129774 w 199044"/>
              <a:gd name="connsiteY11" fmla="*/ 59141 h 199030"/>
              <a:gd name="connsiteX12" fmla="*/ 138739 w 199044"/>
              <a:gd name="connsiteY12" fmla="*/ 68105 h 199030"/>
              <a:gd name="connsiteX13" fmla="*/ 147704 w 199044"/>
              <a:gd name="connsiteY13" fmla="*/ 59141 h 199030"/>
              <a:gd name="connsiteX14" fmla="*/ 138739 w 199044"/>
              <a:gd name="connsiteY14" fmla="*/ 50176 h 199030"/>
              <a:gd name="connsiteX15" fmla="*/ 67458 w 199044"/>
              <a:gd name="connsiteY15" fmla="*/ 38818 h 199030"/>
              <a:gd name="connsiteX16" fmla="*/ 131584 w 199044"/>
              <a:gd name="connsiteY16" fmla="*/ 38818 h 199030"/>
              <a:gd name="connsiteX17" fmla="*/ 160222 w 199044"/>
              <a:gd name="connsiteY17" fmla="*/ 67453 h 199030"/>
              <a:gd name="connsiteX18" fmla="*/ 160222 w 199044"/>
              <a:gd name="connsiteY18" fmla="*/ 131574 h 199030"/>
              <a:gd name="connsiteX19" fmla="*/ 131584 w 199044"/>
              <a:gd name="connsiteY19" fmla="*/ 160210 h 199030"/>
              <a:gd name="connsiteX20" fmla="*/ 67458 w 199044"/>
              <a:gd name="connsiteY20" fmla="*/ 160210 h 199030"/>
              <a:gd name="connsiteX21" fmla="*/ 38820 w 199044"/>
              <a:gd name="connsiteY21" fmla="*/ 131574 h 199030"/>
              <a:gd name="connsiteX22" fmla="*/ 38820 w 199044"/>
              <a:gd name="connsiteY22" fmla="*/ 67453 h 199030"/>
              <a:gd name="connsiteX23" fmla="*/ 67458 w 199044"/>
              <a:gd name="connsiteY23" fmla="*/ 38818 h 199030"/>
              <a:gd name="connsiteX24" fmla="*/ 67459 w 199044"/>
              <a:gd name="connsiteY24" fmla="*/ 23530 h 199030"/>
              <a:gd name="connsiteX25" fmla="*/ 23531 w 199044"/>
              <a:gd name="connsiteY25" fmla="*/ 67453 h 199030"/>
              <a:gd name="connsiteX26" fmla="*/ 23531 w 199044"/>
              <a:gd name="connsiteY26" fmla="*/ 131573 h 199030"/>
              <a:gd name="connsiteX27" fmla="*/ 67459 w 199044"/>
              <a:gd name="connsiteY27" fmla="*/ 175497 h 199030"/>
              <a:gd name="connsiteX28" fmla="*/ 131585 w 199044"/>
              <a:gd name="connsiteY28" fmla="*/ 175497 h 199030"/>
              <a:gd name="connsiteX29" fmla="*/ 175512 w 199044"/>
              <a:gd name="connsiteY29" fmla="*/ 131573 h 199030"/>
              <a:gd name="connsiteX30" fmla="*/ 175512 w 199044"/>
              <a:gd name="connsiteY30" fmla="*/ 67453 h 199030"/>
              <a:gd name="connsiteX31" fmla="*/ 131585 w 199044"/>
              <a:gd name="connsiteY31" fmla="*/ 23530 h 199030"/>
              <a:gd name="connsiteX32" fmla="*/ 155098 w 199044"/>
              <a:gd name="connsiteY32" fmla="*/ 0 h 199030"/>
              <a:gd name="connsiteX33" fmla="*/ 199044 w 199044"/>
              <a:gd name="connsiteY33" fmla="*/ 43942 h 199030"/>
              <a:gd name="connsiteX34" fmla="*/ 199044 w 199044"/>
              <a:gd name="connsiteY34" fmla="*/ 155089 h 199030"/>
              <a:gd name="connsiteX35" fmla="*/ 155098 w 199044"/>
              <a:gd name="connsiteY35" fmla="*/ 199030 h 199030"/>
              <a:gd name="connsiteX36" fmla="*/ 43946 w 199044"/>
              <a:gd name="connsiteY36" fmla="*/ 199030 h 199030"/>
              <a:gd name="connsiteX37" fmla="*/ 0 w 199044"/>
              <a:gd name="connsiteY37" fmla="*/ 155089 h 199030"/>
              <a:gd name="connsiteX38" fmla="*/ 0 w 199044"/>
              <a:gd name="connsiteY38" fmla="*/ 43946 h 199030"/>
              <a:gd name="connsiteX39" fmla="*/ 43946 w 199044"/>
              <a:gd name="connsiteY39" fmla="*/ 4 h 199030"/>
              <a:gd name="connsiteX40" fmla="*/ 155098 w 199044"/>
              <a:gd name="connsiteY40" fmla="*/ 4 h 199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99044" h="199030">
                <a:moveTo>
                  <a:pt x="105406" y="74501"/>
                </a:moveTo>
                <a:cubicBezTo>
                  <a:pt x="119212" y="77760"/>
                  <a:pt x="127762" y="91594"/>
                  <a:pt x="124504" y="105400"/>
                </a:cubicBezTo>
                <a:cubicBezTo>
                  <a:pt x="121245" y="119207"/>
                  <a:pt x="107412" y="127758"/>
                  <a:pt x="93605" y="124500"/>
                </a:cubicBezTo>
                <a:cubicBezTo>
                  <a:pt x="79798" y="121241"/>
                  <a:pt x="71248" y="107407"/>
                  <a:pt x="74506" y="93600"/>
                </a:cubicBezTo>
                <a:cubicBezTo>
                  <a:pt x="77765" y="79793"/>
                  <a:pt x="91599" y="71242"/>
                  <a:pt x="105406" y="74501"/>
                </a:cubicBezTo>
                <a:close/>
                <a:moveTo>
                  <a:pt x="99519" y="61049"/>
                </a:moveTo>
                <a:cubicBezTo>
                  <a:pt x="78310" y="61049"/>
                  <a:pt x="61053" y="78304"/>
                  <a:pt x="61053" y="99512"/>
                </a:cubicBezTo>
                <a:cubicBezTo>
                  <a:pt x="61053" y="120719"/>
                  <a:pt x="78310" y="137974"/>
                  <a:pt x="99519" y="137974"/>
                </a:cubicBezTo>
                <a:cubicBezTo>
                  <a:pt x="120728" y="137974"/>
                  <a:pt x="137985" y="120719"/>
                  <a:pt x="137985" y="99512"/>
                </a:cubicBezTo>
                <a:cubicBezTo>
                  <a:pt x="137985" y="78304"/>
                  <a:pt x="120728" y="61049"/>
                  <a:pt x="99519" y="61049"/>
                </a:cubicBezTo>
                <a:close/>
                <a:moveTo>
                  <a:pt x="138739" y="50176"/>
                </a:moveTo>
                <a:cubicBezTo>
                  <a:pt x="133789" y="50176"/>
                  <a:pt x="129774" y="54191"/>
                  <a:pt x="129774" y="59141"/>
                </a:cubicBezTo>
                <a:cubicBezTo>
                  <a:pt x="129774" y="64090"/>
                  <a:pt x="133789" y="68105"/>
                  <a:pt x="138739" y="68105"/>
                </a:cubicBezTo>
                <a:cubicBezTo>
                  <a:pt x="143689" y="68105"/>
                  <a:pt x="147704" y="64090"/>
                  <a:pt x="147704" y="59141"/>
                </a:cubicBezTo>
                <a:cubicBezTo>
                  <a:pt x="147704" y="54191"/>
                  <a:pt x="143689" y="50176"/>
                  <a:pt x="138739" y="50176"/>
                </a:cubicBezTo>
                <a:close/>
                <a:moveTo>
                  <a:pt x="67458" y="38818"/>
                </a:moveTo>
                <a:lnTo>
                  <a:pt x="131584" y="38818"/>
                </a:lnTo>
                <a:cubicBezTo>
                  <a:pt x="147376" y="38818"/>
                  <a:pt x="160222" y="51663"/>
                  <a:pt x="160222" y="67453"/>
                </a:cubicBezTo>
                <a:lnTo>
                  <a:pt x="160222" y="131574"/>
                </a:lnTo>
                <a:cubicBezTo>
                  <a:pt x="160222" y="147365"/>
                  <a:pt x="147376" y="160210"/>
                  <a:pt x="131584" y="160210"/>
                </a:cubicBezTo>
                <a:lnTo>
                  <a:pt x="67458" y="160210"/>
                </a:lnTo>
                <a:cubicBezTo>
                  <a:pt x="51666" y="160210"/>
                  <a:pt x="38820" y="147365"/>
                  <a:pt x="38820" y="131574"/>
                </a:cubicBezTo>
                <a:lnTo>
                  <a:pt x="38820" y="67453"/>
                </a:lnTo>
                <a:cubicBezTo>
                  <a:pt x="38820" y="51663"/>
                  <a:pt x="51666" y="38818"/>
                  <a:pt x="67458" y="38818"/>
                </a:cubicBezTo>
                <a:close/>
                <a:moveTo>
                  <a:pt x="67459" y="23530"/>
                </a:moveTo>
                <a:cubicBezTo>
                  <a:pt x="43236" y="23530"/>
                  <a:pt x="23531" y="43232"/>
                  <a:pt x="23531" y="67453"/>
                </a:cubicBezTo>
                <a:lnTo>
                  <a:pt x="23531" y="131573"/>
                </a:lnTo>
                <a:cubicBezTo>
                  <a:pt x="23531" y="155794"/>
                  <a:pt x="43236" y="175497"/>
                  <a:pt x="67459" y="175497"/>
                </a:cubicBezTo>
                <a:lnTo>
                  <a:pt x="131585" y="175497"/>
                </a:lnTo>
                <a:cubicBezTo>
                  <a:pt x="155808" y="175497"/>
                  <a:pt x="175512" y="155794"/>
                  <a:pt x="175512" y="131573"/>
                </a:cubicBezTo>
                <a:lnTo>
                  <a:pt x="175512" y="67453"/>
                </a:lnTo>
                <a:cubicBezTo>
                  <a:pt x="175512" y="43232"/>
                  <a:pt x="155808" y="23530"/>
                  <a:pt x="131585" y="23530"/>
                </a:cubicBezTo>
                <a:close/>
                <a:moveTo>
                  <a:pt x="155098" y="0"/>
                </a:moveTo>
                <a:cubicBezTo>
                  <a:pt x="179371" y="0"/>
                  <a:pt x="199044" y="19676"/>
                  <a:pt x="199044" y="43942"/>
                </a:cubicBezTo>
                <a:lnTo>
                  <a:pt x="199044" y="155089"/>
                </a:lnTo>
                <a:cubicBezTo>
                  <a:pt x="199044" y="179359"/>
                  <a:pt x="179366" y="199030"/>
                  <a:pt x="155098" y="199030"/>
                </a:cubicBezTo>
                <a:lnTo>
                  <a:pt x="43946" y="199030"/>
                </a:lnTo>
                <a:cubicBezTo>
                  <a:pt x="19673" y="199030"/>
                  <a:pt x="0" y="179355"/>
                  <a:pt x="0" y="155089"/>
                </a:cubicBezTo>
                <a:lnTo>
                  <a:pt x="0" y="43946"/>
                </a:lnTo>
                <a:cubicBezTo>
                  <a:pt x="0" y="19676"/>
                  <a:pt x="19677" y="4"/>
                  <a:pt x="43946" y="4"/>
                </a:cubicBezTo>
                <a:lnTo>
                  <a:pt x="155098" y="4"/>
                </a:lnTo>
                <a:close/>
              </a:path>
            </a:pathLst>
          </a:custGeom>
          <a:solidFill>
            <a:schemeClr val="accent1"/>
          </a:solidFill>
          <a:ln w="122" cap="flat">
            <a:noFill/>
            <a:prstDash val="solid"/>
            <a:miter/>
          </a:ln>
        </p:spPr>
        <p:txBody>
          <a:bodyPr rtlCol="0" anchor="ctr"/>
          <a:lstStyle/>
          <a:p>
            <a:endParaRPr lang="de-DE"/>
          </a:p>
        </p:txBody>
      </p:sp>
      <p:sp>
        <p:nvSpPr>
          <p:cNvPr id="11" name="Freihandform: Form 10" descr="Logo von WhatsApp.">
            <a:extLst>
              <a:ext uri="{FF2B5EF4-FFF2-40B4-BE49-F238E27FC236}">
                <a16:creationId xmlns:a16="http://schemas.microsoft.com/office/drawing/2014/main" id="{8AC6137B-C8DE-EA2E-80A5-E358C21DE18F}"/>
              </a:ext>
            </a:extLst>
          </p:cNvPr>
          <p:cNvSpPr>
            <a:spLocks/>
          </p:cNvSpPr>
          <p:nvPr userDrawn="1"/>
        </p:nvSpPr>
        <p:spPr bwMode="gray">
          <a:xfrm>
            <a:off x="11503499" y="5734050"/>
            <a:ext cx="157950" cy="157940"/>
          </a:xfrm>
          <a:custGeom>
            <a:avLst/>
            <a:gdLst>
              <a:gd name="connsiteX0" fmla="*/ 79882 w 199043"/>
              <a:gd name="connsiteY0" fmla="*/ 64498 h 199030"/>
              <a:gd name="connsiteX1" fmla="*/ 68427 w 199043"/>
              <a:gd name="connsiteY1" fmla="*/ 73992 h 199030"/>
              <a:gd name="connsiteX2" fmla="*/ 86227 w 199043"/>
              <a:gd name="connsiteY2" fmla="*/ 115582 h 199030"/>
              <a:gd name="connsiteX3" fmla="*/ 114283 w 199043"/>
              <a:gd name="connsiteY3" fmla="*/ 130977 h 199030"/>
              <a:gd name="connsiteX4" fmla="*/ 129430 w 199043"/>
              <a:gd name="connsiteY4" fmla="*/ 128982 h 199030"/>
              <a:gd name="connsiteX5" fmla="*/ 129428 w 199043"/>
              <a:gd name="connsiteY5" fmla="*/ 128985 h 199030"/>
              <a:gd name="connsiteX6" fmla="*/ 129437 w 199043"/>
              <a:gd name="connsiteY6" fmla="*/ 128981 h 199030"/>
              <a:gd name="connsiteX7" fmla="*/ 129430 w 199043"/>
              <a:gd name="connsiteY7" fmla="*/ 128982 h 199030"/>
              <a:gd name="connsiteX8" fmla="*/ 137688 w 199043"/>
              <a:gd name="connsiteY8" fmla="*/ 116612 h 199030"/>
              <a:gd name="connsiteX9" fmla="*/ 134156 w 199043"/>
              <a:gd name="connsiteY9" fmla="*/ 112151 h 199030"/>
              <a:gd name="connsiteX10" fmla="*/ 119582 w 199043"/>
              <a:gd name="connsiteY10" fmla="*/ 107069 h 199030"/>
              <a:gd name="connsiteX11" fmla="*/ 115498 w 199043"/>
              <a:gd name="connsiteY11" fmla="*/ 108072 h 199030"/>
              <a:gd name="connsiteX12" fmla="*/ 114091 w 199043"/>
              <a:gd name="connsiteY12" fmla="*/ 109571 h 199030"/>
              <a:gd name="connsiteX13" fmla="*/ 104994 w 199043"/>
              <a:gd name="connsiteY13" fmla="*/ 112050 h 199030"/>
              <a:gd name="connsiteX14" fmla="*/ 94864 w 199043"/>
              <a:gd name="connsiteY14" fmla="*/ 106004 h 199030"/>
              <a:gd name="connsiteX15" fmla="*/ 87800 w 199043"/>
              <a:gd name="connsiteY15" fmla="*/ 96553 h 199030"/>
              <a:gd name="connsiteX16" fmla="*/ 89324 w 199043"/>
              <a:gd name="connsiteY16" fmla="*/ 87246 h 199030"/>
              <a:gd name="connsiteX17" fmla="*/ 90670 w 199043"/>
              <a:gd name="connsiteY17" fmla="*/ 85691 h 199030"/>
              <a:gd name="connsiteX18" fmla="*/ 91249 w 199043"/>
              <a:gd name="connsiteY18" fmla="*/ 81524 h 199030"/>
              <a:gd name="connsiteX19" fmla="*/ 84684 w 199043"/>
              <a:gd name="connsiteY19" fmla="*/ 67551 h 199030"/>
              <a:gd name="connsiteX20" fmla="*/ 79882 w 199043"/>
              <a:gd name="connsiteY20" fmla="*/ 64498 h 199030"/>
              <a:gd name="connsiteX21" fmla="*/ 102006 w 199043"/>
              <a:gd name="connsiteY21" fmla="*/ 38523 h 199030"/>
              <a:gd name="connsiteX22" fmla="*/ 102010 w 199043"/>
              <a:gd name="connsiteY22" fmla="*/ 38523 h 199030"/>
              <a:gd name="connsiteX23" fmla="*/ 160895 w 199043"/>
              <a:gd name="connsiteY23" fmla="*/ 97403 h 199030"/>
              <a:gd name="connsiteX24" fmla="*/ 102010 w 199043"/>
              <a:gd name="connsiteY24" fmla="*/ 156283 h 199030"/>
              <a:gd name="connsiteX25" fmla="*/ 70049 w 199043"/>
              <a:gd name="connsiteY25" fmla="*/ 146862 h 199030"/>
              <a:gd name="connsiteX26" fmla="*/ 47508 w 199043"/>
              <a:gd name="connsiteY26" fmla="*/ 152830 h 199030"/>
              <a:gd name="connsiteX27" fmla="*/ 53814 w 199043"/>
              <a:gd name="connsiteY27" fmla="*/ 131242 h 199030"/>
              <a:gd name="connsiteX28" fmla="*/ 43122 w 199043"/>
              <a:gd name="connsiteY28" fmla="*/ 97403 h 199030"/>
              <a:gd name="connsiteX29" fmla="*/ 102006 w 199043"/>
              <a:gd name="connsiteY29" fmla="*/ 38523 h 199030"/>
              <a:gd name="connsiteX30" fmla="*/ 102006 w 199043"/>
              <a:gd name="connsiteY30" fmla="*/ 26185 h 199030"/>
              <a:gd name="connsiteX31" fmla="*/ 30783 w 199043"/>
              <a:gd name="connsiteY31" fmla="*/ 97403 h 199030"/>
              <a:gd name="connsiteX32" fmla="*/ 40458 w 199043"/>
              <a:gd name="connsiteY32" fmla="*/ 133262 h 199030"/>
              <a:gd name="connsiteX33" fmla="*/ 30783 w 199043"/>
              <a:gd name="connsiteY33" fmla="*/ 169652 h 199030"/>
              <a:gd name="connsiteX34" fmla="*/ 68055 w 199043"/>
              <a:gd name="connsiteY34" fmla="*/ 160025 h 199030"/>
              <a:gd name="connsiteX35" fmla="*/ 102006 w 199043"/>
              <a:gd name="connsiteY35" fmla="*/ 168622 h 199030"/>
              <a:gd name="connsiteX36" fmla="*/ 173229 w 199043"/>
              <a:gd name="connsiteY36" fmla="*/ 97403 h 199030"/>
              <a:gd name="connsiteX37" fmla="*/ 102006 w 199043"/>
              <a:gd name="connsiteY37" fmla="*/ 26185 h 199030"/>
              <a:gd name="connsiteX38" fmla="*/ 46256 w 199043"/>
              <a:gd name="connsiteY38" fmla="*/ 0 h 199030"/>
              <a:gd name="connsiteX39" fmla="*/ 152788 w 199043"/>
              <a:gd name="connsiteY39" fmla="*/ 0 h 199030"/>
              <a:gd name="connsiteX40" fmla="*/ 199043 w 199043"/>
              <a:gd name="connsiteY40" fmla="*/ 46252 h 199030"/>
              <a:gd name="connsiteX41" fmla="*/ 199043 w 199043"/>
              <a:gd name="connsiteY41" fmla="*/ 152778 h 199030"/>
              <a:gd name="connsiteX42" fmla="*/ 152788 w 199043"/>
              <a:gd name="connsiteY42" fmla="*/ 199030 h 199030"/>
              <a:gd name="connsiteX43" fmla="*/ 46256 w 199043"/>
              <a:gd name="connsiteY43" fmla="*/ 199030 h 199030"/>
              <a:gd name="connsiteX44" fmla="*/ 0 w 199043"/>
              <a:gd name="connsiteY44" fmla="*/ 152778 h 199030"/>
              <a:gd name="connsiteX45" fmla="*/ 0 w 199043"/>
              <a:gd name="connsiteY45" fmla="*/ 46252 h 199030"/>
              <a:gd name="connsiteX46" fmla="*/ 46256 w 199043"/>
              <a:gd name="connsiteY46" fmla="*/ 0 h 199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99043" h="199030">
                <a:moveTo>
                  <a:pt x="79882" y="64498"/>
                </a:moveTo>
                <a:cubicBezTo>
                  <a:pt x="75215" y="64493"/>
                  <a:pt x="70614" y="68309"/>
                  <a:pt x="68427" y="73992"/>
                </a:cubicBezTo>
                <a:cubicBezTo>
                  <a:pt x="66237" y="79697"/>
                  <a:pt x="63577" y="95168"/>
                  <a:pt x="86227" y="115582"/>
                </a:cubicBezTo>
                <a:cubicBezTo>
                  <a:pt x="97552" y="125789"/>
                  <a:pt x="106993" y="129832"/>
                  <a:pt x="114283" y="130977"/>
                </a:cubicBezTo>
                <a:lnTo>
                  <a:pt x="129430" y="128982"/>
                </a:lnTo>
                <a:lnTo>
                  <a:pt x="129428" y="128985"/>
                </a:lnTo>
                <a:lnTo>
                  <a:pt x="129437" y="128981"/>
                </a:lnTo>
                <a:lnTo>
                  <a:pt x="129430" y="128982"/>
                </a:lnTo>
                <a:lnTo>
                  <a:pt x="137688" y="116612"/>
                </a:lnTo>
                <a:cubicBezTo>
                  <a:pt x="137477" y="114566"/>
                  <a:pt x="136097" y="112830"/>
                  <a:pt x="134156" y="112151"/>
                </a:cubicBezTo>
                <a:lnTo>
                  <a:pt x="119582" y="107069"/>
                </a:lnTo>
                <a:cubicBezTo>
                  <a:pt x="118140" y="106565"/>
                  <a:pt x="116541" y="106959"/>
                  <a:pt x="115498" y="108072"/>
                </a:cubicBezTo>
                <a:lnTo>
                  <a:pt x="114091" y="109571"/>
                </a:lnTo>
                <a:cubicBezTo>
                  <a:pt x="111769" y="112042"/>
                  <a:pt x="108241" y="113032"/>
                  <a:pt x="104994" y="112050"/>
                </a:cubicBezTo>
                <a:cubicBezTo>
                  <a:pt x="102194" y="111205"/>
                  <a:pt x="98715" y="109474"/>
                  <a:pt x="94864" y="106004"/>
                </a:cubicBezTo>
                <a:cubicBezTo>
                  <a:pt x="91012" y="102534"/>
                  <a:pt x="88931" y="99252"/>
                  <a:pt x="87800" y="96553"/>
                </a:cubicBezTo>
                <a:cubicBezTo>
                  <a:pt x="86489" y="93420"/>
                  <a:pt x="87108" y="89814"/>
                  <a:pt x="89324" y="87246"/>
                </a:cubicBezTo>
                <a:lnTo>
                  <a:pt x="90670" y="85691"/>
                </a:lnTo>
                <a:cubicBezTo>
                  <a:pt x="91669" y="84538"/>
                  <a:pt x="91897" y="82904"/>
                  <a:pt x="91249" y="81524"/>
                </a:cubicBezTo>
                <a:lnTo>
                  <a:pt x="84684" y="67551"/>
                </a:lnTo>
                <a:cubicBezTo>
                  <a:pt x="83812" y="65689"/>
                  <a:pt x="81941" y="64498"/>
                  <a:pt x="79882" y="64498"/>
                </a:cubicBezTo>
                <a:close/>
                <a:moveTo>
                  <a:pt x="102006" y="38523"/>
                </a:moveTo>
                <a:lnTo>
                  <a:pt x="102010" y="38523"/>
                </a:lnTo>
                <a:cubicBezTo>
                  <a:pt x="134533" y="38523"/>
                  <a:pt x="160895" y="64883"/>
                  <a:pt x="160895" y="97403"/>
                </a:cubicBezTo>
                <a:cubicBezTo>
                  <a:pt x="160895" y="129923"/>
                  <a:pt x="134533" y="156283"/>
                  <a:pt x="102010" y="156283"/>
                </a:cubicBezTo>
                <a:cubicBezTo>
                  <a:pt x="90228" y="156283"/>
                  <a:pt x="79255" y="152821"/>
                  <a:pt x="70049" y="146862"/>
                </a:cubicBezTo>
                <a:lnTo>
                  <a:pt x="47508" y="152830"/>
                </a:lnTo>
                <a:lnTo>
                  <a:pt x="53814" y="131242"/>
                </a:lnTo>
                <a:cubicBezTo>
                  <a:pt x="47079" y="121669"/>
                  <a:pt x="43122" y="110000"/>
                  <a:pt x="43122" y="97403"/>
                </a:cubicBezTo>
                <a:cubicBezTo>
                  <a:pt x="43122" y="64883"/>
                  <a:pt x="69484" y="38523"/>
                  <a:pt x="102006" y="38523"/>
                </a:cubicBezTo>
                <a:close/>
                <a:moveTo>
                  <a:pt x="102006" y="26185"/>
                </a:moveTo>
                <a:cubicBezTo>
                  <a:pt x="62670" y="26185"/>
                  <a:pt x="30783" y="58069"/>
                  <a:pt x="30783" y="97403"/>
                </a:cubicBezTo>
                <a:cubicBezTo>
                  <a:pt x="30783" y="110478"/>
                  <a:pt x="34310" y="122729"/>
                  <a:pt x="40458" y="133262"/>
                </a:cubicBezTo>
                <a:lnTo>
                  <a:pt x="30783" y="169652"/>
                </a:lnTo>
                <a:lnTo>
                  <a:pt x="68055" y="160025"/>
                </a:lnTo>
                <a:cubicBezTo>
                  <a:pt x="78151" y="165506"/>
                  <a:pt x="89715" y="168622"/>
                  <a:pt x="102006" y="168622"/>
                </a:cubicBezTo>
                <a:cubicBezTo>
                  <a:pt x="141342" y="168622"/>
                  <a:pt x="173229" y="136737"/>
                  <a:pt x="173229" y="97403"/>
                </a:cubicBezTo>
                <a:cubicBezTo>
                  <a:pt x="173229" y="58069"/>
                  <a:pt x="141342" y="26185"/>
                  <a:pt x="102006" y="26185"/>
                </a:cubicBezTo>
                <a:close/>
                <a:moveTo>
                  <a:pt x="46256" y="0"/>
                </a:moveTo>
                <a:lnTo>
                  <a:pt x="152788" y="0"/>
                </a:lnTo>
                <a:cubicBezTo>
                  <a:pt x="178334" y="0"/>
                  <a:pt x="199043" y="20707"/>
                  <a:pt x="199043" y="46252"/>
                </a:cubicBezTo>
                <a:lnTo>
                  <a:pt x="199043" y="152778"/>
                </a:lnTo>
                <a:cubicBezTo>
                  <a:pt x="199043" y="178323"/>
                  <a:pt x="178334" y="199030"/>
                  <a:pt x="152788" y="199030"/>
                </a:cubicBezTo>
                <a:lnTo>
                  <a:pt x="46256" y="199030"/>
                </a:lnTo>
                <a:cubicBezTo>
                  <a:pt x="20709" y="199030"/>
                  <a:pt x="0" y="178323"/>
                  <a:pt x="0" y="152778"/>
                </a:cubicBezTo>
                <a:lnTo>
                  <a:pt x="0" y="46252"/>
                </a:lnTo>
                <a:cubicBezTo>
                  <a:pt x="0" y="20707"/>
                  <a:pt x="20709" y="0"/>
                  <a:pt x="46256" y="0"/>
                </a:cubicBezTo>
                <a:close/>
              </a:path>
            </a:pathLst>
          </a:custGeom>
          <a:solidFill>
            <a:schemeClr val="accent1"/>
          </a:solidFill>
          <a:ln w="122" cap="flat">
            <a:noFill/>
            <a:prstDash val="solid"/>
            <a:miter/>
          </a:ln>
        </p:spPr>
        <p:txBody>
          <a:bodyPr rtlCol="0" anchor="ctr"/>
          <a:lstStyle/>
          <a:p>
            <a:endParaRPr lang="de-DE"/>
          </a:p>
        </p:txBody>
      </p:sp>
      <p:sp>
        <p:nvSpPr>
          <p:cNvPr id="9" name="Fußzeilenplatzhalter 8">
            <a:extLst>
              <a:ext uri="{FF2B5EF4-FFF2-40B4-BE49-F238E27FC236}">
                <a16:creationId xmlns:a16="http://schemas.microsoft.com/office/drawing/2014/main" id="{D03EB9C7-5B0D-40C1-4C1E-90D2B3B10616}"/>
              </a:ext>
            </a:extLst>
          </p:cNvPr>
          <p:cNvSpPr>
            <a:spLocks noGrp="1"/>
          </p:cNvSpPr>
          <p:nvPr>
            <p:ph type="ftr" sz="quarter" idx="10"/>
          </p:nvPr>
        </p:nvSpPr>
        <p:spPr bwMode="gray"/>
        <p:txBody>
          <a:bodyPr>
            <a:noAutofit/>
          </a:bodyPr>
          <a:lstStyle>
            <a:lvl1pPr rtl="0">
              <a:defRPr>
                <a:solidFill>
                  <a:schemeClr val="tx1"/>
                </a:solidFill>
              </a:defRPr>
            </a:lvl1pPr>
          </a:lstStyle>
          <a:p>
            <a:r>
              <a:rPr lang="de-DE"/>
              <a:t>© msg systems ag | Titel einfügen | 2025</a:t>
            </a:r>
          </a:p>
        </p:txBody>
      </p:sp>
      <p:sp>
        <p:nvSpPr>
          <p:cNvPr id="10" name="Foliennummernplatzhalter 9">
            <a:extLst>
              <a:ext uri="{FF2B5EF4-FFF2-40B4-BE49-F238E27FC236}">
                <a16:creationId xmlns:a16="http://schemas.microsoft.com/office/drawing/2014/main" id="{9DFE6708-DAE5-9464-8231-70CB5EC0057C}"/>
              </a:ext>
            </a:extLst>
          </p:cNvPr>
          <p:cNvSpPr>
            <a:spLocks noGrp="1"/>
          </p:cNvSpPr>
          <p:nvPr>
            <p:ph type="sldNum" sz="quarter" idx="11"/>
          </p:nvPr>
        </p:nvSpPr>
        <p:spPr bwMode="gray"/>
        <p:txBody>
          <a:bodyPr>
            <a:noAutofit/>
          </a:bodyPr>
          <a:lstStyle>
            <a:lvl1pPr rtl="0">
              <a:defRPr>
                <a:solidFill>
                  <a:schemeClr val="bg1"/>
                </a:solidFill>
              </a:defRPr>
            </a:lvl1pPr>
          </a:lstStyle>
          <a:p>
            <a:fld id="{1FBD72F1-A42A-46B0-A7F8-CE6A9835826C}" type="slidenum">
              <a:rPr lang="de-DE"/>
              <a:pPr/>
              <a:t>‹Nr.›</a:t>
            </a:fld>
            <a:endParaRPr lang="de-DE" dirty="0"/>
          </a:p>
        </p:txBody>
      </p:sp>
    </p:spTree>
    <p:extLst>
      <p:ext uri="{BB962C8B-B14F-4D97-AF65-F5344CB8AC3E}">
        <p14:creationId xmlns:p14="http://schemas.microsoft.com/office/powerpoint/2010/main" val="149926467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Schlussfolie">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43557C6E-E0BD-90A0-C797-59F42268DEF3}"/>
              </a:ext>
            </a:extLst>
          </p:cNvPr>
          <p:cNvGraphicFramePr>
            <a:graphicFrameLocks noChangeAspect="1"/>
          </p:cNvGraphicFramePr>
          <p:nvPr userDrawn="1">
            <p:custDataLst>
              <p:tags r:id="rId1"/>
            </p:custDataLst>
            <p:extLst>
              <p:ext uri="{D42A27DB-BD31-4B8C-83A1-F6EECF244321}">
                <p14:modId xmlns:p14="http://schemas.microsoft.com/office/powerpoint/2010/main" val="28686861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6" name="think-cell data - do not delete" hidden="1">
                        <a:extLst>
                          <a:ext uri="{FF2B5EF4-FFF2-40B4-BE49-F238E27FC236}">
                            <a16:creationId xmlns:a16="http://schemas.microsoft.com/office/drawing/2014/main" id="{43557C6E-E0BD-90A0-C797-59F42268DEF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 name="Bildplatzhalter 8" descr="Bild füllt 1/3 der Folie aus, rechts daneben eine Textbox mit Verabschiedung. Das Bild ist änderbar">
            <a:extLst>
              <a:ext uri="{FF2B5EF4-FFF2-40B4-BE49-F238E27FC236}">
                <a16:creationId xmlns:a16="http://schemas.microsoft.com/office/drawing/2014/main" id="{8A0BDE57-5FB6-EBC0-0A2B-8FC1EBF53F23}"/>
              </a:ext>
            </a:extLst>
          </p:cNvPr>
          <p:cNvSpPr>
            <a:spLocks noGrp="1"/>
          </p:cNvSpPr>
          <p:nvPr>
            <p:ph type="pic" sz="quarter" idx="10"/>
          </p:nvPr>
        </p:nvSpPr>
        <p:spPr bwMode="gray">
          <a:xfrm>
            <a:off x="0" y="0"/>
            <a:ext cx="4732016" cy="6858000"/>
          </a:xfrm>
          <a:custGeom>
            <a:avLst/>
            <a:gdLst>
              <a:gd name="connsiteX0" fmla="*/ 4731108 w 4732016"/>
              <a:gd name="connsiteY0" fmla="*/ 2672511 h 6858000"/>
              <a:gd name="connsiteX1" fmla="*/ 4732016 w 4732016"/>
              <a:gd name="connsiteY1" fmla="*/ 2672557 h 6858000"/>
              <a:gd name="connsiteX2" fmla="*/ 4732016 w 4732016"/>
              <a:gd name="connsiteY2" fmla="*/ 5415665 h 6858000"/>
              <a:gd name="connsiteX3" fmla="*/ 4731108 w 4732016"/>
              <a:gd name="connsiteY3" fmla="*/ 5415711 h 6858000"/>
              <a:gd name="connsiteX4" fmla="*/ 3359508 w 4732016"/>
              <a:gd name="connsiteY4" fmla="*/ 4044111 h 6858000"/>
              <a:gd name="connsiteX5" fmla="*/ 4731108 w 4732016"/>
              <a:gd name="connsiteY5" fmla="*/ 2672511 h 6858000"/>
              <a:gd name="connsiteX6" fmla="*/ 0 w 4732016"/>
              <a:gd name="connsiteY6" fmla="*/ 0 h 6858000"/>
              <a:gd name="connsiteX7" fmla="*/ 4732016 w 4732016"/>
              <a:gd name="connsiteY7" fmla="*/ 0 h 6858000"/>
              <a:gd name="connsiteX8" fmla="*/ 4732016 w 4732016"/>
              <a:gd name="connsiteY8" fmla="*/ 2595445 h 6858000"/>
              <a:gd name="connsiteX9" fmla="*/ 4731108 w 4732016"/>
              <a:gd name="connsiteY9" fmla="*/ 2595399 h 6858000"/>
              <a:gd name="connsiteX10" fmla="*/ 3282396 w 4732016"/>
              <a:gd name="connsiteY10" fmla="*/ 4044111 h 6858000"/>
              <a:gd name="connsiteX11" fmla="*/ 4731108 w 4732016"/>
              <a:gd name="connsiteY11" fmla="*/ 5492823 h 6858000"/>
              <a:gd name="connsiteX12" fmla="*/ 4732016 w 4732016"/>
              <a:gd name="connsiteY12" fmla="*/ 5492777 h 6858000"/>
              <a:gd name="connsiteX13" fmla="*/ 4732016 w 4732016"/>
              <a:gd name="connsiteY13" fmla="*/ 6858000 h 6858000"/>
              <a:gd name="connsiteX14" fmla="*/ 0 w 4732016"/>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732016" h="6858000">
                <a:moveTo>
                  <a:pt x="4731108" y="2672511"/>
                </a:moveTo>
                <a:lnTo>
                  <a:pt x="4732016" y="2672557"/>
                </a:lnTo>
                <a:lnTo>
                  <a:pt x="4732016" y="5415665"/>
                </a:lnTo>
                <a:lnTo>
                  <a:pt x="4731108" y="5415711"/>
                </a:lnTo>
                <a:cubicBezTo>
                  <a:pt x="3973594" y="5415711"/>
                  <a:pt x="3359508" y="4801625"/>
                  <a:pt x="3359508" y="4044111"/>
                </a:cubicBezTo>
                <a:cubicBezTo>
                  <a:pt x="3359508" y="3286597"/>
                  <a:pt x="3973594" y="2672511"/>
                  <a:pt x="4731108" y="2672511"/>
                </a:cubicBezTo>
                <a:close/>
                <a:moveTo>
                  <a:pt x="0" y="0"/>
                </a:moveTo>
                <a:lnTo>
                  <a:pt x="4732016" y="0"/>
                </a:lnTo>
                <a:lnTo>
                  <a:pt x="4732016" y="2595445"/>
                </a:lnTo>
                <a:lnTo>
                  <a:pt x="4731108" y="2595399"/>
                </a:lnTo>
                <a:cubicBezTo>
                  <a:pt x="3931006" y="2595399"/>
                  <a:pt x="3282396" y="3244009"/>
                  <a:pt x="3282396" y="4044111"/>
                </a:cubicBezTo>
                <a:cubicBezTo>
                  <a:pt x="3282396" y="4844213"/>
                  <a:pt x="3931006" y="5492823"/>
                  <a:pt x="4731108" y="5492823"/>
                </a:cubicBezTo>
                <a:lnTo>
                  <a:pt x="4732016" y="5492777"/>
                </a:lnTo>
                <a:lnTo>
                  <a:pt x="4732016" y="6858000"/>
                </a:lnTo>
                <a:lnTo>
                  <a:pt x="0" y="6858000"/>
                </a:lnTo>
                <a:close/>
              </a:path>
            </a:pathLst>
          </a:custGeom>
          <a:solidFill>
            <a:schemeClr val="bg2"/>
          </a:solidFill>
        </p:spPr>
        <p:txBody>
          <a:bodyPr wrap="square">
            <a:noAutofit/>
          </a:bodyPr>
          <a:lstStyle>
            <a:lvl1pPr>
              <a:defRPr/>
            </a:lvl1pPr>
          </a:lstStyle>
          <a:p>
            <a:r>
              <a:rPr lang="de-DE"/>
              <a:t>Bild durch Klicken auf Symbol hinzufügen</a:t>
            </a:r>
          </a:p>
        </p:txBody>
      </p:sp>
      <p:sp>
        <p:nvSpPr>
          <p:cNvPr id="2" name="Titel 1">
            <a:extLst>
              <a:ext uri="{FF2B5EF4-FFF2-40B4-BE49-F238E27FC236}">
                <a16:creationId xmlns:a16="http://schemas.microsoft.com/office/drawing/2014/main" id="{F411F345-D99E-DC01-54AD-CFF488F1540D}"/>
              </a:ext>
            </a:extLst>
          </p:cNvPr>
          <p:cNvSpPr>
            <a:spLocks noGrp="1"/>
          </p:cNvSpPr>
          <p:nvPr>
            <p:ph type="title" hasCustomPrompt="1"/>
          </p:nvPr>
        </p:nvSpPr>
        <p:spPr bwMode="gray">
          <a:xfrm>
            <a:off x="5171444" y="2637155"/>
            <a:ext cx="5389027" cy="1079886"/>
          </a:xfrm>
        </p:spPr>
        <p:txBody>
          <a:bodyPr vert="horz" anchor="b">
            <a:noAutofit/>
          </a:bodyPr>
          <a:lstStyle>
            <a:lvl1pPr rtl="0">
              <a:defRPr sz="7200">
                <a:solidFill>
                  <a:schemeClr val="accent1"/>
                </a:solidFill>
              </a:defRPr>
            </a:lvl1pPr>
          </a:lstStyle>
          <a:p>
            <a:r>
              <a:rPr lang="de-DE" dirty="0"/>
              <a:t>Vielen Dank</a:t>
            </a:r>
          </a:p>
        </p:txBody>
      </p:sp>
      <p:pic>
        <p:nvPicPr>
          <p:cNvPr id="4" name="Grafik 3">
            <a:extLst>
              <a:ext uri="{FF2B5EF4-FFF2-40B4-BE49-F238E27FC236}">
                <a16:creationId xmlns:a16="http://schemas.microsoft.com/office/drawing/2014/main" id="{E61D11C2-59E6-B47D-9725-493B567FE06E}"/>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bwMode="gray">
          <a:xfrm>
            <a:off x="10704521" y="296864"/>
            <a:ext cx="1152942" cy="360000"/>
          </a:xfrm>
          <a:prstGeom prst="rect">
            <a:avLst/>
          </a:prstGeom>
        </p:spPr>
      </p:pic>
      <p:sp>
        <p:nvSpPr>
          <p:cNvPr id="13" name="Freihandform: Form 12">
            <a:extLst>
              <a:ext uri="{FF2B5EF4-FFF2-40B4-BE49-F238E27FC236}">
                <a16:creationId xmlns:a16="http://schemas.microsoft.com/office/drawing/2014/main" id="{C853E75E-DDB2-41C0-26F3-9A404FCBC4BC}"/>
              </a:ext>
              <a:ext uri="{C183D7F6-B498-43B3-948B-1728B52AA6E4}">
                <adec:decorative xmlns:adec="http://schemas.microsoft.com/office/drawing/2017/decorative" val="1"/>
              </a:ext>
            </a:extLst>
          </p:cNvPr>
          <p:cNvSpPr>
            <a:spLocks/>
          </p:cNvSpPr>
          <p:nvPr userDrawn="1"/>
        </p:nvSpPr>
        <p:spPr bwMode="gray">
          <a:xfrm>
            <a:off x="4732016" y="4038601"/>
            <a:ext cx="1447804" cy="1454177"/>
          </a:xfrm>
          <a:custGeom>
            <a:avLst/>
            <a:gdLst>
              <a:gd name="connsiteX0" fmla="*/ 1370414 w 1447804"/>
              <a:gd name="connsiteY0" fmla="*/ 0 h 1454177"/>
              <a:gd name="connsiteX1" fmla="*/ 1447526 w 1447804"/>
              <a:gd name="connsiteY1" fmla="*/ 0 h 1454177"/>
              <a:gd name="connsiteX2" fmla="*/ 1447804 w 1447804"/>
              <a:gd name="connsiteY2" fmla="*/ 5511 h 1454177"/>
              <a:gd name="connsiteX3" fmla="*/ 147215 w 1447804"/>
              <a:gd name="connsiteY3" fmla="*/ 1446744 h 1454177"/>
              <a:gd name="connsiteX4" fmla="*/ 0 w 1447804"/>
              <a:gd name="connsiteY4" fmla="*/ 1454177 h 1454177"/>
              <a:gd name="connsiteX5" fmla="*/ 0 w 1447804"/>
              <a:gd name="connsiteY5" fmla="*/ 1377065 h 1454177"/>
              <a:gd name="connsiteX6" fmla="*/ 139330 w 1447804"/>
              <a:gd name="connsiteY6" fmla="*/ 1370030 h 1454177"/>
              <a:gd name="connsiteX7" fmla="*/ 1370692 w 1447804"/>
              <a:gd name="connsiteY7" fmla="*/ 5511 h 1454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7804" h="1454177">
                <a:moveTo>
                  <a:pt x="1370414" y="0"/>
                </a:moveTo>
                <a:lnTo>
                  <a:pt x="1447526" y="0"/>
                </a:lnTo>
                <a:lnTo>
                  <a:pt x="1447804" y="5511"/>
                </a:lnTo>
                <a:cubicBezTo>
                  <a:pt x="1447804" y="755607"/>
                  <a:pt x="877737" y="1372555"/>
                  <a:pt x="147215" y="1446744"/>
                </a:cubicBezTo>
                <a:lnTo>
                  <a:pt x="0" y="1454177"/>
                </a:lnTo>
                <a:lnTo>
                  <a:pt x="0" y="1377065"/>
                </a:lnTo>
                <a:lnTo>
                  <a:pt x="139330" y="1370030"/>
                </a:lnTo>
                <a:cubicBezTo>
                  <a:pt x="830968" y="1299790"/>
                  <a:pt x="1370692" y="715681"/>
                  <a:pt x="1370692" y="551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t" anchorCtr="0" forceAA="0" compatLnSpc="1">
            <a:prstTxWarp prst="textNoShape">
              <a:avLst/>
            </a:prstTxWarp>
            <a:noAutofit/>
          </a:bodyPr>
          <a:lstStyle/>
          <a:p>
            <a:pPr algn="l"/>
            <a:endParaRPr lang="de-DE">
              <a:solidFill>
                <a:schemeClr val="tx1"/>
              </a:solidFill>
            </a:endParaRPr>
          </a:p>
        </p:txBody>
      </p:sp>
      <p:grpSp>
        <p:nvGrpSpPr>
          <p:cNvPr id="23" name="Gruppieren 22">
            <a:extLst>
              <a:ext uri="{FF2B5EF4-FFF2-40B4-BE49-F238E27FC236}">
                <a16:creationId xmlns:a16="http://schemas.microsoft.com/office/drawing/2014/main" id="{DC4E1B5C-FA2B-A25F-98F2-EAB6D242AB0D}"/>
              </a:ext>
              <a:ext uri="{C183D7F6-B498-43B3-948B-1728B52AA6E4}">
                <adec:decorative xmlns:adec="http://schemas.microsoft.com/office/drawing/2017/decorative" val="1"/>
              </a:ext>
            </a:extLst>
          </p:cNvPr>
          <p:cNvGrpSpPr>
            <a:grpSpLocks/>
          </p:cNvGrpSpPr>
          <p:nvPr userDrawn="1"/>
        </p:nvGrpSpPr>
        <p:grpSpPr bwMode="gray">
          <a:xfrm>
            <a:off x="623888" y="-254000"/>
            <a:ext cx="11233150" cy="144000"/>
            <a:chOff x="623888" y="0"/>
            <a:chExt cx="11233150" cy="6858000"/>
          </a:xfrm>
        </p:grpSpPr>
        <p:cxnSp>
          <p:nvCxnSpPr>
            <p:cNvPr id="24" name="Gerader Verbinder 23">
              <a:extLst>
                <a:ext uri="{FF2B5EF4-FFF2-40B4-BE49-F238E27FC236}">
                  <a16:creationId xmlns:a16="http://schemas.microsoft.com/office/drawing/2014/main" id="{8700D640-C026-81DF-9BEC-4AA2A2CA6FC5}"/>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95EB4F89-3FBB-615D-089C-8B9A94D1720B}"/>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34" name="Gruppieren 33">
            <a:extLst>
              <a:ext uri="{FF2B5EF4-FFF2-40B4-BE49-F238E27FC236}">
                <a16:creationId xmlns:a16="http://schemas.microsoft.com/office/drawing/2014/main" id="{AE1B60D7-E3D7-1291-5C40-0F365A12796A}"/>
              </a:ext>
              <a:ext uri="{C183D7F6-B498-43B3-948B-1728B52AA6E4}">
                <adec:decorative xmlns:adec="http://schemas.microsoft.com/office/drawing/2017/decorative" val="1"/>
              </a:ext>
            </a:extLst>
          </p:cNvPr>
          <p:cNvGrpSpPr>
            <a:grpSpLocks/>
          </p:cNvGrpSpPr>
          <p:nvPr userDrawn="1"/>
        </p:nvGrpSpPr>
        <p:grpSpPr bwMode="gray">
          <a:xfrm>
            <a:off x="623888" y="6972300"/>
            <a:ext cx="11233150" cy="144000"/>
            <a:chOff x="623888" y="0"/>
            <a:chExt cx="11233150" cy="6858000"/>
          </a:xfrm>
        </p:grpSpPr>
        <p:cxnSp>
          <p:nvCxnSpPr>
            <p:cNvPr id="35" name="Gerader Verbinder 34">
              <a:extLst>
                <a:ext uri="{FF2B5EF4-FFF2-40B4-BE49-F238E27FC236}">
                  <a16:creationId xmlns:a16="http://schemas.microsoft.com/office/drawing/2014/main" id="{DF51E956-5109-9B37-947A-C66912F3EF71}"/>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36" name="Gerader Verbinder 35">
              <a:extLst>
                <a:ext uri="{FF2B5EF4-FFF2-40B4-BE49-F238E27FC236}">
                  <a16:creationId xmlns:a16="http://schemas.microsoft.com/office/drawing/2014/main" id="{6BA94E57-9184-7056-0256-7B938B9F35C8}"/>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255" name="Gruppieren 254">
            <a:extLst>
              <a:ext uri="{FF2B5EF4-FFF2-40B4-BE49-F238E27FC236}">
                <a16:creationId xmlns:a16="http://schemas.microsoft.com/office/drawing/2014/main" id="{3E5391CA-E519-76AB-4391-44D965D46B5B}"/>
              </a:ext>
              <a:ext uri="{C183D7F6-B498-43B3-948B-1728B52AA6E4}">
                <adec:decorative xmlns:adec="http://schemas.microsoft.com/office/drawing/2017/decorative" val="1"/>
              </a:ext>
            </a:extLst>
          </p:cNvPr>
          <p:cNvGrpSpPr/>
          <p:nvPr userDrawn="1"/>
        </p:nvGrpSpPr>
        <p:grpSpPr bwMode="gray">
          <a:xfrm>
            <a:off x="-254000" y="296863"/>
            <a:ext cx="144000" cy="6300787"/>
            <a:chOff x="0" y="296863"/>
            <a:chExt cx="12192000" cy="6300787"/>
          </a:xfrm>
        </p:grpSpPr>
        <p:cxnSp>
          <p:nvCxnSpPr>
            <p:cNvPr id="256" name="Gerader Verbinder 255">
              <a:extLst>
                <a:ext uri="{FF2B5EF4-FFF2-40B4-BE49-F238E27FC236}">
                  <a16:creationId xmlns:a16="http://schemas.microsoft.com/office/drawing/2014/main" id="{3D5CF162-9356-8961-7485-E975EFEF317A}"/>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57" name="Gerader Verbinder 256">
              <a:extLst>
                <a:ext uri="{FF2B5EF4-FFF2-40B4-BE49-F238E27FC236}">
                  <a16:creationId xmlns:a16="http://schemas.microsoft.com/office/drawing/2014/main" id="{88DE2A7E-3339-A825-6D86-C6FFE468CC17}"/>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58" name="Gerader Verbinder 257">
              <a:extLst>
                <a:ext uri="{FF2B5EF4-FFF2-40B4-BE49-F238E27FC236}">
                  <a16:creationId xmlns:a16="http://schemas.microsoft.com/office/drawing/2014/main" id="{AB1D1473-27B0-133A-72CA-46D22658ED04}"/>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59" name="Gerader Verbinder 258">
              <a:extLst>
                <a:ext uri="{FF2B5EF4-FFF2-40B4-BE49-F238E27FC236}">
                  <a16:creationId xmlns:a16="http://schemas.microsoft.com/office/drawing/2014/main" id="{1E940AEB-D178-02FF-70E9-E501265D193A}"/>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60" name="Gerader Verbinder 259">
              <a:extLst>
                <a:ext uri="{FF2B5EF4-FFF2-40B4-BE49-F238E27FC236}">
                  <a16:creationId xmlns:a16="http://schemas.microsoft.com/office/drawing/2014/main" id="{B58477F6-72E0-6D73-AA37-159DBC36BE8C}"/>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61" name="Gerader Verbinder 260">
              <a:extLst>
                <a:ext uri="{FF2B5EF4-FFF2-40B4-BE49-F238E27FC236}">
                  <a16:creationId xmlns:a16="http://schemas.microsoft.com/office/drawing/2014/main" id="{75810A12-D3BD-DCE6-076A-E96EEA6ABF0D}"/>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62" name="Gerader Verbinder 261">
              <a:extLst>
                <a:ext uri="{FF2B5EF4-FFF2-40B4-BE49-F238E27FC236}">
                  <a16:creationId xmlns:a16="http://schemas.microsoft.com/office/drawing/2014/main" id="{F2B0E949-A9CB-7365-01C9-8A6DF67AE2A9}"/>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263" name="Gruppieren 262">
            <a:extLst>
              <a:ext uri="{FF2B5EF4-FFF2-40B4-BE49-F238E27FC236}">
                <a16:creationId xmlns:a16="http://schemas.microsoft.com/office/drawing/2014/main" id="{E1AA2A90-B7AD-39FC-9421-FCB18C79E3C1}"/>
              </a:ext>
              <a:ext uri="{C183D7F6-B498-43B3-948B-1728B52AA6E4}">
                <adec:decorative xmlns:adec="http://schemas.microsoft.com/office/drawing/2017/decorative" val="1"/>
              </a:ext>
            </a:extLst>
          </p:cNvPr>
          <p:cNvGrpSpPr/>
          <p:nvPr userDrawn="1"/>
        </p:nvGrpSpPr>
        <p:grpSpPr bwMode="gray">
          <a:xfrm>
            <a:off x="12301940" y="296863"/>
            <a:ext cx="144000" cy="6300787"/>
            <a:chOff x="0" y="296863"/>
            <a:chExt cx="12192000" cy="6300787"/>
          </a:xfrm>
        </p:grpSpPr>
        <p:cxnSp>
          <p:nvCxnSpPr>
            <p:cNvPr id="264" name="Gerader Verbinder 263">
              <a:extLst>
                <a:ext uri="{FF2B5EF4-FFF2-40B4-BE49-F238E27FC236}">
                  <a16:creationId xmlns:a16="http://schemas.microsoft.com/office/drawing/2014/main" id="{EC992BC4-1D1C-C6AC-E564-8E8883B6885C}"/>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65" name="Gerader Verbinder 264">
              <a:extLst>
                <a:ext uri="{FF2B5EF4-FFF2-40B4-BE49-F238E27FC236}">
                  <a16:creationId xmlns:a16="http://schemas.microsoft.com/office/drawing/2014/main" id="{3095DD07-ED94-455A-D0E9-239953177587}"/>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66" name="Gerader Verbinder 265">
              <a:extLst>
                <a:ext uri="{FF2B5EF4-FFF2-40B4-BE49-F238E27FC236}">
                  <a16:creationId xmlns:a16="http://schemas.microsoft.com/office/drawing/2014/main" id="{63CA2019-0C1D-3FD4-01EB-B40A418427AA}"/>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67" name="Gerader Verbinder 266">
              <a:extLst>
                <a:ext uri="{FF2B5EF4-FFF2-40B4-BE49-F238E27FC236}">
                  <a16:creationId xmlns:a16="http://schemas.microsoft.com/office/drawing/2014/main" id="{2CB73853-CAF7-7DB3-6F1E-91C215310476}"/>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68" name="Gerader Verbinder 267">
              <a:extLst>
                <a:ext uri="{FF2B5EF4-FFF2-40B4-BE49-F238E27FC236}">
                  <a16:creationId xmlns:a16="http://schemas.microsoft.com/office/drawing/2014/main" id="{0A0325C9-46EF-914F-E083-4986A9A05F02}"/>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69" name="Gerader Verbinder 268">
              <a:extLst>
                <a:ext uri="{FF2B5EF4-FFF2-40B4-BE49-F238E27FC236}">
                  <a16:creationId xmlns:a16="http://schemas.microsoft.com/office/drawing/2014/main" id="{8689EBEB-57E4-6EE7-1089-1CD41EB9B67E}"/>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70" name="Gerader Verbinder 269">
              <a:extLst>
                <a:ext uri="{FF2B5EF4-FFF2-40B4-BE49-F238E27FC236}">
                  <a16:creationId xmlns:a16="http://schemas.microsoft.com/office/drawing/2014/main" id="{968F8860-7501-5AA5-FE12-BEA00350C92E}"/>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3" name="MIO_Placeholder_Mapping" hidden="1">
            <a:extLst>
              <a:ext uri="{FF2B5EF4-FFF2-40B4-BE49-F238E27FC236}">
                <a16:creationId xmlns:a16="http://schemas.microsoft.com/office/drawing/2014/main" id="{DEA664ED-88A5-2113-55F4-2CCC5DDEF69E}"/>
              </a:ext>
            </a:extLst>
          </p:cNvPr>
          <p:cNvSpPr/>
          <p:nvPr userDrawn="1">
            <p:custDataLst>
              <p:tags r:id="rId2"/>
            </p:custDataLst>
          </p:nvPr>
        </p:nvSpPr>
        <p:spPr>
          <a:xfrm>
            <a:off x="0" y="0"/>
            <a:ext cx="0" cy="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de-DE" sz="1600" dirty="0"/>
          </a:p>
        </p:txBody>
      </p:sp>
      <p:sp>
        <p:nvSpPr>
          <p:cNvPr id="5" name="MIO_AGENDA_LAST_SLIDE">
            <a:extLst>
              <a:ext uri="{FF2B5EF4-FFF2-40B4-BE49-F238E27FC236}">
                <a16:creationId xmlns:a16="http://schemas.microsoft.com/office/drawing/2014/main" id="{B48AE89D-43C5-8FF8-0113-4C294E52996C}"/>
              </a:ext>
            </a:extLst>
          </p:cNvPr>
          <p:cNvSpPr/>
          <p:nvPr userDrawn="1"/>
        </p:nvSpPr>
        <p:spPr>
          <a:xfrm>
            <a:off x="12108021" y="63060"/>
            <a:ext cx="36000" cy="36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de-DE" sz="1600" dirty="0"/>
          </a:p>
        </p:txBody>
      </p:sp>
    </p:spTree>
    <p:extLst>
      <p:ext uri="{BB962C8B-B14F-4D97-AF65-F5344CB8AC3E}">
        <p14:creationId xmlns:p14="http://schemas.microsoft.com/office/powerpoint/2010/main" val="153577495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18" Type="http://schemas.openxmlformats.org/officeDocument/2006/relationships/slideLayout" Target="../slideLayouts/slideLayout51.xml"/><Relationship Id="rId26" Type="http://schemas.openxmlformats.org/officeDocument/2006/relationships/theme" Target="../theme/theme2.xml"/><Relationship Id="rId3" Type="http://schemas.openxmlformats.org/officeDocument/2006/relationships/slideLayout" Target="../slideLayouts/slideLayout36.xml"/><Relationship Id="rId21" Type="http://schemas.openxmlformats.org/officeDocument/2006/relationships/slideLayout" Target="../slideLayouts/slideLayout54.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5" Type="http://schemas.openxmlformats.org/officeDocument/2006/relationships/slideLayout" Target="../slideLayouts/slideLayout58.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20" Type="http://schemas.openxmlformats.org/officeDocument/2006/relationships/slideLayout" Target="../slideLayouts/slideLayout53.xml"/><Relationship Id="rId29" Type="http://schemas.openxmlformats.org/officeDocument/2006/relationships/oleObject" Target="../embeddings/oleObject1.bin"/><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24" Type="http://schemas.openxmlformats.org/officeDocument/2006/relationships/slideLayout" Target="../slideLayouts/slideLayout57.xml"/><Relationship Id="rId32" Type="http://schemas.openxmlformats.org/officeDocument/2006/relationships/image" Target="../media/image9.svg"/><Relationship Id="rId5" Type="http://schemas.openxmlformats.org/officeDocument/2006/relationships/slideLayout" Target="../slideLayouts/slideLayout38.xml"/><Relationship Id="rId15" Type="http://schemas.openxmlformats.org/officeDocument/2006/relationships/slideLayout" Target="../slideLayouts/slideLayout48.xml"/><Relationship Id="rId23" Type="http://schemas.openxmlformats.org/officeDocument/2006/relationships/slideLayout" Target="../slideLayouts/slideLayout56.xml"/><Relationship Id="rId28" Type="http://schemas.openxmlformats.org/officeDocument/2006/relationships/tags" Target="../tags/tag2.xml"/><Relationship Id="rId10" Type="http://schemas.openxmlformats.org/officeDocument/2006/relationships/slideLayout" Target="../slideLayouts/slideLayout43.xml"/><Relationship Id="rId19" Type="http://schemas.openxmlformats.org/officeDocument/2006/relationships/slideLayout" Target="../slideLayouts/slideLayout52.xml"/><Relationship Id="rId31" Type="http://schemas.openxmlformats.org/officeDocument/2006/relationships/image" Target="../media/image8.png"/><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 Id="rId22" Type="http://schemas.openxmlformats.org/officeDocument/2006/relationships/slideLayout" Target="../slideLayouts/slideLayout55.xml"/><Relationship Id="rId27" Type="http://schemas.openxmlformats.org/officeDocument/2006/relationships/tags" Target="../tags/tag1.xml"/><Relationship Id="rId30" Type="http://schemas.openxmlformats.org/officeDocument/2006/relationships/image" Target="../media/image7.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F81EE6BE-BC9D-4F81-95D2-ADD4AD502799}"/>
              </a:ext>
            </a:extLst>
          </p:cNvPr>
          <p:cNvSpPr>
            <a:spLocks noGrp="1"/>
          </p:cNvSpPr>
          <p:nvPr>
            <p:ph type="body" idx="1"/>
          </p:nvPr>
        </p:nvSpPr>
        <p:spPr>
          <a:xfrm>
            <a:off x="841375" y="1847675"/>
            <a:ext cx="10510838" cy="4461050"/>
          </a:xfrm>
          <a:prstGeom prst="rect">
            <a:avLst/>
          </a:prstGeom>
        </p:spPr>
        <p:txBody>
          <a:bodyPr vert="horz" lIns="0" tIns="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Fußzeilenplatzhalter 4">
            <a:extLst>
              <a:ext uri="{FF2B5EF4-FFF2-40B4-BE49-F238E27FC236}">
                <a16:creationId xmlns:a16="http://schemas.microsoft.com/office/drawing/2014/main" id="{069B8935-E259-4B02-883B-6D1A3EE7D602}"/>
              </a:ext>
            </a:extLst>
          </p:cNvPr>
          <p:cNvSpPr>
            <a:spLocks noGrp="1"/>
          </p:cNvSpPr>
          <p:nvPr>
            <p:ph type="ftr" sz="quarter" idx="3"/>
          </p:nvPr>
        </p:nvSpPr>
        <p:spPr>
          <a:xfrm>
            <a:off x="841375" y="6529181"/>
            <a:ext cx="7315200" cy="196131"/>
          </a:xfrm>
          <a:prstGeom prst="rect">
            <a:avLst/>
          </a:prstGeom>
        </p:spPr>
        <p:txBody>
          <a:bodyPr vert="horz" lIns="0" tIns="0" rIns="0" bIns="0" rtlCol="0" anchor="ctr"/>
          <a:lstStyle>
            <a:lvl1pPr marL="7200" indent="-7200" algn="l">
              <a:lnSpc>
                <a:spcPct val="100000"/>
              </a:lnSpc>
              <a:spcBef>
                <a:spcPts val="0"/>
              </a:spcBef>
              <a:defRPr sz="1000">
                <a:solidFill>
                  <a:srgbClr val="6F6F6F"/>
                </a:solidFill>
              </a:defRPr>
            </a:lvl1pPr>
          </a:lstStyle>
          <a:p>
            <a:r>
              <a:rPr lang="de-DE"/>
              <a:t>© msg systems ag | 2021 | Präsentationstitel</a:t>
            </a:r>
            <a:endParaRPr lang="de-DE" dirty="0"/>
          </a:p>
        </p:txBody>
      </p:sp>
      <p:sp>
        <p:nvSpPr>
          <p:cNvPr id="6" name="Foliennummernplatzhalter 5">
            <a:extLst>
              <a:ext uri="{FF2B5EF4-FFF2-40B4-BE49-F238E27FC236}">
                <a16:creationId xmlns:a16="http://schemas.microsoft.com/office/drawing/2014/main" id="{08D76224-E1D4-43A7-9ACF-CEDFC80D25C4}"/>
              </a:ext>
            </a:extLst>
          </p:cNvPr>
          <p:cNvSpPr>
            <a:spLocks noGrp="1"/>
          </p:cNvSpPr>
          <p:nvPr>
            <p:ph type="sldNum" sz="quarter" idx="4"/>
          </p:nvPr>
        </p:nvSpPr>
        <p:spPr>
          <a:xfrm>
            <a:off x="11350625" y="6529181"/>
            <a:ext cx="506328" cy="196131"/>
          </a:xfrm>
          <a:prstGeom prst="rect">
            <a:avLst/>
          </a:prstGeom>
        </p:spPr>
        <p:txBody>
          <a:bodyPr vert="horz" lIns="0" tIns="0" rIns="0" bIns="0" rtlCol="0" anchor="ctr" anchorCtr="0"/>
          <a:lstStyle>
            <a:lvl1pPr marL="7200" indent="-7200" algn="r">
              <a:lnSpc>
                <a:spcPct val="100000"/>
              </a:lnSpc>
              <a:spcBef>
                <a:spcPts val="0"/>
              </a:spcBef>
              <a:defRPr sz="1000">
                <a:solidFill>
                  <a:srgbClr val="6F6F6F"/>
                </a:solidFill>
              </a:defRPr>
            </a:lvl1pPr>
          </a:lstStyle>
          <a:p>
            <a:fld id="{B27B0579-4238-4E44-9A9E-134B676F827C}" type="slidenum">
              <a:rPr lang="de-DE" smtClean="0"/>
              <a:pPr/>
              <a:t>‹Nr.›</a:t>
            </a:fld>
            <a:endParaRPr lang="de-DE" dirty="0"/>
          </a:p>
        </p:txBody>
      </p:sp>
      <p:sp>
        <p:nvSpPr>
          <p:cNvPr id="7" name="Titel 1">
            <a:extLst>
              <a:ext uri="{FF2B5EF4-FFF2-40B4-BE49-F238E27FC236}">
                <a16:creationId xmlns:a16="http://schemas.microsoft.com/office/drawing/2014/main" id="{E03ECAFD-9781-4257-B351-7F0273D72724}"/>
              </a:ext>
            </a:extLst>
          </p:cNvPr>
          <p:cNvSpPr txBox="1">
            <a:spLocks/>
          </p:cNvSpPr>
          <p:nvPr/>
        </p:nvSpPr>
        <p:spPr>
          <a:xfrm>
            <a:off x="0" y="1055675"/>
            <a:ext cx="12192000" cy="217487"/>
          </a:xfrm>
          <a:prstGeom prst="rect">
            <a:avLst/>
          </a:prstGeom>
          <a:gradFill flip="none" rotWithShape="1">
            <a:gsLst>
              <a:gs pos="0">
                <a:schemeClr val="accent3">
                  <a:lumMod val="0"/>
                  <a:lumOff val="100000"/>
                </a:schemeClr>
              </a:gs>
              <a:gs pos="100000">
                <a:schemeClr val="accent3">
                  <a:lumMod val="40000"/>
                  <a:lumOff val="60000"/>
                </a:schemeClr>
              </a:gs>
            </a:gsLst>
            <a:lin ang="5400000" scaled="1"/>
            <a:tileRect/>
          </a:gradFill>
          <a:effectLst/>
        </p:spPr>
        <p:txBody>
          <a:bodyPr vert="horz" wrap="none" lIns="91440" tIns="45720" rIns="91440" bIns="45720" rtlCol="0" anchor="ctr">
            <a:noAutofit/>
          </a:bodyPr>
          <a:lstStyle>
            <a:lvl1pPr marL="720000" algn="l" defTabSz="914400" rtl="0" eaLnBrk="1" latinLnBrk="0" hangingPunct="1">
              <a:lnSpc>
                <a:spcPct val="90000"/>
              </a:lnSpc>
              <a:spcBef>
                <a:spcPts val="0"/>
              </a:spcBef>
              <a:buNone/>
              <a:defRPr sz="2800" b="0" i="0" kern="1200">
                <a:solidFill>
                  <a:srgbClr val="A01441"/>
                </a:solidFill>
                <a:latin typeface="Source Sans Pro Light" panose="020B0403030403020204" pitchFamily="34" charset="0"/>
                <a:ea typeface="+mj-ea"/>
                <a:cs typeface="+mj-cs"/>
              </a:defRPr>
            </a:lvl1pPr>
          </a:lstStyle>
          <a:p>
            <a:endParaRPr lang="de-DE" sz="300" b="1" i="0" dirty="0">
              <a:noFill/>
              <a:latin typeface="Calibri" panose="020F0502020204030204" pitchFamily="34" charset="0"/>
            </a:endParaRPr>
          </a:p>
        </p:txBody>
      </p:sp>
      <p:grpSp>
        <p:nvGrpSpPr>
          <p:cNvPr id="8" name="Group 698">
            <a:extLst>
              <a:ext uri="{FF2B5EF4-FFF2-40B4-BE49-F238E27FC236}">
                <a16:creationId xmlns:a16="http://schemas.microsoft.com/office/drawing/2014/main" id="{38B3AD8D-4BDF-4493-A03C-66B87BD86E4A}"/>
              </a:ext>
            </a:extLst>
          </p:cNvPr>
          <p:cNvGrpSpPr>
            <a:grpSpLocks noChangeAspect="1"/>
          </p:cNvGrpSpPr>
          <p:nvPr/>
        </p:nvGrpSpPr>
        <p:grpSpPr bwMode="black">
          <a:xfrm>
            <a:off x="10470356" y="405148"/>
            <a:ext cx="1386682" cy="435208"/>
            <a:chOff x="561" y="2269"/>
            <a:chExt cx="4636" cy="1455"/>
          </a:xfrm>
        </p:grpSpPr>
        <p:sp>
          <p:nvSpPr>
            <p:cNvPr id="9" name="AutoShape 697">
              <a:extLst>
                <a:ext uri="{FF2B5EF4-FFF2-40B4-BE49-F238E27FC236}">
                  <a16:creationId xmlns:a16="http://schemas.microsoft.com/office/drawing/2014/main" id="{1E22E9AA-182F-4CB2-89E0-419C32218031}"/>
                </a:ext>
              </a:extLst>
            </p:cNvPr>
            <p:cNvSpPr>
              <a:spLocks noChangeAspect="1" noChangeArrowheads="1" noTextEdit="1"/>
            </p:cNvSpPr>
            <p:nvPr/>
          </p:nvSpPr>
          <p:spPr bwMode="black">
            <a:xfrm>
              <a:off x="561" y="2271"/>
              <a:ext cx="4634" cy="1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10" name="Oval 699">
              <a:extLst>
                <a:ext uri="{FF2B5EF4-FFF2-40B4-BE49-F238E27FC236}">
                  <a16:creationId xmlns:a16="http://schemas.microsoft.com/office/drawing/2014/main" id="{FE4F0486-765A-46F8-BF6A-2AD294BE1C4F}"/>
                </a:ext>
              </a:extLst>
            </p:cNvPr>
            <p:cNvSpPr>
              <a:spLocks noChangeArrowheads="1"/>
            </p:cNvSpPr>
            <p:nvPr/>
          </p:nvSpPr>
          <p:spPr bwMode="black">
            <a:xfrm>
              <a:off x="561" y="2905"/>
              <a:ext cx="483" cy="484"/>
            </a:xfrm>
            <a:prstGeom prst="ellipse">
              <a:avLst/>
            </a:prstGeom>
            <a:solidFill>
              <a:srgbClr val="A0144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11" name="Freeform 700">
              <a:extLst>
                <a:ext uri="{FF2B5EF4-FFF2-40B4-BE49-F238E27FC236}">
                  <a16:creationId xmlns:a16="http://schemas.microsoft.com/office/drawing/2014/main" id="{FBAC19C4-25A2-4BF7-ACD3-70DAC73E62A4}"/>
                </a:ext>
              </a:extLst>
            </p:cNvPr>
            <p:cNvSpPr>
              <a:spLocks/>
            </p:cNvSpPr>
            <p:nvPr/>
          </p:nvSpPr>
          <p:spPr bwMode="black">
            <a:xfrm>
              <a:off x="1200" y="2269"/>
              <a:ext cx="1559" cy="1113"/>
            </a:xfrm>
            <a:custGeom>
              <a:avLst/>
              <a:gdLst>
                <a:gd name="T0" fmla="*/ 0 w 659"/>
                <a:gd name="T1" fmla="*/ 0 h 469"/>
                <a:gd name="T2" fmla="*/ 0 w 659"/>
                <a:gd name="T3" fmla="*/ 469 h 469"/>
                <a:gd name="T4" fmla="*/ 85 w 659"/>
                <a:gd name="T5" fmla="*/ 469 h 469"/>
                <a:gd name="T6" fmla="*/ 85 w 659"/>
                <a:gd name="T7" fmla="*/ 72 h 469"/>
                <a:gd name="T8" fmla="*/ 282 w 659"/>
                <a:gd name="T9" fmla="*/ 72 h 469"/>
                <a:gd name="T10" fmla="*/ 282 w 659"/>
                <a:gd name="T11" fmla="*/ 469 h 469"/>
                <a:gd name="T12" fmla="*/ 367 w 659"/>
                <a:gd name="T13" fmla="*/ 469 h 469"/>
                <a:gd name="T14" fmla="*/ 367 w 659"/>
                <a:gd name="T15" fmla="*/ 72 h 469"/>
                <a:gd name="T16" fmla="*/ 498 w 659"/>
                <a:gd name="T17" fmla="*/ 72 h 469"/>
                <a:gd name="T18" fmla="*/ 573 w 659"/>
                <a:gd name="T19" fmla="*/ 155 h 469"/>
                <a:gd name="T20" fmla="*/ 573 w 659"/>
                <a:gd name="T21" fmla="*/ 469 h 469"/>
                <a:gd name="T22" fmla="*/ 659 w 659"/>
                <a:gd name="T23" fmla="*/ 469 h 469"/>
                <a:gd name="T24" fmla="*/ 659 w 659"/>
                <a:gd name="T25" fmla="*/ 132 h 469"/>
                <a:gd name="T26" fmla="*/ 541 w 659"/>
                <a:gd name="T27" fmla="*/ 0 h 469"/>
                <a:gd name="T28" fmla="*/ 0 w 659"/>
                <a:gd name="T29"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9" h="469">
                  <a:moveTo>
                    <a:pt x="0" y="0"/>
                  </a:moveTo>
                  <a:cubicBezTo>
                    <a:pt x="0" y="469"/>
                    <a:pt x="0" y="469"/>
                    <a:pt x="0" y="469"/>
                  </a:cubicBezTo>
                  <a:cubicBezTo>
                    <a:pt x="85" y="469"/>
                    <a:pt x="85" y="469"/>
                    <a:pt x="85" y="469"/>
                  </a:cubicBezTo>
                  <a:cubicBezTo>
                    <a:pt x="85" y="72"/>
                    <a:pt x="85" y="72"/>
                    <a:pt x="85" y="72"/>
                  </a:cubicBezTo>
                  <a:cubicBezTo>
                    <a:pt x="85" y="72"/>
                    <a:pt x="218" y="72"/>
                    <a:pt x="282" y="72"/>
                  </a:cubicBezTo>
                  <a:cubicBezTo>
                    <a:pt x="282" y="469"/>
                    <a:pt x="282" y="469"/>
                    <a:pt x="282" y="469"/>
                  </a:cubicBezTo>
                  <a:cubicBezTo>
                    <a:pt x="367" y="469"/>
                    <a:pt x="367" y="469"/>
                    <a:pt x="367" y="469"/>
                  </a:cubicBezTo>
                  <a:cubicBezTo>
                    <a:pt x="367" y="72"/>
                    <a:pt x="367" y="72"/>
                    <a:pt x="367" y="72"/>
                  </a:cubicBezTo>
                  <a:cubicBezTo>
                    <a:pt x="424" y="72"/>
                    <a:pt x="472" y="72"/>
                    <a:pt x="498" y="72"/>
                  </a:cubicBezTo>
                  <a:cubicBezTo>
                    <a:pt x="542" y="72"/>
                    <a:pt x="573" y="98"/>
                    <a:pt x="573" y="155"/>
                  </a:cubicBezTo>
                  <a:cubicBezTo>
                    <a:pt x="573" y="469"/>
                    <a:pt x="573" y="469"/>
                    <a:pt x="573" y="469"/>
                  </a:cubicBezTo>
                  <a:cubicBezTo>
                    <a:pt x="659" y="469"/>
                    <a:pt x="659" y="469"/>
                    <a:pt x="659" y="469"/>
                  </a:cubicBezTo>
                  <a:cubicBezTo>
                    <a:pt x="659" y="346"/>
                    <a:pt x="659" y="239"/>
                    <a:pt x="659" y="132"/>
                  </a:cubicBezTo>
                  <a:cubicBezTo>
                    <a:pt x="659" y="68"/>
                    <a:pt x="626" y="0"/>
                    <a:pt x="541" y="0"/>
                  </a:cubicBezTo>
                  <a:cubicBezTo>
                    <a:pt x="0" y="0"/>
                    <a:pt x="0" y="0"/>
                    <a:pt x="0" y="0"/>
                  </a:cubicBezTo>
                  <a:close/>
                </a:path>
              </a:pathLst>
            </a:custGeom>
            <a:solidFill>
              <a:srgbClr val="6F6F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12" name="Freeform 701">
              <a:extLst>
                <a:ext uri="{FF2B5EF4-FFF2-40B4-BE49-F238E27FC236}">
                  <a16:creationId xmlns:a16="http://schemas.microsoft.com/office/drawing/2014/main" id="{D2D1C06B-0E36-489F-B21B-BD41AE37A37A}"/>
                </a:ext>
              </a:extLst>
            </p:cNvPr>
            <p:cNvSpPr>
              <a:spLocks/>
            </p:cNvSpPr>
            <p:nvPr/>
          </p:nvSpPr>
          <p:spPr bwMode="black">
            <a:xfrm>
              <a:off x="2877" y="2269"/>
              <a:ext cx="1107" cy="1113"/>
            </a:xfrm>
            <a:custGeom>
              <a:avLst/>
              <a:gdLst>
                <a:gd name="T0" fmla="*/ 121 w 468"/>
                <a:gd name="T1" fmla="*/ 0 h 469"/>
                <a:gd name="T2" fmla="*/ 0 w 468"/>
                <a:gd name="T3" fmla="*/ 130 h 469"/>
                <a:gd name="T4" fmla="*/ 115 w 468"/>
                <a:gd name="T5" fmla="*/ 266 h 469"/>
                <a:gd name="T6" fmla="*/ 319 w 468"/>
                <a:gd name="T7" fmla="*/ 266 h 469"/>
                <a:gd name="T8" fmla="*/ 381 w 468"/>
                <a:gd name="T9" fmla="*/ 335 h 469"/>
                <a:gd name="T10" fmla="*/ 320 w 468"/>
                <a:gd name="T11" fmla="*/ 398 h 469"/>
                <a:gd name="T12" fmla="*/ 8 w 468"/>
                <a:gd name="T13" fmla="*/ 398 h 469"/>
                <a:gd name="T14" fmla="*/ 8 w 468"/>
                <a:gd name="T15" fmla="*/ 469 h 469"/>
                <a:gd name="T16" fmla="*/ 356 w 468"/>
                <a:gd name="T17" fmla="*/ 469 h 469"/>
                <a:gd name="T18" fmla="*/ 468 w 468"/>
                <a:gd name="T19" fmla="*/ 336 h 469"/>
                <a:gd name="T20" fmla="*/ 362 w 468"/>
                <a:gd name="T21" fmla="*/ 194 h 469"/>
                <a:gd name="T22" fmla="*/ 142 w 468"/>
                <a:gd name="T23" fmla="*/ 194 h 469"/>
                <a:gd name="T24" fmla="*/ 86 w 468"/>
                <a:gd name="T25" fmla="*/ 132 h 469"/>
                <a:gd name="T26" fmla="*/ 151 w 468"/>
                <a:gd name="T27" fmla="*/ 72 h 469"/>
                <a:gd name="T28" fmla="*/ 452 w 468"/>
                <a:gd name="T29" fmla="*/ 72 h 469"/>
                <a:gd name="T30" fmla="*/ 452 w 468"/>
                <a:gd name="T31" fmla="*/ 0 h 469"/>
                <a:gd name="T32" fmla="*/ 121 w 468"/>
                <a:gd name="T33"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8" h="469">
                  <a:moveTo>
                    <a:pt x="121" y="0"/>
                  </a:moveTo>
                  <a:cubicBezTo>
                    <a:pt x="28" y="0"/>
                    <a:pt x="0" y="62"/>
                    <a:pt x="0" y="130"/>
                  </a:cubicBezTo>
                  <a:cubicBezTo>
                    <a:pt x="0" y="204"/>
                    <a:pt x="31" y="266"/>
                    <a:pt x="115" y="266"/>
                  </a:cubicBezTo>
                  <a:cubicBezTo>
                    <a:pt x="191" y="266"/>
                    <a:pt x="262" y="266"/>
                    <a:pt x="319" y="266"/>
                  </a:cubicBezTo>
                  <a:cubicBezTo>
                    <a:pt x="381" y="266"/>
                    <a:pt x="381" y="314"/>
                    <a:pt x="381" y="335"/>
                  </a:cubicBezTo>
                  <a:cubicBezTo>
                    <a:pt x="381" y="356"/>
                    <a:pt x="381" y="398"/>
                    <a:pt x="320" y="398"/>
                  </a:cubicBezTo>
                  <a:cubicBezTo>
                    <a:pt x="272" y="398"/>
                    <a:pt x="8" y="398"/>
                    <a:pt x="8" y="398"/>
                  </a:cubicBezTo>
                  <a:cubicBezTo>
                    <a:pt x="8" y="398"/>
                    <a:pt x="8" y="449"/>
                    <a:pt x="8" y="469"/>
                  </a:cubicBezTo>
                  <a:cubicBezTo>
                    <a:pt x="356" y="469"/>
                    <a:pt x="356" y="469"/>
                    <a:pt x="356" y="469"/>
                  </a:cubicBezTo>
                  <a:cubicBezTo>
                    <a:pt x="443" y="469"/>
                    <a:pt x="468" y="418"/>
                    <a:pt x="468" y="336"/>
                  </a:cubicBezTo>
                  <a:cubicBezTo>
                    <a:pt x="468" y="238"/>
                    <a:pt x="436" y="194"/>
                    <a:pt x="362" y="194"/>
                  </a:cubicBezTo>
                  <a:cubicBezTo>
                    <a:pt x="274" y="194"/>
                    <a:pt x="213" y="194"/>
                    <a:pt x="142" y="194"/>
                  </a:cubicBezTo>
                  <a:cubicBezTo>
                    <a:pt x="86" y="194"/>
                    <a:pt x="86" y="157"/>
                    <a:pt x="86" y="132"/>
                  </a:cubicBezTo>
                  <a:cubicBezTo>
                    <a:pt x="86" y="112"/>
                    <a:pt x="92" y="72"/>
                    <a:pt x="151" y="72"/>
                  </a:cubicBezTo>
                  <a:cubicBezTo>
                    <a:pt x="214" y="72"/>
                    <a:pt x="452" y="72"/>
                    <a:pt x="452" y="72"/>
                  </a:cubicBezTo>
                  <a:cubicBezTo>
                    <a:pt x="452" y="43"/>
                    <a:pt x="452" y="27"/>
                    <a:pt x="452" y="0"/>
                  </a:cubicBezTo>
                  <a:cubicBezTo>
                    <a:pt x="121" y="0"/>
                    <a:pt x="121" y="0"/>
                    <a:pt x="121" y="0"/>
                  </a:cubicBezTo>
                  <a:close/>
                </a:path>
              </a:pathLst>
            </a:custGeom>
            <a:solidFill>
              <a:srgbClr val="6F6F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sp>
          <p:nvSpPr>
            <p:cNvPr id="13" name="Freeform 702">
              <a:extLst>
                <a:ext uri="{FF2B5EF4-FFF2-40B4-BE49-F238E27FC236}">
                  <a16:creationId xmlns:a16="http://schemas.microsoft.com/office/drawing/2014/main" id="{3BA43128-2855-4003-9162-8C4E59041BFE}"/>
                </a:ext>
              </a:extLst>
            </p:cNvPr>
            <p:cNvSpPr>
              <a:spLocks noEditPoints="1"/>
            </p:cNvSpPr>
            <p:nvPr/>
          </p:nvSpPr>
          <p:spPr bwMode="black">
            <a:xfrm>
              <a:off x="4107" y="2269"/>
              <a:ext cx="1090" cy="1455"/>
            </a:xfrm>
            <a:custGeom>
              <a:avLst/>
              <a:gdLst>
                <a:gd name="T0" fmla="*/ 170 w 461"/>
                <a:gd name="T1" fmla="*/ 0 h 613"/>
                <a:gd name="T2" fmla="*/ 44 w 461"/>
                <a:gd name="T3" fmla="*/ 29 h 613"/>
                <a:gd name="T4" fmla="*/ 0 w 461"/>
                <a:gd name="T5" fmla="*/ 149 h 613"/>
                <a:gd name="T6" fmla="*/ 0 w 461"/>
                <a:gd name="T7" fmla="*/ 233 h 613"/>
                <a:gd name="T8" fmla="*/ 0 w 461"/>
                <a:gd name="T9" fmla="*/ 318 h 613"/>
                <a:gd name="T10" fmla="*/ 47 w 461"/>
                <a:gd name="T11" fmla="*/ 445 h 613"/>
                <a:gd name="T12" fmla="*/ 170 w 461"/>
                <a:gd name="T13" fmla="*/ 469 h 613"/>
                <a:gd name="T14" fmla="*/ 376 w 461"/>
                <a:gd name="T15" fmla="*/ 469 h 613"/>
                <a:gd name="T16" fmla="*/ 376 w 461"/>
                <a:gd name="T17" fmla="*/ 487 h 613"/>
                <a:gd name="T18" fmla="*/ 328 w 461"/>
                <a:gd name="T19" fmla="*/ 538 h 613"/>
                <a:gd name="T20" fmla="*/ 61 w 461"/>
                <a:gd name="T21" fmla="*/ 538 h 613"/>
                <a:gd name="T22" fmla="*/ 61 w 461"/>
                <a:gd name="T23" fmla="*/ 613 h 613"/>
                <a:gd name="T24" fmla="*/ 356 w 461"/>
                <a:gd name="T25" fmla="*/ 613 h 613"/>
                <a:gd name="T26" fmla="*/ 461 w 461"/>
                <a:gd name="T27" fmla="*/ 511 h 613"/>
                <a:gd name="T28" fmla="*/ 461 w 461"/>
                <a:gd name="T29" fmla="*/ 0 h 613"/>
                <a:gd name="T30" fmla="*/ 170 w 461"/>
                <a:gd name="T31" fmla="*/ 0 h 613"/>
                <a:gd name="T32" fmla="*/ 376 w 461"/>
                <a:gd name="T33" fmla="*/ 398 h 613"/>
                <a:gd name="T34" fmla="*/ 196 w 461"/>
                <a:gd name="T35" fmla="*/ 398 h 613"/>
                <a:gd name="T36" fmla="*/ 88 w 461"/>
                <a:gd name="T37" fmla="*/ 333 h 613"/>
                <a:gd name="T38" fmla="*/ 88 w 461"/>
                <a:gd name="T39" fmla="*/ 231 h 613"/>
                <a:gd name="T40" fmla="*/ 88 w 461"/>
                <a:gd name="T41" fmla="*/ 148 h 613"/>
                <a:gd name="T42" fmla="*/ 200 w 461"/>
                <a:gd name="T43" fmla="*/ 72 h 613"/>
                <a:gd name="T44" fmla="*/ 376 w 461"/>
                <a:gd name="T45" fmla="*/ 72 h 613"/>
                <a:gd name="T46" fmla="*/ 376 w 461"/>
                <a:gd name="T47" fmla="*/ 398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1" h="613">
                  <a:moveTo>
                    <a:pt x="170" y="0"/>
                  </a:moveTo>
                  <a:cubicBezTo>
                    <a:pt x="94" y="0"/>
                    <a:pt x="65" y="12"/>
                    <a:pt x="44" y="29"/>
                  </a:cubicBezTo>
                  <a:cubicBezTo>
                    <a:pt x="22" y="47"/>
                    <a:pt x="1" y="70"/>
                    <a:pt x="0" y="149"/>
                  </a:cubicBezTo>
                  <a:cubicBezTo>
                    <a:pt x="0" y="233"/>
                    <a:pt x="0" y="233"/>
                    <a:pt x="0" y="233"/>
                  </a:cubicBezTo>
                  <a:cubicBezTo>
                    <a:pt x="0" y="318"/>
                    <a:pt x="0" y="318"/>
                    <a:pt x="0" y="318"/>
                  </a:cubicBezTo>
                  <a:cubicBezTo>
                    <a:pt x="0" y="402"/>
                    <a:pt x="23" y="425"/>
                    <a:pt x="47" y="445"/>
                  </a:cubicBezTo>
                  <a:cubicBezTo>
                    <a:pt x="63" y="456"/>
                    <a:pt x="89" y="469"/>
                    <a:pt x="170" y="469"/>
                  </a:cubicBezTo>
                  <a:cubicBezTo>
                    <a:pt x="376" y="469"/>
                    <a:pt x="376" y="469"/>
                    <a:pt x="376" y="469"/>
                  </a:cubicBezTo>
                  <a:cubicBezTo>
                    <a:pt x="376" y="469"/>
                    <a:pt x="376" y="484"/>
                    <a:pt x="376" y="487"/>
                  </a:cubicBezTo>
                  <a:cubicBezTo>
                    <a:pt x="376" y="523"/>
                    <a:pt x="369" y="538"/>
                    <a:pt x="328" y="538"/>
                  </a:cubicBezTo>
                  <a:cubicBezTo>
                    <a:pt x="61" y="538"/>
                    <a:pt x="61" y="538"/>
                    <a:pt x="61" y="538"/>
                  </a:cubicBezTo>
                  <a:cubicBezTo>
                    <a:pt x="61" y="613"/>
                    <a:pt x="61" y="613"/>
                    <a:pt x="61" y="613"/>
                  </a:cubicBezTo>
                  <a:cubicBezTo>
                    <a:pt x="356" y="613"/>
                    <a:pt x="356" y="613"/>
                    <a:pt x="356" y="613"/>
                  </a:cubicBezTo>
                  <a:cubicBezTo>
                    <a:pt x="435" y="613"/>
                    <a:pt x="461" y="578"/>
                    <a:pt x="461" y="511"/>
                  </a:cubicBezTo>
                  <a:cubicBezTo>
                    <a:pt x="461" y="0"/>
                    <a:pt x="461" y="0"/>
                    <a:pt x="461" y="0"/>
                  </a:cubicBezTo>
                  <a:lnTo>
                    <a:pt x="170" y="0"/>
                  </a:lnTo>
                  <a:close/>
                  <a:moveTo>
                    <a:pt x="376" y="398"/>
                  </a:moveTo>
                  <a:cubicBezTo>
                    <a:pt x="196" y="398"/>
                    <a:pt x="196" y="398"/>
                    <a:pt x="196" y="398"/>
                  </a:cubicBezTo>
                  <a:cubicBezTo>
                    <a:pt x="143" y="398"/>
                    <a:pt x="89" y="402"/>
                    <a:pt x="88" y="333"/>
                  </a:cubicBezTo>
                  <a:cubicBezTo>
                    <a:pt x="88" y="330"/>
                    <a:pt x="88" y="305"/>
                    <a:pt x="88" y="231"/>
                  </a:cubicBezTo>
                  <a:cubicBezTo>
                    <a:pt x="88" y="169"/>
                    <a:pt x="87" y="154"/>
                    <a:pt x="88" y="148"/>
                  </a:cubicBezTo>
                  <a:cubicBezTo>
                    <a:pt x="91" y="90"/>
                    <a:pt x="112" y="70"/>
                    <a:pt x="200" y="72"/>
                  </a:cubicBezTo>
                  <a:cubicBezTo>
                    <a:pt x="205" y="72"/>
                    <a:pt x="376" y="72"/>
                    <a:pt x="376" y="72"/>
                  </a:cubicBezTo>
                  <a:lnTo>
                    <a:pt x="376" y="398"/>
                  </a:lnTo>
                  <a:close/>
                </a:path>
              </a:pathLst>
            </a:custGeom>
            <a:solidFill>
              <a:srgbClr val="6F6F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dirty="0">
                <a:latin typeface="Calibri" panose="020F0502020204030204" pitchFamily="34" charset="0"/>
              </a:endParaRPr>
            </a:p>
          </p:txBody>
        </p:sp>
      </p:grpSp>
      <p:sp>
        <p:nvSpPr>
          <p:cNvPr id="2" name="Titelplatzhalter 1">
            <a:extLst>
              <a:ext uri="{FF2B5EF4-FFF2-40B4-BE49-F238E27FC236}">
                <a16:creationId xmlns:a16="http://schemas.microsoft.com/office/drawing/2014/main" id="{95ADC21A-C003-4B75-994E-118F65D69F53}"/>
              </a:ext>
            </a:extLst>
          </p:cNvPr>
          <p:cNvSpPr>
            <a:spLocks noGrp="1"/>
          </p:cNvSpPr>
          <p:nvPr>
            <p:ph type="title"/>
          </p:nvPr>
        </p:nvSpPr>
        <p:spPr>
          <a:xfrm>
            <a:off x="841375" y="489457"/>
            <a:ext cx="9360000" cy="780543"/>
          </a:xfrm>
          <a:prstGeom prst="rect">
            <a:avLst/>
          </a:prstGeom>
        </p:spPr>
        <p:txBody>
          <a:bodyPr vert="horz" lIns="0" tIns="0" rIns="0" bIns="0" rtlCol="0" anchor="t" anchorCtr="0">
            <a:noAutofit/>
          </a:bodyPr>
          <a:lstStyle/>
          <a:p>
            <a:endParaRPr lang="de-DE" dirty="0"/>
          </a:p>
        </p:txBody>
      </p:sp>
    </p:spTree>
    <p:extLst>
      <p:ext uri="{BB962C8B-B14F-4D97-AF65-F5344CB8AC3E}">
        <p14:creationId xmlns:p14="http://schemas.microsoft.com/office/powerpoint/2010/main" val="3214089859"/>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62" r:id="rId4"/>
    <p:sldLayoutId id="2147483663" r:id="rId5"/>
    <p:sldLayoutId id="2147483650" r:id="rId6"/>
    <p:sldLayoutId id="2147483664" r:id="rId7"/>
    <p:sldLayoutId id="2147483665" r:id="rId8"/>
    <p:sldLayoutId id="2147483666" r:id="rId9"/>
    <p:sldLayoutId id="2147483667" r:id="rId10"/>
    <p:sldLayoutId id="2147483689" r:id="rId11"/>
    <p:sldLayoutId id="2147483668" r:id="rId12"/>
    <p:sldLayoutId id="2147483669" r:id="rId13"/>
    <p:sldLayoutId id="2147483670" r:id="rId14"/>
    <p:sldLayoutId id="2147483671" r:id="rId15"/>
    <p:sldLayoutId id="2147483672" r:id="rId16"/>
    <p:sldLayoutId id="2147483673" r:id="rId17"/>
    <p:sldLayoutId id="2147483674" r:id="rId18"/>
    <p:sldLayoutId id="2147483675" r:id="rId19"/>
    <p:sldLayoutId id="2147483676" r:id="rId20"/>
    <p:sldLayoutId id="2147483677" r:id="rId21"/>
    <p:sldLayoutId id="2147483678" r:id="rId22"/>
    <p:sldLayoutId id="2147483679" r:id="rId23"/>
    <p:sldLayoutId id="2147483680" r:id="rId24"/>
    <p:sldLayoutId id="2147483681" r:id="rId25"/>
    <p:sldLayoutId id="2147483682" r:id="rId26"/>
    <p:sldLayoutId id="2147483683" r:id="rId27"/>
    <p:sldLayoutId id="2147483684" r:id="rId28"/>
    <p:sldLayoutId id="2147483685" r:id="rId29"/>
    <p:sldLayoutId id="2147483686" r:id="rId30"/>
    <p:sldLayoutId id="2147483687" r:id="rId31"/>
    <p:sldLayoutId id="2147483690" r:id="rId32"/>
    <p:sldLayoutId id="2147483691" r:id="rId33"/>
  </p:sldLayoutIdLst>
  <p:hf hdr="0" dt="0"/>
  <p:txStyles>
    <p:titleStyle>
      <a:lvl1pPr algn="l" defTabSz="914400" rtl="0" eaLnBrk="1" latinLnBrk="0" hangingPunct="1">
        <a:lnSpc>
          <a:spcPct val="90000"/>
        </a:lnSpc>
        <a:spcBef>
          <a:spcPct val="0"/>
        </a:spcBef>
        <a:buNone/>
        <a:defRPr sz="2400" kern="1200">
          <a:solidFill>
            <a:schemeClr val="accent1"/>
          </a:solidFill>
          <a:latin typeface="+mj-lt"/>
          <a:ea typeface="+mj-ea"/>
          <a:cs typeface="+mj-cs"/>
        </a:defRPr>
      </a:lvl1pPr>
    </p:titleStyle>
    <p:bodyStyle>
      <a:lvl1pPr marL="0" indent="0" algn="l" defTabSz="914400" rtl="0" eaLnBrk="1" latinLnBrk="0" hangingPunct="1">
        <a:lnSpc>
          <a:spcPct val="110000"/>
        </a:lnSpc>
        <a:spcBef>
          <a:spcPts val="0"/>
        </a:spcBef>
        <a:buClr>
          <a:schemeClr val="accent1"/>
        </a:buClr>
        <a:buFontTx/>
        <a:buNone/>
        <a:defRPr sz="1800" kern="1200">
          <a:solidFill>
            <a:schemeClr val="tx1"/>
          </a:solidFill>
          <a:latin typeface="+mn-lt"/>
          <a:ea typeface="+mn-ea"/>
          <a:cs typeface="+mn-cs"/>
        </a:defRPr>
      </a:lvl1pPr>
      <a:lvl2pPr marL="144000" indent="-144000" algn="l" defTabSz="914400" rtl="0" eaLnBrk="1" latinLnBrk="0" hangingPunct="1">
        <a:lnSpc>
          <a:spcPct val="110000"/>
        </a:lnSpc>
        <a:spcBef>
          <a:spcPts val="0"/>
        </a:spcBef>
        <a:buClr>
          <a:schemeClr val="accent1"/>
        </a:buClr>
        <a:buFont typeface="Arial" panose="020B0604020202020204" pitchFamily="34" charset="0"/>
        <a:buChar char="•"/>
        <a:defRPr sz="1800" kern="1200">
          <a:solidFill>
            <a:schemeClr val="tx1"/>
          </a:solidFill>
          <a:latin typeface="+mn-lt"/>
          <a:ea typeface="+mn-ea"/>
          <a:cs typeface="+mn-cs"/>
        </a:defRPr>
      </a:lvl2pPr>
      <a:lvl3pPr marL="540000" indent="-144000" algn="l" defTabSz="914400" rtl="0" eaLnBrk="1" latinLnBrk="0" hangingPunct="1">
        <a:lnSpc>
          <a:spcPct val="110000"/>
        </a:lnSpc>
        <a:spcBef>
          <a:spcPts val="0"/>
        </a:spcBef>
        <a:buClr>
          <a:schemeClr val="accent1"/>
        </a:buClr>
        <a:buFont typeface="Arial" panose="020B0604020202020204" pitchFamily="34" charset="0"/>
        <a:buChar char="•"/>
        <a:defRPr sz="1400" kern="1200">
          <a:solidFill>
            <a:schemeClr val="tx1"/>
          </a:solidFill>
          <a:latin typeface="+mn-lt"/>
          <a:ea typeface="+mn-ea"/>
          <a:cs typeface="+mn-cs"/>
        </a:defRPr>
      </a:lvl3pPr>
      <a:lvl4pPr marL="900000" indent="-144000" algn="l" defTabSz="914400" rtl="0" eaLnBrk="1" latinLnBrk="0" hangingPunct="1">
        <a:lnSpc>
          <a:spcPct val="110000"/>
        </a:lnSpc>
        <a:spcBef>
          <a:spcPts val="0"/>
        </a:spcBef>
        <a:buClr>
          <a:schemeClr val="accent1"/>
        </a:buClr>
        <a:buFont typeface="Arial" panose="020B0604020202020204" pitchFamily="34" charset="0"/>
        <a:buChar char="•"/>
        <a:defRPr sz="1200" kern="1200">
          <a:solidFill>
            <a:schemeClr val="tx1"/>
          </a:solidFill>
          <a:latin typeface="+mn-lt"/>
          <a:ea typeface="+mn-ea"/>
          <a:cs typeface="+mn-cs"/>
        </a:defRPr>
      </a:lvl4pPr>
      <a:lvl5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5pPr>
      <a:lvl6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6pPr>
      <a:lvl7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7pPr>
      <a:lvl8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8pPr>
      <a:lvl9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9pPr>
    </p:bodyStyle>
    <p:otherStyle>
      <a:defPPr>
        <a:defRPr lang="de-DE"/>
      </a:defPPr>
      <a:lvl1pPr marL="0" indent="0" algn="l" defTabSz="914400" rtl="0" eaLnBrk="1" latinLnBrk="0" hangingPunct="1">
        <a:lnSpc>
          <a:spcPct val="110000"/>
        </a:lnSpc>
        <a:spcBef>
          <a:spcPts val="0"/>
        </a:spcBef>
        <a:buClr>
          <a:schemeClr val="accent1"/>
        </a:buClr>
        <a:buFontTx/>
        <a:buNone/>
        <a:defRPr sz="1100" kern="1200">
          <a:solidFill>
            <a:schemeClr val="tx1"/>
          </a:solidFill>
          <a:latin typeface="+mn-lt"/>
          <a:ea typeface="+mn-ea"/>
          <a:cs typeface="+mn-cs"/>
        </a:defRPr>
      </a:lvl1pPr>
      <a:lvl2pPr marL="144000" indent="-144000" algn="l" defTabSz="914400" rtl="0" eaLnBrk="1" latinLnBrk="0" hangingPunct="1">
        <a:lnSpc>
          <a:spcPct val="110000"/>
        </a:lnSpc>
        <a:spcBef>
          <a:spcPts val="0"/>
        </a:spcBef>
        <a:buClr>
          <a:schemeClr val="accent1"/>
        </a:buClr>
        <a:buFont typeface="Arial" panose="020B0604020202020204" pitchFamily="34" charset="0"/>
        <a:buChar char="•"/>
        <a:defRPr sz="1800" kern="1200">
          <a:solidFill>
            <a:schemeClr val="tx1"/>
          </a:solidFill>
          <a:latin typeface="+mn-lt"/>
          <a:ea typeface="+mn-ea"/>
          <a:cs typeface="+mn-cs"/>
        </a:defRPr>
      </a:lvl2pPr>
      <a:lvl3pPr marL="540000" indent="-144000" algn="l" defTabSz="914400" rtl="0" eaLnBrk="1" latinLnBrk="0" hangingPunct="1">
        <a:lnSpc>
          <a:spcPct val="110000"/>
        </a:lnSpc>
        <a:spcBef>
          <a:spcPts val="0"/>
        </a:spcBef>
        <a:buClr>
          <a:schemeClr val="accent1"/>
        </a:buClr>
        <a:buFont typeface="Arial" panose="020B0604020202020204" pitchFamily="34" charset="0"/>
        <a:buChar char="•"/>
        <a:defRPr sz="1400" kern="1200">
          <a:solidFill>
            <a:schemeClr val="tx1"/>
          </a:solidFill>
          <a:latin typeface="+mn-lt"/>
          <a:ea typeface="+mn-ea"/>
          <a:cs typeface="+mn-cs"/>
        </a:defRPr>
      </a:lvl3pPr>
      <a:lvl4pPr marL="900000" indent="-144000" algn="l" defTabSz="914400" rtl="0" eaLnBrk="1" latinLnBrk="0" hangingPunct="1">
        <a:lnSpc>
          <a:spcPct val="110000"/>
        </a:lnSpc>
        <a:spcBef>
          <a:spcPts val="0"/>
        </a:spcBef>
        <a:buClr>
          <a:schemeClr val="accent1"/>
        </a:buClr>
        <a:buFont typeface="Arial" panose="020B0604020202020204" pitchFamily="34" charset="0"/>
        <a:buChar char="•"/>
        <a:defRPr sz="1200" kern="1200">
          <a:solidFill>
            <a:schemeClr val="tx1"/>
          </a:solidFill>
          <a:latin typeface="+mn-lt"/>
          <a:ea typeface="+mn-ea"/>
          <a:cs typeface="+mn-cs"/>
        </a:defRPr>
      </a:lvl4pPr>
      <a:lvl5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5pPr>
      <a:lvl6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6pPr>
      <a:lvl7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7pPr>
      <a:lvl8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8pPr>
      <a:lvl9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30" userDrawn="1">
          <p15:clr>
            <a:srgbClr val="F26B43"/>
          </p15:clr>
        </p15:guide>
        <p15:guide id="2" pos="3840" userDrawn="1">
          <p15:clr>
            <a:srgbClr val="F26B43"/>
          </p15:clr>
        </p15:guide>
        <p15:guide id="3" pos="4067" userDrawn="1">
          <p15:clr>
            <a:srgbClr val="F26B43"/>
          </p15:clr>
        </p15:guide>
        <p15:guide id="4" pos="7151" userDrawn="1">
          <p15:clr>
            <a:srgbClr val="F26B43"/>
          </p15:clr>
        </p15:guide>
        <p15:guide id="5" pos="7469" userDrawn="1">
          <p15:clr>
            <a:srgbClr val="F26B43"/>
          </p15:clr>
        </p15:guide>
        <p15:guide id="6" orient="horz" pos="464" userDrawn="1">
          <p15:clr>
            <a:srgbClr val="F26B43"/>
          </p15:clr>
        </p15:guide>
        <p15:guide id="7" orient="horz" pos="800" userDrawn="1">
          <p15:clr>
            <a:srgbClr val="F26B43"/>
          </p15:clr>
        </p15:guide>
        <p15:guide id="8" orient="horz" pos="1163" userDrawn="1">
          <p15:clr>
            <a:srgbClr val="F26B43"/>
          </p15:clr>
        </p15:guide>
        <p15:guide id="9" orient="horz" pos="1481" userDrawn="1">
          <p15:clr>
            <a:srgbClr val="F26B43"/>
          </p15:clr>
        </p15:guide>
        <p15:guide id="10" orient="horz" pos="1797" userDrawn="1">
          <p15:clr>
            <a:srgbClr val="F26B43"/>
          </p15:clr>
        </p15:guide>
        <p15:guide id="11" orient="horz" pos="2024" userDrawn="1">
          <p15:clr>
            <a:srgbClr val="F26B43"/>
          </p15:clr>
        </p15:guide>
        <p15:guide id="12" orient="horz" pos="3884" userDrawn="1">
          <p15:clr>
            <a:srgbClr val="F26B43"/>
          </p15:clr>
        </p15:guide>
        <p15:guide id="13" orient="horz" pos="3974" userDrawn="1">
          <p15:clr>
            <a:srgbClr val="F26B43"/>
          </p15:clr>
        </p15:guide>
        <p15:guide id="14" orient="horz" pos="420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E7DE90A7-8267-18E1-E5C9-DF0778EB22B2}"/>
              </a:ext>
            </a:extLst>
          </p:cNvPr>
          <p:cNvGraphicFramePr>
            <a:graphicFrameLocks noChangeAspect="1"/>
          </p:cNvGraphicFramePr>
          <p:nvPr>
            <p:custDataLst>
              <p:tags r:id="rId27"/>
            </p:custDataLst>
            <p:extLst>
              <p:ext uri="{D42A27DB-BD31-4B8C-83A1-F6EECF244321}">
                <p14:modId xmlns:p14="http://schemas.microsoft.com/office/powerpoint/2010/main" val="781095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29" imgW="306" imgH="306" progId="TCLayout.ActiveDocument.1">
                  <p:embed/>
                </p:oleObj>
              </mc:Choice>
              <mc:Fallback>
                <p:oleObj name="think-cell Folie" r:id="rId29" imgW="306" imgH="306" progId="TCLayout.ActiveDocument.1">
                  <p:embed/>
                  <p:pic>
                    <p:nvPicPr>
                      <p:cNvPr id="10" name="think-cell data - do not delete" hidden="1">
                        <a:extLst>
                          <a:ext uri="{FF2B5EF4-FFF2-40B4-BE49-F238E27FC236}">
                            <a16:creationId xmlns:a16="http://schemas.microsoft.com/office/drawing/2014/main" id="{E7DE90A7-8267-18E1-E5C9-DF0778EB22B2}"/>
                          </a:ext>
                        </a:extLst>
                      </p:cNvPr>
                      <p:cNvPicPr/>
                      <p:nvPr/>
                    </p:nvPicPr>
                    <p:blipFill>
                      <a:blip r:embed="rId30"/>
                      <a:stretch>
                        <a:fillRect/>
                      </a:stretch>
                    </p:blipFill>
                    <p:spPr>
                      <a:xfrm>
                        <a:off x="1588" y="1588"/>
                        <a:ext cx="1588" cy="1588"/>
                      </a:xfrm>
                      <a:prstGeom prst="rect">
                        <a:avLst/>
                      </a:prstGeom>
                    </p:spPr>
                  </p:pic>
                </p:oleObj>
              </mc:Fallback>
            </mc:AlternateContent>
          </a:graphicData>
        </a:graphic>
      </p:graphicFrame>
      <p:sp>
        <p:nvSpPr>
          <p:cNvPr id="2" name="Titelplatzhalter 1">
            <a:extLst>
              <a:ext uri="{FF2B5EF4-FFF2-40B4-BE49-F238E27FC236}">
                <a16:creationId xmlns:a16="http://schemas.microsoft.com/office/drawing/2014/main" id="{71DEA57D-0933-330D-1A21-BBBCBFBC2C04}"/>
              </a:ext>
            </a:extLst>
          </p:cNvPr>
          <p:cNvSpPr>
            <a:spLocks noGrp="1"/>
          </p:cNvSpPr>
          <p:nvPr>
            <p:ph type="title"/>
          </p:nvPr>
        </p:nvSpPr>
        <p:spPr bwMode="gray">
          <a:xfrm>
            <a:off x="623888" y="620713"/>
            <a:ext cx="9488833" cy="738664"/>
          </a:xfrm>
          <a:prstGeom prst="rect">
            <a:avLst/>
          </a:prstGeom>
        </p:spPr>
        <p:txBody>
          <a:bodyPr vert="horz" lIns="0" tIns="0" rIns="0" bIns="0" rtlCol="0" anchor="t">
            <a:noAutofit/>
          </a:bodyPr>
          <a:lstStyle/>
          <a:p>
            <a:r>
              <a:rPr lang="de-DE" dirty="0"/>
              <a:t>Mastertitelformat bearbeiten</a:t>
            </a:r>
          </a:p>
        </p:txBody>
      </p:sp>
      <p:sp>
        <p:nvSpPr>
          <p:cNvPr id="3" name="Textplatzhalter 2">
            <a:extLst>
              <a:ext uri="{FF2B5EF4-FFF2-40B4-BE49-F238E27FC236}">
                <a16:creationId xmlns:a16="http://schemas.microsoft.com/office/drawing/2014/main" id="{793217BA-CEB0-14EF-174A-68F190647F8C}"/>
              </a:ext>
            </a:extLst>
          </p:cNvPr>
          <p:cNvSpPr>
            <a:spLocks noGrp="1"/>
          </p:cNvSpPr>
          <p:nvPr>
            <p:ph type="body" idx="1"/>
          </p:nvPr>
        </p:nvSpPr>
        <p:spPr bwMode="gray">
          <a:xfrm>
            <a:off x="623888" y="1773239"/>
            <a:ext cx="11233150" cy="4319586"/>
          </a:xfrm>
          <a:prstGeom prst="rect">
            <a:avLst/>
          </a:prstGeom>
        </p:spPr>
        <p:txBody>
          <a:bodyPr vert="horz" lIns="0" tIns="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5" name="Fußzeilenplatzhalter 4">
            <a:extLst>
              <a:ext uri="{FF2B5EF4-FFF2-40B4-BE49-F238E27FC236}">
                <a16:creationId xmlns:a16="http://schemas.microsoft.com/office/drawing/2014/main" id="{56803C33-DFCA-0187-4058-79FBA6BBAD89}"/>
              </a:ext>
              <a:ext uri="{C183D7F6-B498-43B3-948B-1728B52AA6E4}">
                <adec:decorative xmlns:adec="http://schemas.microsoft.com/office/drawing/2017/decorative" val="0"/>
              </a:ext>
            </a:extLst>
          </p:cNvPr>
          <p:cNvSpPr>
            <a:spLocks noGrp="1"/>
          </p:cNvSpPr>
          <p:nvPr>
            <p:ph type="ftr" sz="quarter" idx="3"/>
          </p:nvPr>
        </p:nvSpPr>
        <p:spPr bwMode="gray">
          <a:xfrm>
            <a:off x="623888" y="6443762"/>
            <a:ext cx="4968501" cy="153888"/>
          </a:xfrm>
          <a:prstGeom prst="rect">
            <a:avLst/>
          </a:prstGeom>
        </p:spPr>
        <p:txBody>
          <a:bodyPr vert="horz" lIns="0" tIns="0" rIns="0" bIns="0" rtlCol="0" anchor="ctr">
            <a:noAutofit/>
          </a:bodyPr>
          <a:lstStyle>
            <a:lvl1pPr algn="l" rtl="0">
              <a:defRPr sz="1000">
                <a:solidFill>
                  <a:schemeClr val="tx1"/>
                </a:solidFill>
              </a:defRPr>
            </a:lvl1pPr>
          </a:lstStyle>
          <a:p>
            <a:r>
              <a:rPr lang="de-DE"/>
              <a:t>© msg systems ag | Titel einfügen | 2025</a:t>
            </a:r>
            <a:endParaRPr lang="de-DE" dirty="0"/>
          </a:p>
        </p:txBody>
      </p:sp>
      <p:sp>
        <p:nvSpPr>
          <p:cNvPr id="6" name="Foliennummernplatzhalter 5">
            <a:extLst>
              <a:ext uri="{FF2B5EF4-FFF2-40B4-BE49-F238E27FC236}">
                <a16:creationId xmlns:a16="http://schemas.microsoft.com/office/drawing/2014/main" id="{80A50D41-4A4A-3A00-D066-0137414EC1DD}"/>
              </a:ext>
            </a:extLst>
          </p:cNvPr>
          <p:cNvSpPr>
            <a:spLocks noGrp="1"/>
          </p:cNvSpPr>
          <p:nvPr>
            <p:ph type="sldNum" sz="quarter" idx="4"/>
          </p:nvPr>
        </p:nvSpPr>
        <p:spPr bwMode="gray">
          <a:xfrm>
            <a:off x="11425418" y="6443762"/>
            <a:ext cx="431620" cy="153888"/>
          </a:xfrm>
          <a:prstGeom prst="rect">
            <a:avLst/>
          </a:prstGeom>
        </p:spPr>
        <p:txBody>
          <a:bodyPr vert="horz" lIns="0" tIns="0" rIns="0" bIns="0" rtlCol="0" anchor="ctr">
            <a:noAutofit/>
          </a:bodyPr>
          <a:lstStyle>
            <a:lvl1pPr algn="r" rtl="0">
              <a:defRPr sz="1000">
                <a:solidFill>
                  <a:schemeClr val="tx1"/>
                </a:solidFill>
              </a:defRPr>
            </a:lvl1pPr>
          </a:lstStyle>
          <a:p>
            <a:fld id="{1FBD72F1-A42A-46B0-A7F8-CE6A9835826C}" type="slidenum">
              <a:rPr lang="de-DE"/>
              <a:pPr/>
              <a:t>‹Nr.›</a:t>
            </a:fld>
            <a:endParaRPr lang="de-DE" dirty="0"/>
          </a:p>
        </p:txBody>
      </p:sp>
      <p:pic>
        <p:nvPicPr>
          <p:cNvPr id="24" name="Grafik 23">
            <a:extLst>
              <a:ext uri="{FF2B5EF4-FFF2-40B4-BE49-F238E27FC236}">
                <a16:creationId xmlns:a16="http://schemas.microsoft.com/office/drawing/2014/main" id="{E593CF5D-66D3-4942-D679-8C05C8B4D194}"/>
              </a:ext>
              <a:ext uri="{C183D7F6-B498-43B3-948B-1728B52AA6E4}">
                <adec:decorative xmlns:adec="http://schemas.microsoft.com/office/drawing/2017/decorative" val="1"/>
              </a:ext>
            </a:extLst>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bwMode="gray">
          <a:xfrm>
            <a:off x="10704521" y="296864"/>
            <a:ext cx="1152942" cy="360000"/>
          </a:xfrm>
          <a:prstGeom prst="rect">
            <a:avLst/>
          </a:prstGeom>
        </p:spPr>
      </p:pic>
      <p:grpSp>
        <p:nvGrpSpPr>
          <p:cNvPr id="51" name="Gruppieren 50">
            <a:extLst>
              <a:ext uri="{FF2B5EF4-FFF2-40B4-BE49-F238E27FC236}">
                <a16:creationId xmlns:a16="http://schemas.microsoft.com/office/drawing/2014/main" id="{21108446-39FE-245F-79D9-41783CB89BEE}"/>
              </a:ext>
              <a:ext uri="{C183D7F6-B498-43B3-948B-1728B52AA6E4}">
                <adec:decorative xmlns:adec="http://schemas.microsoft.com/office/drawing/2017/decorative" val="1"/>
              </a:ext>
            </a:extLst>
          </p:cNvPr>
          <p:cNvGrpSpPr>
            <a:grpSpLocks/>
          </p:cNvGrpSpPr>
          <p:nvPr/>
        </p:nvGrpSpPr>
        <p:grpSpPr bwMode="gray">
          <a:xfrm>
            <a:off x="623888" y="-254000"/>
            <a:ext cx="11233150" cy="144000"/>
            <a:chOff x="623888" y="0"/>
            <a:chExt cx="11233150" cy="6858000"/>
          </a:xfrm>
        </p:grpSpPr>
        <p:cxnSp>
          <p:nvCxnSpPr>
            <p:cNvPr id="52" name="Gerader Verbinder 51">
              <a:extLst>
                <a:ext uri="{FF2B5EF4-FFF2-40B4-BE49-F238E27FC236}">
                  <a16:creationId xmlns:a16="http://schemas.microsoft.com/office/drawing/2014/main" id="{47AB9056-763D-CF2A-3835-E966E55E5698}"/>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3" name="Gerader Verbinder 52">
              <a:extLst>
                <a:ext uri="{FF2B5EF4-FFF2-40B4-BE49-F238E27FC236}">
                  <a16:creationId xmlns:a16="http://schemas.microsoft.com/office/drawing/2014/main" id="{B7D0FFE5-048B-3A95-0677-A53C84D9238D}"/>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54" name="Gruppieren 53">
            <a:extLst>
              <a:ext uri="{FF2B5EF4-FFF2-40B4-BE49-F238E27FC236}">
                <a16:creationId xmlns:a16="http://schemas.microsoft.com/office/drawing/2014/main" id="{91A657DD-1BA7-D30E-D368-3E6D9BCC44CE}"/>
              </a:ext>
              <a:ext uri="{C183D7F6-B498-43B3-948B-1728B52AA6E4}">
                <adec:decorative xmlns:adec="http://schemas.microsoft.com/office/drawing/2017/decorative" val="1"/>
              </a:ext>
            </a:extLst>
          </p:cNvPr>
          <p:cNvGrpSpPr/>
          <p:nvPr/>
        </p:nvGrpSpPr>
        <p:grpSpPr bwMode="gray">
          <a:xfrm>
            <a:off x="-254000" y="296863"/>
            <a:ext cx="144000" cy="6300787"/>
            <a:chOff x="0" y="296863"/>
            <a:chExt cx="12192000" cy="6300787"/>
          </a:xfrm>
        </p:grpSpPr>
        <p:cxnSp>
          <p:nvCxnSpPr>
            <p:cNvPr id="55" name="Gerader Verbinder 54">
              <a:extLst>
                <a:ext uri="{FF2B5EF4-FFF2-40B4-BE49-F238E27FC236}">
                  <a16:creationId xmlns:a16="http://schemas.microsoft.com/office/drawing/2014/main" id="{2760F9A3-85A8-DE29-B9FD-358213D43B5D}"/>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6" name="Gerader Verbinder 55">
              <a:extLst>
                <a:ext uri="{FF2B5EF4-FFF2-40B4-BE49-F238E27FC236}">
                  <a16:creationId xmlns:a16="http://schemas.microsoft.com/office/drawing/2014/main" id="{BEC9F7A1-C306-6D42-876F-D6EB95AEB9B4}"/>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7" name="Gerader Verbinder 56">
              <a:extLst>
                <a:ext uri="{FF2B5EF4-FFF2-40B4-BE49-F238E27FC236}">
                  <a16:creationId xmlns:a16="http://schemas.microsoft.com/office/drawing/2014/main" id="{7DC65ECE-BB1C-B2E8-220C-45A0BC4588B9}"/>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8" name="Gerader Verbinder 57">
              <a:extLst>
                <a:ext uri="{FF2B5EF4-FFF2-40B4-BE49-F238E27FC236}">
                  <a16:creationId xmlns:a16="http://schemas.microsoft.com/office/drawing/2014/main" id="{1A9E2C52-F86C-3C7B-9CE6-DDAF8AF98E2D}"/>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9" name="Gerader Verbinder 58">
              <a:extLst>
                <a:ext uri="{FF2B5EF4-FFF2-40B4-BE49-F238E27FC236}">
                  <a16:creationId xmlns:a16="http://schemas.microsoft.com/office/drawing/2014/main" id="{664211CC-89CB-3EDC-2AB4-75C908837F21}"/>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0" name="Gerader Verbinder 59">
              <a:extLst>
                <a:ext uri="{FF2B5EF4-FFF2-40B4-BE49-F238E27FC236}">
                  <a16:creationId xmlns:a16="http://schemas.microsoft.com/office/drawing/2014/main" id="{5B340371-035E-1547-C4D8-0ADB3A264B72}"/>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1" name="Gerader Verbinder 60">
              <a:extLst>
                <a:ext uri="{FF2B5EF4-FFF2-40B4-BE49-F238E27FC236}">
                  <a16:creationId xmlns:a16="http://schemas.microsoft.com/office/drawing/2014/main" id="{0DF5521C-891E-945F-5F9D-47E65D93F574}"/>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62" name="Gruppieren 61">
            <a:extLst>
              <a:ext uri="{FF2B5EF4-FFF2-40B4-BE49-F238E27FC236}">
                <a16:creationId xmlns:a16="http://schemas.microsoft.com/office/drawing/2014/main" id="{D7D20B56-359C-61C7-0969-27A1EB3C1F75}"/>
              </a:ext>
              <a:ext uri="{C183D7F6-B498-43B3-948B-1728B52AA6E4}">
                <adec:decorative xmlns:adec="http://schemas.microsoft.com/office/drawing/2017/decorative" val="1"/>
              </a:ext>
            </a:extLst>
          </p:cNvPr>
          <p:cNvGrpSpPr>
            <a:grpSpLocks/>
          </p:cNvGrpSpPr>
          <p:nvPr/>
        </p:nvGrpSpPr>
        <p:grpSpPr bwMode="gray">
          <a:xfrm>
            <a:off x="623888" y="6972300"/>
            <a:ext cx="11233150" cy="144000"/>
            <a:chOff x="623888" y="0"/>
            <a:chExt cx="11233150" cy="6858000"/>
          </a:xfrm>
        </p:grpSpPr>
        <p:cxnSp>
          <p:nvCxnSpPr>
            <p:cNvPr id="63" name="Gerader Verbinder 62">
              <a:extLst>
                <a:ext uri="{FF2B5EF4-FFF2-40B4-BE49-F238E27FC236}">
                  <a16:creationId xmlns:a16="http://schemas.microsoft.com/office/drawing/2014/main" id="{9AEAE70D-767B-D3C8-A4F3-01CAEECA405D}"/>
                </a:ext>
              </a:extLst>
            </p:cNvPr>
            <p:cNvCxnSpPr/>
            <p:nvPr/>
          </p:nvCxnSpPr>
          <p:spPr bwMode="gray">
            <a:xfrm>
              <a:off x="62388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4" name="Gerader Verbinder 63">
              <a:extLst>
                <a:ext uri="{FF2B5EF4-FFF2-40B4-BE49-F238E27FC236}">
                  <a16:creationId xmlns:a16="http://schemas.microsoft.com/office/drawing/2014/main" id="{3D599645-FF85-81D7-A522-CFECE2EFA759}"/>
                </a:ext>
              </a:extLst>
            </p:cNvPr>
            <p:cNvCxnSpPr/>
            <p:nvPr/>
          </p:nvCxnSpPr>
          <p:spPr bwMode="gray">
            <a:xfrm>
              <a:off x="11857038" y="0"/>
              <a:ext cx="0" cy="685800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65" name="Gruppieren 64">
            <a:extLst>
              <a:ext uri="{FF2B5EF4-FFF2-40B4-BE49-F238E27FC236}">
                <a16:creationId xmlns:a16="http://schemas.microsoft.com/office/drawing/2014/main" id="{5C6E8BDB-4BA9-0655-E433-75329E1034EE}"/>
              </a:ext>
              <a:ext uri="{C183D7F6-B498-43B3-948B-1728B52AA6E4}">
                <adec:decorative xmlns:adec="http://schemas.microsoft.com/office/drawing/2017/decorative" val="1"/>
              </a:ext>
            </a:extLst>
          </p:cNvPr>
          <p:cNvGrpSpPr/>
          <p:nvPr/>
        </p:nvGrpSpPr>
        <p:grpSpPr bwMode="gray">
          <a:xfrm>
            <a:off x="12301940" y="296863"/>
            <a:ext cx="144000" cy="6300787"/>
            <a:chOff x="0" y="296863"/>
            <a:chExt cx="12192000" cy="6300787"/>
          </a:xfrm>
        </p:grpSpPr>
        <p:cxnSp>
          <p:nvCxnSpPr>
            <p:cNvPr id="66" name="Gerader Verbinder 65">
              <a:extLst>
                <a:ext uri="{FF2B5EF4-FFF2-40B4-BE49-F238E27FC236}">
                  <a16:creationId xmlns:a16="http://schemas.microsoft.com/office/drawing/2014/main" id="{41D143D4-1273-746F-FC09-13C960C4D094}"/>
                </a:ext>
              </a:extLst>
            </p:cNvPr>
            <p:cNvCxnSpPr>
              <a:cxnSpLocks/>
            </p:cNvCxnSpPr>
            <p:nvPr/>
          </p:nvCxnSpPr>
          <p:spPr bwMode="gray">
            <a:xfrm flipH="1">
              <a:off x="0" y="29686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7" name="Gerader Verbinder 66">
              <a:extLst>
                <a:ext uri="{FF2B5EF4-FFF2-40B4-BE49-F238E27FC236}">
                  <a16:creationId xmlns:a16="http://schemas.microsoft.com/office/drawing/2014/main" id="{0ACFC045-DDBE-F783-CA7B-919618C51C7B}"/>
                </a:ext>
              </a:extLst>
            </p:cNvPr>
            <p:cNvCxnSpPr>
              <a:cxnSpLocks/>
            </p:cNvCxnSpPr>
            <p:nvPr/>
          </p:nvCxnSpPr>
          <p:spPr bwMode="gray">
            <a:xfrm flipH="1">
              <a:off x="0" y="620713"/>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8" name="Gerader Verbinder 67">
              <a:extLst>
                <a:ext uri="{FF2B5EF4-FFF2-40B4-BE49-F238E27FC236}">
                  <a16:creationId xmlns:a16="http://schemas.microsoft.com/office/drawing/2014/main" id="{298D9EB8-D152-7419-38A8-D10BE1A13644}"/>
                </a:ext>
              </a:extLst>
            </p:cNvPr>
            <p:cNvCxnSpPr>
              <a:cxnSpLocks/>
            </p:cNvCxnSpPr>
            <p:nvPr/>
          </p:nvCxnSpPr>
          <p:spPr bwMode="gray">
            <a:xfrm flipH="1">
              <a:off x="0" y="136207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1F5E32CE-7C39-2482-9352-12138BCC7193}"/>
                </a:ext>
              </a:extLst>
            </p:cNvPr>
            <p:cNvCxnSpPr>
              <a:cxnSpLocks/>
            </p:cNvCxnSpPr>
            <p:nvPr/>
          </p:nvCxnSpPr>
          <p:spPr bwMode="gray">
            <a:xfrm flipH="1">
              <a:off x="0" y="1773239"/>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0" name="Gerader Verbinder 69">
              <a:extLst>
                <a:ext uri="{FF2B5EF4-FFF2-40B4-BE49-F238E27FC236}">
                  <a16:creationId xmlns:a16="http://schemas.microsoft.com/office/drawing/2014/main" id="{763494F2-D9AF-07E9-74E4-C451B89031A9}"/>
                </a:ext>
              </a:extLst>
            </p:cNvPr>
            <p:cNvCxnSpPr>
              <a:cxnSpLocks/>
            </p:cNvCxnSpPr>
            <p:nvPr/>
          </p:nvCxnSpPr>
          <p:spPr bwMode="gray">
            <a:xfrm flipH="1">
              <a:off x="0" y="60928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1" name="Gerader Verbinder 70">
              <a:extLst>
                <a:ext uri="{FF2B5EF4-FFF2-40B4-BE49-F238E27FC236}">
                  <a16:creationId xmlns:a16="http://schemas.microsoft.com/office/drawing/2014/main" id="{44AF45AE-F439-5CB9-C87F-677648698555}"/>
                </a:ext>
              </a:extLst>
            </p:cNvPr>
            <p:cNvCxnSpPr>
              <a:cxnSpLocks/>
            </p:cNvCxnSpPr>
            <p:nvPr/>
          </p:nvCxnSpPr>
          <p:spPr bwMode="gray">
            <a:xfrm flipH="1">
              <a:off x="0" y="6308725"/>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2" name="Gerader Verbinder 71">
              <a:extLst>
                <a:ext uri="{FF2B5EF4-FFF2-40B4-BE49-F238E27FC236}">
                  <a16:creationId xmlns:a16="http://schemas.microsoft.com/office/drawing/2014/main" id="{10CB1B86-91C0-2AE0-1834-58FEEA66CCB8}"/>
                </a:ext>
              </a:extLst>
            </p:cNvPr>
            <p:cNvCxnSpPr>
              <a:cxnSpLocks/>
            </p:cNvCxnSpPr>
            <p:nvPr/>
          </p:nvCxnSpPr>
          <p:spPr bwMode="gray">
            <a:xfrm flipH="1">
              <a:off x="0" y="6597650"/>
              <a:ext cx="12192000" cy="0"/>
            </a:xfrm>
            <a:prstGeom prst="line">
              <a:avLst/>
            </a:prstGeom>
            <a:ln w="63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4" name="empower - DO NOT DELETE!!!" hidden="1">
            <a:extLst>
              <a:ext uri="{FF2B5EF4-FFF2-40B4-BE49-F238E27FC236}">
                <a16:creationId xmlns:a16="http://schemas.microsoft.com/office/drawing/2014/main" id="{20AB6A5F-F3F8-9733-F576-122E0658B553}"/>
              </a:ext>
            </a:extLst>
          </p:cNvPr>
          <p:cNvSpPr/>
          <p:nvPr>
            <p:custDataLst>
              <p:tags r:id="rId28"/>
            </p:custDataLst>
          </p:nvPr>
        </p:nvSpPr>
        <p:spPr>
          <a:xfrm>
            <a:off x="0" y="0"/>
            <a:ext cx="0" cy="0"/>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72000" rIns="108000" bIns="72000" rtlCol="0" anchor="ctr"/>
          <a:lstStyle/>
          <a:p>
            <a:pPr lvl="0" algn="ctr"/>
            <a:endParaRPr lang="de-DE" sz="1600" dirty="0"/>
          </a:p>
        </p:txBody>
      </p:sp>
    </p:spTree>
    <p:extLst>
      <p:ext uri="{BB962C8B-B14F-4D97-AF65-F5344CB8AC3E}">
        <p14:creationId xmlns:p14="http://schemas.microsoft.com/office/powerpoint/2010/main" val="618677399"/>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08" r:id="rId16"/>
    <p:sldLayoutId id="2147483709" r:id="rId17"/>
    <p:sldLayoutId id="2147483710" r:id="rId18"/>
    <p:sldLayoutId id="2147483711" r:id="rId19"/>
    <p:sldLayoutId id="2147483712" r:id="rId20"/>
    <p:sldLayoutId id="2147483713" r:id="rId21"/>
    <p:sldLayoutId id="2147483714" r:id="rId22"/>
    <p:sldLayoutId id="2147483715" r:id="rId23"/>
    <p:sldLayoutId id="2147483716" r:id="rId24"/>
    <p:sldLayoutId id="2147483717" r:id="rId25"/>
  </p:sldLayoutIdLst>
  <p:hf hdr="0" dt="0"/>
  <p:txStyles>
    <p:title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Wingdings" panose="05000000000000000000" pitchFamily="2" charset="2"/>
        <a:buNone/>
        <a:defRPr sz="1600" kern="1200">
          <a:solidFill>
            <a:schemeClr val="tx1"/>
          </a:solidFill>
          <a:latin typeface="+mn-lt"/>
          <a:ea typeface="+mn-ea"/>
          <a:cs typeface="+mn-cs"/>
        </a:defRPr>
      </a:lvl1pPr>
      <a:lvl2pPr marL="216000" indent="-2160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600" kern="1200">
          <a:solidFill>
            <a:schemeClr val="tx1"/>
          </a:solidFill>
          <a:latin typeface="+mn-lt"/>
          <a:ea typeface="+mn-ea"/>
          <a:cs typeface="+mn-cs"/>
        </a:defRPr>
      </a:lvl2pPr>
      <a:lvl3pPr marL="432000" indent="-2160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648000" indent="-2160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600" kern="1200">
          <a:solidFill>
            <a:schemeClr val="tx1"/>
          </a:solidFill>
          <a:latin typeface="+mn-lt"/>
          <a:ea typeface="+mn-ea"/>
          <a:cs typeface="+mn-cs"/>
        </a:defRPr>
      </a:lvl4pPr>
      <a:lvl5pPr marL="864000" indent="-2160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600" kern="1200">
          <a:solidFill>
            <a:schemeClr val="tx1"/>
          </a:solidFill>
          <a:latin typeface="+mn-lt"/>
          <a:ea typeface="+mn-ea"/>
          <a:cs typeface="+mn-cs"/>
        </a:defRPr>
      </a:lvl5pPr>
      <a:lvl6pPr marL="1080000" indent="-2160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600" kern="1200">
          <a:solidFill>
            <a:schemeClr val="tx1"/>
          </a:solidFill>
          <a:latin typeface="+mn-lt"/>
          <a:ea typeface="+mn-ea"/>
          <a:cs typeface="+mn-cs"/>
        </a:defRPr>
      </a:lvl6pPr>
      <a:lvl7pPr marL="1296000" indent="-2160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600" kern="1200">
          <a:solidFill>
            <a:schemeClr val="tx1"/>
          </a:solidFill>
          <a:latin typeface="+mn-lt"/>
          <a:ea typeface="+mn-ea"/>
          <a:cs typeface="+mn-cs"/>
        </a:defRPr>
      </a:lvl7pPr>
      <a:lvl8pPr marL="1512000" indent="-2160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600" kern="1200">
          <a:solidFill>
            <a:schemeClr val="tx1"/>
          </a:solidFill>
          <a:latin typeface="+mn-lt"/>
          <a:ea typeface="+mn-ea"/>
          <a:cs typeface="+mn-cs"/>
        </a:defRPr>
      </a:lvl8pPr>
      <a:lvl9pPr marL="1728000" indent="-2160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6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4" orient="horz" pos="391">
          <p15:clr>
            <a:srgbClr val="F26B43"/>
          </p15:clr>
        </p15:guide>
        <p15:guide id="5" orient="horz" pos="4156">
          <p15:clr>
            <a:srgbClr val="F26B43"/>
          </p15:clr>
        </p15:guide>
        <p15:guide id="6" orient="horz" pos="3974">
          <p15:clr>
            <a:srgbClr val="F26B43"/>
          </p15:clr>
        </p15:guide>
        <p15:guide id="7" orient="horz" pos="3838">
          <p15:clr>
            <a:srgbClr val="F26B43"/>
          </p15:clr>
        </p15:guide>
        <p15:guide id="8" orient="horz" pos="1117">
          <p15:clr>
            <a:srgbClr val="F26B43"/>
          </p15:clr>
        </p15:guide>
        <p15:guide id="9" pos="7469">
          <p15:clr>
            <a:srgbClr val="F26B43"/>
          </p15:clr>
        </p15:guide>
        <p15:guide id="10" pos="393">
          <p15:clr>
            <a:srgbClr val="F26B43"/>
          </p15:clr>
        </p15:guide>
        <p15:guide id="11" orient="horz" pos="858">
          <p15:clr>
            <a:srgbClr val="F26B43"/>
          </p15:clr>
        </p15:guide>
        <p15:guide id="12" orient="horz" pos="187">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user-experience-methods.com/02_define/storyboard.html" TargetMode="External"/><Relationship Id="rId2" Type="http://schemas.openxmlformats.org/officeDocument/2006/relationships/notesSlide" Target="../notesSlides/notesSlide1.xml"/><Relationship Id="rId1" Type="http://schemas.openxmlformats.org/officeDocument/2006/relationships/slideLayout" Target="../slideLayouts/slideLayout33.xml"/></Relationships>
</file>

<file path=ppt/slides/_rels/slide2.xml.rels><?xml version="1.0" encoding="UTF-8" standalone="yes"?>
<Relationships xmlns="http://schemas.openxmlformats.org/package/2006/relationships"><Relationship Id="rId3" Type="http://schemas.openxmlformats.org/officeDocument/2006/relationships/hyperlink" Target="https://user-experience-methods.com/02_define/storyboard.html" TargetMode="External"/><Relationship Id="rId2" Type="http://schemas.openxmlformats.org/officeDocument/2006/relationships/notesSlide" Target="../notesSlides/notesSlide2.xml"/><Relationship Id="rId1" Type="http://schemas.openxmlformats.org/officeDocument/2006/relationships/slideLayout" Target="../slideLayouts/slideLayout33.xml"/></Relationships>
</file>

<file path=ppt/slides/_rels/slide3.xml.rels><?xml version="1.0" encoding="UTF-8" standalone="yes"?>
<Relationships xmlns="http://schemas.openxmlformats.org/package/2006/relationships"><Relationship Id="rId3" Type="http://schemas.openxmlformats.org/officeDocument/2006/relationships/hyperlink" Target="https://user-experience-methods.com/en/02_define/storyboard.html" TargetMode="External"/><Relationship Id="rId2" Type="http://schemas.openxmlformats.org/officeDocument/2006/relationships/notesSlide" Target="../notesSlides/notesSlide3.xml"/><Relationship Id="rId1" Type="http://schemas.openxmlformats.org/officeDocument/2006/relationships/slideLayout" Target="../slideLayouts/slideLayout42.xml"/></Relationships>
</file>

<file path=ppt/slides/_rels/slide4.xml.rels><?xml version="1.0" encoding="UTF-8" standalone="yes"?>
<Relationships xmlns="http://schemas.openxmlformats.org/package/2006/relationships"><Relationship Id="rId3" Type="http://schemas.openxmlformats.org/officeDocument/2006/relationships/hyperlink" Target="https://user-experience-methods.com/en/02_define/storyboard.html" TargetMode="External"/><Relationship Id="rId2" Type="http://schemas.openxmlformats.org/officeDocument/2006/relationships/notesSlide" Target="../notesSlides/notesSlide4.xml"/><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4CCB85D4-95EB-49F4-84BB-901227A4C2E8}"/>
              </a:ext>
            </a:extLst>
          </p:cNvPr>
          <p:cNvSpPr>
            <a:spLocks noGrp="1"/>
          </p:cNvSpPr>
          <p:nvPr>
            <p:ph type="title"/>
          </p:nvPr>
        </p:nvSpPr>
        <p:spPr/>
        <p:txBody>
          <a:bodyPr/>
          <a:lstStyle/>
          <a:p>
            <a:r>
              <a:rPr lang="de-DE" dirty="0"/>
              <a:t>Storyboard</a:t>
            </a:r>
          </a:p>
        </p:txBody>
      </p:sp>
      <p:sp>
        <p:nvSpPr>
          <p:cNvPr id="33" name="Inhaltsplatzhalter 32">
            <a:extLst>
              <a:ext uri="{FF2B5EF4-FFF2-40B4-BE49-F238E27FC236}">
                <a16:creationId xmlns:a16="http://schemas.microsoft.com/office/drawing/2014/main" id="{B3BFB5F6-088A-1647-B6F4-48D26A135B2F}"/>
              </a:ext>
            </a:extLst>
          </p:cNvPr>
          <p:cNvSpPr>
            <a:spLocks noGrp="1"/>
          </p:cNvSpPr>
          <p:nvPr>
            <p:ph sz="quarter" idx="12"/>
          </p:nvPr>
        </p:nvSpPr>
        <p:spPr>
          <a:xfrm>
            <a:off x="841374" y="2136863"/>
            <a:ext cx="2880000" cy="2389043"/>
          </a:xfrm>
          <a:solidFill>
            <a:schemeClr val="bg1">
              <a:lumMod val="95000"/>
            </a:schemeClr>
          </a:solidFill>
        </p:spPr>
        <p:txBody>
          <a:bodyPr/>
          <a:lstStyle/>
          <a:p>
            <a:endParaRPr lang="de-DE"/>
          </a:p>
        </p:txBody>
      </p:sp>
      <p:sp>
        <p:nvSpPr>
          <p:cNvPr id="34" name="Inhaltsplatzhalter 33">
            <a:extLst>
              <a:ext uri="{FF2B5EF4-FFF2-40B4-BE49-F238E27FC236}">
                <a16:creationId xmlns:a16="http://schemas.microsoft.com/office/drawing/2014/main" id="{4E6E8F6F-8DA5-D647-A267-D1B5328C5797}"/>
              </a:ext>
            </a:extLst>
          </p:cNvPr>
          <p:cNvSpPr>
            <a:spLocks noGrp="1"/>
          </p:cNvSpPr>
          <p:nvPr>
            <p:ph sz="quarter" idx="13"/>
          </p:nvPr>
        </p:nvSpPr>
        <p:spPr>
          <a:xfrm>
            <a:off x="4680989" y="2131345"/>
            <a:ext cx="2880000" cy="2389043"/>
          </a:xfrm>
          <a:solidFill>
            <a:schemeClr val="bg1">
              <a:lumMod val="95000"/>
            </a:schemeClr>
          </a:solidFill>
        </p:spPr>
        <p:txBody>
          <a:bodyPr/>
          <a:lstStyle/>
          <a:p>
            <a:endParaRPr lang="de-DE"/>
          </a:p>
        </p:txBody>
      </p:sp>
      <p:sp>
        <p:nvSpPr>
          <p:cNvPr id="35" name="Inhaltsplatzhalter 34">
            <a:extLst>
              <a:ext uri="{FF2B5EF4-FFF2-40B4-BE49-F238E27FC236}">
                <a16:creationId xmlns:a16="http://schemas.microsoft.com/office/drawing/2014/main" id="{C3DA2AFE-7551-2448-B7FD-1B87F99ED41D}"/>
              </a:ext>
            </a:extLst>
          </p:cNvPr>
          <p:cNvSpPr>
            <a:spLocks noGrp="1"/>
          </p:cNvSpPr>
          <p:nvPr>
            <p:ph sz="quarter" idx="14"/>
          </p:nvPr>
        </p:nvSpPr>
        <p:spPr>
          <a:xfrm>
            <a:off x="8424603" y="2131345"/>
            <a:ext cx="2880000" cy="2389043"/>
          </a:xfrm>
          <a:solidFill>
            <a:schemeClr val="bg1">
              <a:lumMod val="95000"/>
            </a:schemeClr>
          </a:solidFill>
        </p:spPr>
        <p:txBody>
          <a:bodyPr/>
          <a:lstStyle/>
          <a:p>
            <a:endParaRPr lang="de-DE"/>
          </a:p>
        </p:txBody>
      </p:sp>
      <p:cxnSp>
        <p:nvCxnSpPr>
          <p:cNvPr id="17" name="Gerade Verbindung 40">
            <a:extLst>
              <a:ext uri="{FF2B5EF4-FFF2-40B4-BE49-F238E27FC236}">
                <a16:creationId xmlns:a16="http://schemas.microsoft.com/office/drawing/2014/main" id="{80F22B0D-B354-40F4-8E9A-6E96594BF2EA}"/>
              </a:ext>
            </a:extLst>
          </p:cNvPr>
          <p:cNvCxnSpPr>
            <a:cxnSpLocks/>
          </p:cNvCxnSpPr>
          <p:nvPr/>
        </p:nvCxnSpPr>
        <p:spPr>
          <a:xfrm>
            <a:off x="4224989" y="2083611"/>
            <a:ext cx="0" cy="2537876"/>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D1DFF22A-0111-489B-8DDB-3E4D419E28D7}"/>
              </a:ext>
            </a:extLst>
          </p:cNvPr>
          <p:cNvCxnSpPr/>
          <p:nvPr/>
        </p:nvCxnSpPr>
        <p:spPr>
          <a:xfrm>
            <a:off x="3954989" y="4805615"/>
            <a:ext cx="540000" cy="0"/>
          </a:xfrm>
          <a:prstGeom prst="line">
            <a:avLst/>
          </a:prstGeom>
          <a:ln>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21" name="Gerade Verbindung 40">
            <a:extLst>
              <a:ext uri="{FF2B5EF4-FFF2-40B4-BE49-F238E27FC236}">
                <a16:creationId xmlns:a16="http://schemas.microsoft.com/office/drawing/2014/main" id="{6121842C-BEB5-4255-9F4A-4C4B94927BFA}"/>
              </a:ext>
            </a:extLst>
          </p:cNvPr>
          <p:cNvCxnSpPr>
            <a:cxnSpLocks/>
          </p:cNvCxnSpPr>
          <p:nvPr/>
        </p:nvCxnSpPr>
        <p:spPr>
          <a:xfrm>
            <a:off x="4224989" y="5031731"/>
            <a:ext cx="0" cy="1076307"/>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Gerade Verbindung 40">
            <a:extLst>
              <a:ext uri="{FF2B5EF4-FFF2-40B4-BE49-F238E27FC236}">
                <a16:creationId xmlns:a16="http://schemas.microsoft.com/office/drawing/2014/main" id="{73533600-F3D6-4D85-AA85-DEE50934410C}"/>
              </a:ext>
            </a:extLst>
          </p:cNvPr>
          <p:cNvCxnSpPr>
            <a:cxnSpLocks/>
          </p:cNvCxnSpPr>
          <p:nvPr/>
        </p:nvCxnSpPr>
        <p:spPr>
          <a:xfrm>
            <a:off x="7968602" y="2083611"/>
            <a:ext cx="0" cy="2537876"/>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2E055923-F456-45DF-AD86-499667327BC1}"/>
              </a:ext>
            </a:extLst>
          </p:cNvPr>
          <p:cNvCxnSpPr/>
          <p:nvPr/>
        </p:nvCxnSpPr>
        <p:spPr>
          <a:xfrm>
            <a:off x="7698602" y="4805615"/>
            <a:ext cx="540000" cy="0"/>
          </a:xfrm>
          <a:prstGeom prst="line">
            <a:avLst/>
          </a:prstGeom>
          <a:ln>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25" name="Gerade Verbindung 40">
            <a:extLst>
              <a:ext uri="{FF2B5EF4-FFF2-40B4-BE49-F238E27FC236}">
                <a16:creationId xmlns:a16="http://schemas.microsoft.com/office/drawing/2014/main" id="{375B554F-37AE-4637-B055-17CAB39CFAC7}"/>
              </a:ext>
            </a:extLst>
          </p:cNvPr>
          <p:cNvCxnSpPr>
            <a:cxnSpLocks/>
          </p:cNvCxnSpPr>
          <p:nvPr/>
        </p:nvCxnSpPr>
        <p:spPr>
          <a:xfrm>
            <a:off x="7968602" y="5031731"/>
            <a:ext cx="0" cy="1076307"/>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platzhalter 3">
            <a:extLst>
              <a:ext uri="{FF2B5EF4-FFF2-40B4-BE49-F238E27FC236}">
                <a16:creationId xmlns:a16="http://schemas.microsoft.com/office/drawing/2014/main" id="{7E0EC703-AABE-6D42-ABFB-F15B21301630}"/>
              </a:ext>
            </a:extLst>
          </p:cNvPr>
          <p:cNvSpPr txBox="1">
            <a:spLocks/>
          </p:cNvSpPr>
          <p:nvPr/>
        </p:nvSpPr>
        <p:spPr>
          <a:xfrm>
            <a:off x="841375" y="198000"/>
            <a:ext cx="7480624" cy="216000"/>
          </a:xfrm>
          <a:prstGeom prst="rect">
            <a:avLst/>
          </a:prstGeom>
        </p:spPr>
        <p:txBody>
          <a:bodyPr vert="horz" lIns="0" tIns="0" rIns="0" bIns="0" rtlCol="0">
            <a:noAutofit/>
          </a:bodyPr>
          <a:lstStyle>
            <a:lvl1pPr marL="0" indent="0" algn="l" defTabSz="914400" rtl="0" eaLnBrk="1" latinLnBrk="0" hangingPunct="1">
              <a:lnSpc>
                <a:spcPct val="110000"/>
              </a:lnSpc>
              <a:spcBef>
                <a:spcPts val="0"/>
              </a:spcBef>
              <a:buClr>
                <a:schemeClr val="accent1"/>
              </a:buClr>
              <a:buFontTx/>
              <a:buNone/>
              <a:defRPr sz="1800" kern="1200">
                <a:solidFill>
                  <a:schemeClr val="tx1"/>
                </a:solidFill>
                <a:latin typeface="+mn-lt"/>
                <a:ea typeface="+mn-ea"/>
                <a:cs typeface="+mn-cs"/>
              </a:defRPr>
            </a:lvl1pPr>
            <a:lvl2pPr marL="144000" indent="-144000" algn="l" defTabSz="914400" rtl="0" eaLnBrk="1" latinLnBrk="0" hangingPunct="1">
              <a:lnSpc>
                <a:spcPct val="110000"/>
              </a:lnSpc>
              <a:spcBef>
                <a:spcPts val="0"/>
              </a:spcBef>
              <a:buClr>
                <a:schemeClr val="accent1"/>
              </a:buClr>
              <a:buFont typeface="Arial" panose="020B0604020202020204" pitchFamily="34" charset="0"/>
              <a:buChar char="•"/>
              <a:defRPr sz="1800" kern="1200">
                <a:solidFill>
                  <a:schemeClr val="tx1"/>
                </a:solidFill>
                <a:latin typeface="+mn-lt"/>
                <a:ea typeface="+mn-ea"/>
                <a:cs typeface="+mn-cs"/>
              </a:defRPr>
            </a:lvl2pPr>
            <a:lvl3pPr marL="540000" indent="-144000" algn="l" defTabSz="914400" rtl="0" eaLnBrk="1" latinLnBrk="0" hangingPunct="1">
              <a:lnSpc>
                <a:spcPct val="110000"/>
              </a:lnSpc>
              <a:spcBef>
                <a:spcPts val="0"/>
              </a:spcBef>
              <a:buClr>
                <a:schemeClr val="accent1"/>
              </a:buClr>
              <a:buFont typeface="Arial" panose="020B0604020202020204" pitchFamily="34" charset="0"/>
              <a:buChar char="•"/>
              <a:defRPr sz="1400" kern="1200">
                <a:solidFill>
                  <a:schemeClr val="tx1"/>
                </a:solidFill>
                <a:latin typeface="+mn-lt"/>
                <a:ea typeface="+mn-ea"/>
                <a:cs typeface="+mn-cs"/>
              </a:defRPr>
            </a:lvl3pPr>
            <a:lvl4pPr marL="900000" indent="-144000" algn="l" defTabSz="914400" rtl="0" eaLnBrk="1" latinLnBrk="0" hangingPunct="1">
              <a:lnSpc>
                <a:spcPct val="110000"/>
              </a:lnSpc>
              <a:spcBef>
                <a:spcPts val="0"/>
              </a:spcBef>
              <a:buClr>
                <a:schemeClr val="accent1"/>
              </a:buClr>
              <a:buFont typeface="Arial" panose="020B0604020202020204" pitchFamily="34" charset="0"/>
              <a:buChar char="•"/>
              <a:defRPr sz="1200" kern="1200">
                <a:solidFill>
                  <a:schemeClr val="tx1"/>
                </a:solidFill>
                <a:latin typeface="+mn-lt"/>
                <a:ea typeface="+mn-ea"/>
                <a:cs typeface="+mn-cs"/>
              </a:defRPr>
            </a:lvl4pPr>
            <a:lvl5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5pPr>
            <a:lvl6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6pPr>
            <a:lvl7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7pPr>
            <a:lvl8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8pPr>
            <a:lvl9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9pPr>
          </a:lstStyle>
          <a:p>
            <a:r>
              <a:rPr lang="de-DE" dirty="0"/>
              <a:t>Projekt:</a:t>
            </a:r>
          </a:p>
        </p:txBody>
      </p:sp>
      <p:sp>
        <p:nvSpPr>
          <p:cNvPr id="39" name="TextBox 14">
            <a:extLst>
              <a:ext uri="{FF2B5EF4-FFF2-40B4-BE49-F238E27FC236}">
                <a16:creationId xmlns:a16="http://schemas.microsoft.com/office/drawing/2014/main" id="{A4E2D36F-19AF-5547-A511-67963552C05C}"/>
              </a:ext>
            </a:extLst>
          </p:cNvPr>
          <p:cNvSpPr txBox="1">
            <a:spLocks/>
          </p:cNvSpPr>
          <p:nvPr/>
        </p:nvSpPr>
        <p:spPr>
          <a:xfrm>
            <a:off x="841377" y="1446256"/>
            <a:ext cx="5026020" cy="606127"/>
          </a:xfrm>
          <a:prstGeom prst="rect">
            <a:avLst/>
          </a:prstGeom>
          <a:noFill/>
          <a:extLst>
            <a:ext uri="{909E8E84-426E-40DD-AFC4-6F175D3DCCD1}">
              <a14:hiddenFill xmlns:a14="http://schemas.microsoft.com/office/drawing/2010/main">
                <a:solidFill>
                  <a:srgbClr val="FFFFFF"/>
                </a:solidFill>
              </a14:hiddenFill>
            </a:ext>
          </a:extLst>
        </p:spPr>
        <p:txBody>
          <a:bodyPr vert="horz" lIns="0" tIns="0" rIns="0" bIns="144000" rtlCol="0">
            <a:noAutofit/>
          </a:bodyPr>
          <a:lstStyle>
            <a:lvl1pPr marL="0" indent="0" algn="l" defTabSz="914400" rtl="0" eaLnBrk="1" latinLnBrk="0" hangingPunct="1">
              <a:lnSpc>
                <a:spcPct val="110000"/>
              </a:lnSpc>
              <a:spcBef>
                <a:spcPts val="0"/>
              </a:spcBef>
              <a:buClr>
                <a:schemeClr val="accent1"/>
              </a:buClr>
              <a:buFontTx/>
              <a:buNone/>
              <a:defRPr sz="1800" kern="1200">
                <a:solidFill>
                  <a:schemeClr val="tx1"/>
                </a:solidFill>
                <a:latin typeface="+mn-lt"/>
                <a:ea typeface="+mn-ea"/>
                <a:cs typeface="+mn-cs"/>
              </a:defRPr>
            </a:lvl1pPr>
            <a:lvl2pPr marL="144000" indent="-144000" algn="l" defTabSz="914400" rtl="0" eaLnBrk="1" latinLnBrk="0" hangingPunct="1">
              <a:lnSpc>
                <a:spcPct val="110000"/>
              </a:lnSpc>
              <a:spcBef>
                <a:spcPts val="0"/>
              </a:spcBef>
              <a:buClr>
                <a:schemeClr val="accent1"/>
              </a:buClr>
              <a:buFont typeface="Arial" panose="020B0604020202020204" pitchFamily="34" charset="0"/>
              <a:buChar char="•"/>
              <a:defRPr sz="1800" kern="1200">
                <a:solidFill>
                  <a:schemeClr val="tx1"/>
                </a:solidFill>
                <a:latin typeface="+mn-lt"/>
                <a:ea typeface="+mn-ea"/>
                <a:cs typeface="+mn-cs"/>
              </a:defRPr>
            </a:lvl2pPr>
            <a:lvl3pPr marL="540000" indent="-144000" algn="l" defTabSz="914400" rtl="0" eaLnBrk="1" latinLnBrk="0" hangingPunct="1">
              <a:lnSpc>
                <a:spcPct val="110000"/>
              </a:lnSpc>
              <a:spcBef>
                <a:spcPts val="0"/>
              </a:spcBef>
              <a:buClr>
                <a:schemeClr val="accent1"/>
              </a:buClr>
              <a:buFont typeface="Arial" panose="020B0604020202020204" pitchFamily="34" charset="0"/>
              <a:buChar char="•"/>
              <a:defRPr sz="1400" kern="1200">
                <a:solidFill>
                  <a:schemeClr val="tx1"/>
                </a:solidFill>
                <a:latin typeface="+mn-lt"/>
                <a:ea typeface="+mn-ea"/>
                <a:cs typeface="+mn-cs"/>
              </a:defRPr>
            </a:lvl3pPr>
            <a:lvl4pPr marL="900000" indent="-144000" algn="l" defTabSz="914400" rtl="0" eaLnBrk="1" latinLnBrk="0" hangingPunct="1">
              <a:lnSpc>
                <a:spcPct val="110000"/>
              </a:lnSpc>
              <a:spcBef>
                <a:spcPts val="0"/>
              </a:spcBef>
              <a:buClr>
                <a:schemeClr val="accent1"/>
              </a:buClr>
              <a:buFont typeface="Arial" panose="020B0604020202020204" pitchFamily="34" charset="0"/>
              <a:buChar char="•"/>
              <a:defRPr sz="1200" kern="1200">
                <a:solidFill>
                  <a:schemeClr val="tx1"/>
                </a:solidFill>
                <a:latin typeface="+mn-lt"/>
                <a:ea typeface="+mn-ea"/>
                <a:cs typeface="+mn-cs"/>
              </a:defRPr>
            </a:lvl4pPr>
            <a:lvl5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5pPr>
            <a:lvl6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6pPr>
            <a:lvl7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7pPr>
            <a:lvl8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8pPr>
            <a:lvl9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9pPr>
          </a:lstStyle>
          <a:p>
            <a:r>
              <a:rPr lang="de-DE" dirty="0">
                <a:solidFill>
                  <a:schemeClr val="accent1"/>
                </a:solidFill>
              </a:rPr>
              <a:t>Persona:</a:t>
            </a:r>
          </a:p>
          <a:p>
            <a:r>
              <a:rPr lang="de-DE" dirty="0">
                <a:solidFill>
                  <a:schemeClr val="accent1"/>
                </a:solidFill>
              </a:rPr>
              <a:t>Nutzungsszenario:</a:t>
            </a:r>
          </a:p>
        </p:txBody>
      </p:sp>
      <p:sp>
        <p:nvSpPr>
          <p:cNvPr id="41" name="Fußzeilenplatzhalter 1">
            <a:extLst>
              <a:ext uri="{FF2B5EF4-FFF2-40B4-BE49-F238E27FC236}">
                <a16:creationId xmlns:a16="http://schemas.microsoft.com/office/drawing/2014/main" id="{9AB2CC95-A601-A04D-925C-37B687613772}"/>
              </a:ext>
            </a:extLst>
          </p:cNvPr>
          <p:cNvSpPr txBox="1">
            <a:spLocks/>
          </p:cNvSpPr>
          <p:nvPr/>
        </p:nvSpPr>
        <p:spPr>
          <a:xfrm>
            <a:off x="841375" y="6529181"/>
            <a:ext cx="7315200" cy="196131"/>
          </a:xfrm>
          <a:prstGeom prst="rect">
            <a:avLst/>
          </a:prstGeom>
        </p:spPr>
        <p:txBody>
          <a:bodyPr vert="horz" lIns="0" tIns="0" rIns="0" bIns="0" rtlCol="0" anchor="ctr" anchorCtr="0"/>
          <a:lstStyle>
            <a:defPPr>
              <a:defRPr lang="de-DE"/>
            </a:defPPr>
            <a:lvl1pPr marL="7200" indent="-7200" algn="r" defTabSz="914400" rtl="0" eaLnBrk="1" latinLnBrk="0" hangingPunct="1">
              <a:lnSpc>
                <a:spcPct val="100000"/>
              </a:lnSpc>
              <a:spcBef>
                <a:spcPts val="0"/>
              </a:spcBef>
              <a:buClr>
                <a:schemeClr val="accent1"/>
              </a:buClr>
              <a:buFontTx/>
              <a:buNone/>
              <a:defRPr sz="1000" kern="1200">
                <a:solidFill>
                  <a:srgbClr val="6F6F6F"/>
                </a:solidFill>
                <a:latin typeface="+mn-lt"/>
                <a:ea typeface="+mn-ea"/>
                <a:cs typeface="+mn-cs"/>
              </a:defRPr>
            </a:lvl1pPr>
            <a:lvl2pPr marL="144000" indent="-144000" algn="l" defTabSz="914400" rtl="0" eaLnBrk="1" latinLnBrk="0" hangingPunct="1">
              <a:lnSpc>
                <a:spcPct val="110000"/>
              </a:lnSpc>
              <a:spcBef>
                <a:spcPts val="0"/>
              </a:spcBef>
              <a:buClr>
                <a:schemeClr val="accent1"/>
              </a:buClr>
              <a:buFont typeface="Arial" panose="020B0604020202020204" pitchFamily="34" charset="0"/>
              <a:buChar char="•"/>
              <a:defRPr sz="1800" kern="1200">
                <a:solidFill>
                  <a:schemeClr val="tx1"/>
                </a:solidFill>
                <a:latin typeface="+mn-lt"/>
                <a:ea typeface="+mn-ea"/>
                <a:cs typeface="+mn-cs"/>
              </a:defRPr>
            </a:lvl2pPr>
            <a:lvl3pPr marL="540000" indent="-144000" algn="l" defTabSz="914400" rtl="0" eaLnBrk="1" latinLnBrk="0" hangingPunct="1">
              <a:lnSpc>
                <a:spcPct val="110000"/>
              </a:lnSpc>
              <a:spcBef>
                <a:spcPts val="0"/>
              </a:spcBef>
              <a:buClr>
                <a:schemeClr val="accent1"/>
              </a:buClr>
              <a:buFont typeface="Arial" panose="020B0604020202020204" pitchFamily="34" charset="0"/>
              <a:buChar char="•"/>
              <a:defRPr sz="1400" kern="1200">
                <a:solidFill>
                  <a:schemeClr val="tx1"/>
                </a:solidFill>
                <a:latin typeface="+mn-lt"/>
                <a:ea typeface="+mn-ea"/>
                <a:cs typeface="+mn-cs"/>
              </a:defRPr>
            </a:lvl3pPr>
            <a:lvl4pPr marL="900000" indent="-144000" algn="l" defTabSz="914400" rtl="0" eaLnBrk="1" latinLnBrk="0" hangingPunct="1">
              <a:lnSpc>
                <a:spcPct val="110000"/>
              </a:lnSpc>
              <a:spcBef>
                <a:spcPts val="0"/>
              </a:spcBef>
              <a:buClr>
                <a:schemeClr val="accent1"/>
              </a:buClr>
              <a:buFont typeface="Arial" panose="020B0604020202020204" pitchFamily="34" charset="0"/>
              <a:buChar char="•"/>
              <a:defRPr sz="1200" kern="1200">
                <a:solidFill>
                  <a:schemeClr val="tx1"/>
                </a:solidFill>
                <a:latin typeface="+mn-lt"/>
                <a:ea typeface="+mn-ea"/>
                <a:cs typeface="+mn-cs"/>
              </a:defRPr>
            </a:lvl4pPr>
            <a:lvl5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5pPr>
            <a:lvl6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6pPr>
            <a:lvl7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7pPr>
            <a:lvl8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8pPr>
            <a:lvl9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9pPr>
          </a:lstStyle>
          <a:p>
            <a:pPr algn="l"/>
            <a:r>
              <a:rPr lang="de-DE" dirty="0"/>
              <a:t>© msg systems ag | 2022 | </a:t>
            </a:r>
            <a:r>
              <a:rPr lang="de-DE" dirty="0">
                <a:hlinkClick r:id="rId3"/>
              </a:rPr>
              <a:t>https://user-experience-methods.com/02_define/storyboard.html</a:t>
            </a:r>
            <a:r>
              <a:rPr lang="de-DE" dirty="0"/>
              <a:t> </a:t>
            </a:r>
          </a:p>
        </p:txBody>
      </p:sp>
    </p:spTree>
    <p:extLst>
      <p:ext uri="{BB962C8B-B14F-4D97-AF65-F5344CB8AC3E}">
        <p14:creationId xmlns:p14="http://schemas.microsoft.com/office/powerpoint/2010/main" val="182462776"/>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4CCB85D4-95EB-49F4-84BB-901227A4C2E8}"/>
              </a:ext>
            </a:extLst>
          </p:cNvPr>
          <p:cNvSpPr>
            <a:spLocks noGrp="1"/>
          </p:cNvSpPr>
          <p:nvPr>
            <p:ph type="title"/>
          </p:nvPr>
        </p:nvSpPr>
        <p:spPr/>
        <p:txBody>
          <a:bodyPr/>
          <a:lstStyle/>
          <a:p>
            <a:r>
              <a:rPr lang="de-DE" dirty="0"/>
              <a:t>Storyboard</a:t>
            </a:r>
          </a:p>
        </p:txBody>
      </p:sp>
      <p:sp>
        <p:nvSpPr>
          <p:cNvPr id="3" name="Foliennummernplatzhalter 2">
            <a:extLst>
              <a:ext uri="{FF2B5EF4-FFF2-40B4-BE49-F238E27FC236}">
                <a16:creationId xmlns:a16="http://schemas.microsoft.com/office/drawing/2014/main" id="{09E2D6D5-E273-4373-B25C-E2DE4EACC84F}"/>
              </a:ext>
            </a:extLst>
          </p:cNvPr>
          <p:cNvSpPr>
            <a:spLocks noGrp="1"/>
          </p:cNvSpPr>
          <p:nvPr>
            <p:ph type="sldNum" sz="quarter" idx="11"/>
          </p:nvPr>
        </p:nvSpPr>
        <p:spPr/>
        <p:txBody>
          <a:bodyPr/>
          <a:lstStyle/>
          <a:p>
            <a:fld id="{B27B0579-4238-4E44-9A9E-134B676F827C}" type="slidenum">
              <a:rPr lang="de-DE" smtClean="0"/>
              <a:pPr/>
              <a:t>2</a:t>
            </a:fld>
            <a:endParaRPr lang="de-DE" dirty="0"/>
          </a:p>
        </p:txBody>
      </p:sp>
      <p:sp>
        <p:nvSpPr>
          <p:cNvPr id="9" name="Inhaltsplatzhalter 8">
            <a:extLst>
              <a:ext uri="{FF2B5EF4-FFF2-40B4-BE49-F238E27FC236}">
                <a16:creationId xmlns:a16="http://schemas.microsoft.com/office/drawing/2014/main" id="{94CF2957-1FF4-E043-8306-0B051A29A1A3}"/>
              </a:ext>
            </a:extLst>
          </p:cNvPr>
          <p:cNvSpPr>
            <a:spLocks noGrp="1"/>
          </p:cNvSpPr>
          <p:nvPr>
            <p:ph sz="quarter" idx="12"/>
          </p:nvPr>
        </p:nvSpPr>
        <p:spPr>
          <a:xfrm>
            <a:off x="841374" y="1860347"/>
            <a:ext cx="2879999" cy="1369482"/>
          </a:xfrm>
          <a:solidFill>
            <a:schemeClr val="bg1">
              <a:lumMod val="95000"/>
            </a:schemeClr>
          </a:solidFill>
        </p:spPr>
        <p:txBody>
          <a:bodyPr/>
          <a:lstStyle/>
          <a:p>
            <a:endParaRPr lang="de-DE"/>
          </a:p>
        </p:txBody>
      </p:sp>
      <p:sp>
        <p:nvSpPr>
          <p:cNvPr id="10" name="Inhaltsplatzhalter 9">
            <a:extLst>
              <a:ext uri="{FF2B5EF4-FFF2-40B4-BE49-F238E27FC236}">
                <a16:creationId xmlns:a16="http://schemas.microsoft.com/office/drawing/2014/main" id="{5E3BA83E-F680-2644-B852-171052199A23}"/>
              </a:ext>
            </a:extLst>
          </p:cNvPr>
          <p:cNvSpPr>
            <a:spLocks noGrp="1"/>
          </p:cNvSpPr>
          <p:nvPr>
            <p:ph sz="quarter" idx="13"/>
          </p:nvPr>
        </p:nvSpPr>
        <p:spPr>
          <a:xfrm>
            <a:off x="4680663" y="1860347"/>
            <a:ext cx="2879935" cy="1369482"/>
          </a:xfrm>
          <a:solidFill>
            <a:schemeClr val="bg1">
              <a:lumMod val="95000"/>
            </a:schemeClr>
          </a:solidFill>
        </p:spPr>
        <p:txBody>
          <a:bodyPr/>
          <a:lstStyle/>
          <a:p>
            <a:endParaRPr lang="de-DE"/>
          </a:p>
        </p:txBody>
      </p:sp>
      <p:sp>
        <p:nvSpPr>
          <p:cNvPr id="11" name="Inhaltsplatzhalter 10">
            <a:extLst>
              <a:ext uri="{FF2B5EF4-FFF2-40B4-BE49-F238E27FC236}">
                <a16:creationId xmlns:a16="http://schemas.microsoft.com/office/drawing/2014/main" id="{31244C4A-7B4E-0A44-A2A2-6A6B82195241}"/>
              </a:ext>
            </a:extLst>
          </p:cNvPr>
          <p:cNvSpPr>
            <a:spLocks noGrp="1"/>
          </p:cNvSpPr>
          <p:nvPr>
            <p:ph sz="quarter" idx="14"/>
          </p:nvPr>
        </p:nvSpPr>
        <p:spPr>
          <a:xfrm>
            <a:off x="8423011" y="1860346"/>
            <a:ext cx="2881591" cy="1369482"/>
          </a:xfrm>
          <a:solidFill>
            <a:schemeClr val="bg1">
              <a:lumMod val="95000"/>
            </a:schemeClr>
          </a:solidFill>
        </p:spPr>
        <p:txBody>
          <a:bodyPr/>
          <a:lstStyle/>
          <a:p>
            <a:endParaRPr lang="de-DE"/>
          </a:p>
        </p:txBody>
      </p:sp>
      <p:sp>
        <p:nvSpPr>
          <p:cNvPr id="12" name="Inhaltsplatzhalter 11">
            <a:extLst>
              <a:ext uri="{FF2B5EF4-FFF2-40B4-BE49-F238E27FC236}">
                <a16:creationId xmlns:a16="http://schemas.microsoft.com/office/drawing/2014/main" id="{598E74EA-CCC0-024B-B5C5-3F7585EE4FE5}"/>
              </a:ext>
            </a:extLst>
          </p:cNvPr>
          <p:cNvSpPr>
            <a:spLocks noGrp="1"/>
          </p:cNvSpPr>
          <p:nvPr>
            <p:ph sz="quarter" idx="15"/>
          </p:nvPr>
        </p:nvSpPr>
        <p:spPr>
          <a:xfrm>
            <a:off x="839784" y="4225576"/>
            <a:ext cx="2929203" cy="1279423"/>
          </a:xfrm>
          <a:solidFill>
            <a:schemeClr val="bg1">
              <a:lumMod val="95000"/>
            </a:schemeClr>
          </a:solidFill>
        </p:spPr>
        <p:txBody>
          <a:bodyPr/>
          <a:lstStyle/>
          <a:p>
            <a:endParaRPr lang="de-DE" dirty="0"/>
          </a:p>
        </p:txBody>
      </p:sp>
      <p:sp>
        <p:nvSpPr>
          <p:cNvPr id="13" name="Inhaltsplatzhalter 12">
            <a:extLst>
              <a:ext uri="{FF2B5EF4-FFF2-40B4-BE49-F238E27FC236}">
                <a16:creationId xmlns:a16="http://schemas.microsoft.com/office/drawing/2014/main" id="{09D0CAEF-2DF0-8743-81A1-29C34F9EF612}"/>
              </a:ext>
            </a:extLst>
          </p:cNvPr>
          <p:cNvSpPr>
            <a:spLocks noGrp="1"/>
          </p:cNvSpPr>
          <p:nvPr>
            <p:ph sz="quarter" idx="16"/>
          </p:nvPr>
        </p:nvSpPr>
        <p:spPr>
          <a:xfrm>
            <a:off x="4632984" y="4163632"/>
            <a:ext cx="2927614" cy="1341370"/>
          </a:xfrm>
          <a:solidFill>
            <a:schemeClr val="bg1">
              <a:lumMod val="95000"/>
            </a:schemeClr>
          </a:solidFill>
        </p:spPr>
        <p:txBody>
          <a:bodyPr/>
          <a:lstStyle/>
          <a:p>
            <a:endParaRPr lang="de-DE" dirty="0"/>
          </a:p>
        </p:txBody>
      </p:sp>
      <p:sp>
        <p:nvSpPr>
          <p:cNvPr id="14" name="Inhaltsplatzhalter 13">
            <a:extLst>
              <a:ext uri="{FF2B5EF4-FFF2-40B4-BE49-F238E27FC236}">
                <a16:creationId xmlns:a16="http://schemas.microsoft.com/office/drawing/2014/main" id="{1C10F0B3-F313-C547-B842-C57204213066}"/>
              </a:ext>
            </a:extLst>
          </p:cNvPr>
          <p:cNvSpPr>
            <a:spLocks noGrp="1"/>
          </p:cNvSpPr>
          <p:nvPr>
            <p:ph sz="quarter" idx="17"/>
          </p:nvPr>
        </p:nvSpPr>
        <p:spPr>
          <a:xfrm>
            <a:off x="8423010" y="4163632"/>
            <a:ext cx="2881591" cy="1326798"/>
          </a:xfrm>
          <a:solidFill>
            <a:schemeClr val="bg1">
              <a:lumMod val="95000"/>
            </a:schemeClr>
          </a:solidFill>
        </p:spPr>
        <p:txBody>
          <a:bodyPr/>
          <a:lstStyle/>
          <a:p>
            <a:endParaRPr lang="de-DE" dirty="0"/>
          </a:p>
        </p:txBody>
      </p:sp>
      <p:cxnSp>
        <p:nvCxnSpPr>
          <p:cNvPr id="17" name="Gerade Verbindung 40">
            <a:extLst>
              <a:ext uri="{FF2B5EF4-FFF2-40B4-BE49-F238E27FC236}">
                <a16:creationId xmlns:a16="http://schemas.microsoft.com/office/drawing/2014/main" id="{80F22B0D-B354-40F4-8E9A-6E96594BF2EA}"/>
              </a:ext>
            </a:extLst>
          </p:cNvPr>
          <p:cNvCxnSpPr>
            <a:cxnSpLocks/>
          </p:cNvCxnSpPr>
          <p:nvPr/>
        </p:nvCxnSpPr>
        <p:spPr>
          <a:xfrm>
            <a:off x="4224989" y="1860347"/>
            <a:ext cx="0" cy="1183938"/>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D1DFF22A-0111-489B-8DDB-3E4D419E28D7}"/>
              </a:ext>
            </a:extLst>
          </p:cNvPr>
          <p:cNvCxnSpPr/>
          <p:nvPr/>
        </p:nvCxnSpPr>
        <p:spPr>
          <a:xfrm>
            <a:off x="3954989" y="3229829"/>
            <a:ext cx="540000" cy="0"/>
          </a:xfrm>
          <a:prstGeom prst="line">
            <a:avLst/>
          </a:prstGeom>
          <a:ln>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23" name="Gerade Verbindung 40">
            <a:extLst>
              <a:ext uri="{FF2B5EF4-FFF2-40B4-BE49-F238E27FC236}">
                <a16:creationId xmlns:a16="http://schemas.microsoft.com/office/drawing/2014/main" id="{73533600-F3D6-4D85-AA85-DEE50934410C}"/>
              </a:ext>
            </a:extLst>
          </p:cNvPr>
          <p:cNvCxnSpPr>
            <a:cxnSpLocks/>
          </p:cNvCxnSpPr>
          <p:nvPr/>
        </p:nvCxnSpPr>
        <p:spPr>
          <a:xfrm>
            <a:off x="7968602" y="1860347"/>
            <a:ext cx="0" cy="1183938"/>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2E055923-F456-45DF-AD86-499667327BC1}"/>
              </a:ext>
            </a:extLst>
          </p:cNvPr>
          <p:cNvCxnSpPr/>
          <p:nvPr/>
        </p:nvCxnSpPr>
        <p:spPr>
          <a:xfrm>
            <a:off x="7698602" y="3229829"/>
            <a:ext cx="540000" cy="0"/>
          </a:xfrm>
          <a:prstGeom prst="line">
            <a:avLst/>
          </a:prstGeom>
          <a:ln>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sp>
        <p:nvSpPr>
          <p:cNvPr id="37" name="Textplatzhalter 3">
            <a:extLst>
              <a:ext uri="{FF2B5EF4-FFF2-40B4-BE49-F238E27FC236}">
                <a16:creationId xmlns:a16="http://schemas.microsoft.com/office/drawing/2014/main" id="{7E0EC703-AABE-6D42-ABFB-F15B21301630}"/>
              </a:ext>
            </a:extLst>
          </p:cNvPr>
          <p:cNvSpPr txBox="1">
            <a:spLocks/>
          </p:cNvSpPr>
          <p:nvPr/>
        </p:nvSpPr>
        <p:spPr>
          <a:xfrm>
            <a:off x="841375" y="198000"/>
            <a:ext cx="7480624" cy="216000"/>
          </a:xfrm>
          <a:prstGeom prst="rect">
            <a:avLst/>
          </a:prstGeom>
        </p:spPr>
        <p:txBody>
          <a:bodyPr vert="horz" lIns="0" tIns="0" rIns="0" bIns="0" rtlCol="0">
            <a:noAutofit/>
          </a:bodyPr>
          <a:lstStyle>
            <a:lvl1pPr marL="0" indent="0" algn="l" defTabSz="914400" rtl="0" eaLnBrk="1" latinLnBrk="0" hangingPunct="1">
              <a:lnSpc>
                <a:spcPct val="110000"/>
              </a:lnSpc>
              <a:spcBef>
                <a:spcPts val="0"/>
              </a:spcBef>
              <a:buClr>
                <a:schemeClr val="accent1"/>
              </a:buClr>
              <a:buFontTx/>
              <a:buNone/>
              <a:defRPr sz="1800" kern="1200">
                <a:solidFill>
                  <a:schemeClr val="tx1"/>
                </a:solidFill>
                <a:latin typeface="+mn-lt"/>
                <a:ea typeface="+mn-ea"/>
                <a:cs typeface="+mn-cs"/>
              </a:defRPr>
            </a:lvl1pPr>
            <a:lvl2pPr marL="144000" indent="-144000" algn="l" defTabSz="914400" rtl="0" eaLnBrk="1" latinLnBrk="0" hangingPunct="1">
              <a:lnSpc>
                <a:spcPct val="110000"/>
              </a:lnSpc>
              <a:spcBef>
                <a:spcPts val="0"/>
              </a:spcBef>
              <a:buClr>
                <a:schemeClr val="accent1"/>
              </a:buClr>
              <a:buFont typeface="Arial" panose="020B0604020202020204" pitchFamily="34" charset="0"/>
              <a:buChar char="•"/>
              <a:defRPr sz="1800" kern="1200">
                <a:solidFill>
                  <a:schemeClr val="tx1"/>
                </a:solidFill>
                <a:latin typeface="+mn-lt"/>
                <a:ea typeface="+mn-ea"/>
                <a:cs typeface="+mn-cs"/>
              </a:defRPr>
            </a:lvl2pPr>
            <a:lvl3pPr marL="540000" indent="-144000" algn="l" defTabSz="914400" rtl="0" eaLnBrk="1" latinLnBrk="0" hangingPunct="1">
              <a:lnSpc>
                <a:spcPct val="110000"/>
              </a:lnSpc>
              <a:spcBef>
                <a:spcPts val="0"/>
              </a:spcBef>
              <a:buClr>
                <a:schemeClr val="accent1"/>
              </a:buClr>
              <a:buFont typeface="Arial" panose="020B0604020202020204" pitchFamily="34" charset="0"/>
              <a:buChar char="•"/>
              <a:defRPr sz="1400" kern="1200">
                <a:solidFill>
                  <a:schemeClr val="tx1"/>
                </a:solidFill>
                <a:latin typeface="+mn-lt"/>
                <a:ea typeface="+mn-ea"/>
                <a:cs typeface="+mn-cs"/>
              </a:defRPr>
            </a:lvl3pPr>
            <a:lvl4pPr marL="900000" indent="-144000" algn="l" defTabSz="914400" rtl="0" eaLnBrk="1" latinLnBrk="0" hangingPunct="1">
              <a:lnSpc>
                <a:spcPct val="110000"/>
              </a:lnSpc>
              <a:spcBef>
                <a:spcPts val="0"/>
              </a:spcBef>
              <a:buClr>
                <a:schemeClr val="accent1"/>
              </a:buClr>
              <a:buFont typeface="Arial" panose="020B0604020202020204" pitchFamily="34" charset="0"/>
              <a:buChar char="•"/>
              <a:defRPr sz="1200" kern="1200">
                <a:solidFill>
                  <a:schemeClr val="tx1"/>
                </a:solidFill>
                <a:latin typeface="+mn-lt"/>
                <a:ea typeface="+mn-ea"/>
                <a:cs typeface="+mn-cs"/>
              </a:defRPr>
            </a:lvl4pPr>
            <a:lvl5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5pPr>
            <a:lvl6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6pPr>
            <a:lvl7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7pPr>
            <a:lvl8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8pPr>
            <a:lvl9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9pPr>
          </a:lstStyle>
          <a:p>
            <a:r>
              <a:rPr lang="de-DE" dirty="0"/>
              <a:t>Projekt:</a:t>
            </a:r>
          </a:p>
        </p:txBody>
      </p:sp>
      <p:sp>
        <p:nvSpPr>
          <p:cNvPr id="39" name="TextBox 14">
            <a:extLst>
              <a:ext uri="{FF2B5EF4-FFF2-40B4-BE49-F238E27FC236}">
                <a16:creationId xmlns:a16="http://schemas.microsoft.com/office/drawing/2014/main" id="{A4E2D36F-19AF-5547-A511-67963552C05C}"/>
              </a:ext>
            </a:extLst>
          </p:cNvPr>
          <p:cNvSpPr txBox="1">
            <a:spLocks/>
          </p:cNvSpPr>
          <p:nvPr/>
        </p:nvSpPr>
        <p:spPr>
          <a:xfrm>
            <a:off x="841377" y="1446256"/>
            <a:ext cx="5026020" cy="457479"/>
          </a:xfrm>
          <a:prstGeom prst="rect">
            <a:avLst/>
          </a:prstGeom>
          <a:noFill/>
          <a:extLst>
            <a:ext uri="{909E8E84-426E-40DD-AFC4-6F175D3DCCD1}">
              <a14:hiddenFill xmlns:a14="http://schemas.microsoft.com/office/drawing/2010/main">
                <a:solidFill>
                  <a:srgbClr val="FFFFFF"/>
                </a:solidFill>
              </a14:hiddenFill>
            </a:ext>
          </a:extLst>
        </p:spPr>
        <p:txBody>
          <a:bodyPr vert="horz" lIns="0" tIns="0" rIns="0" bIns="144000" rtlCol="0">
            <a:noAutofit/>
          </a:bodyPr>
          <a:lstStyle>
            <a:lvl1pPr marL="0" indent="0" algn="l" defTabSz="914400" rtl="0" eaLnBrk="1" latinLnBrk="0" hangingPunct="1">
              <a:lnSpc>
                <a:spcPct val="110000"/>
              </a:lnSpc>
              <a:spcBef>
                <a:spcPts val="0"/>
              </a:spcBef>
              <a:buClr>
                <a:schemeClr val="accent1"/>
              </a:buClr>
              <a:buFontTx/>
              <a:buNone/>
              <a:defRPr sz="1800" kern="1200">
                <a:solidFill>
                  <a:schemeClr val="tx1"/>
                </a:solidFill>
                <a:latin typeface="+mn-lt"/>
                <a:ea typeface="+mn-ea"/>
                <a:cs typeface="+mn-cs"/>
              </a:defRPr>
            </a:lvl1pPr>
            <a:lvl2pPr marL="144000" indent="-144000" algn="l" defTabSz="914400" rtl="0" eaLnBrk="1" latinLnBrk="0" hangingPunct="1">
              <a:lnSpc>
                <a:spcPct val="110000"/>
              </a:lnSpc>
              <a:spcBef>
                <a:spcPts val="0"/>
              </a:spcBef>
              <a:buClr>
                <a:schemeClr val="accent1"/>
              </a:buClr>
              <a:buFont typeface="Arial" panose="020B0604020202020204" pitchFamily="34" charset="0"/>
              <a:buChar char="•"/>
              <a:defRPr sz="1800" kern="1200">
                <a:solidFill>
                  <a:schemeClr val="tx1"/>
                </a:solidFill>
                <a:latin typeface="+mn-lt"/>
                <a:ea typeface="+mn-ea"/>
                <a:cs typeface="+mn-cs"/>
              </a:defRPr>
            </a:lvl2pPr>
            <a:lvl3pPr marL="540000" indent="-144000" algn="l" defTabSz="914400" rtl="0" eaLnBrk="1" latinLnBrk="0" hangingPunct="1">
              <a:lnSpc>
                <a:spcPct val="110000"/>
              </a:lnSpc>
              <a:spcBef>
                <a:spcPts val="0"/>
              </a:spcBef>
              <a:buClr>
                <a:schemeClr val="accent1"/>
              </a:buClr>
              <a:buFont typeface="Arial" panose="020B0604020202020204" pitchFamily="34" charset="0"/>
              <a:buChar char="•"/>
              <a:defRPr sz="1400" kern="1200">
                <a:solidFill>
                  <a:schemeClr val="tx1"/>
                </a:solidFill>
                <a:latin typeface="+mn-lt"/>
                <a:ea typeface="+mn-ea"/>
                <a:cs typeface="+mn-cs"/>
              </a:defRPr>
            </a:lvl3pPr>
            <a:lvl4pPr marL="900000" indent="-144000" algn="l" defTabSz="914400" rtl="0" eaLnBrk="1" latinLnBrk="0" hangingPunct="1">
              <a:lnSpc>
                <a:spcPct val="110000"/>
              </a:lnSpc>
              <a:spcBef>
                <a:spcPts val="0"/>
              </a:spcBef>
              <a:buClr>
                <a:schemeClr val="accent1"/>
              </a:buClr>
              <a:buFont typeface="Arial" panose="020B0604020202020204" pitchFamily="34" charset="0"/>
              <a:buChar char="•"/>
              <a:defRPr sz="1200" kern="1200">
                <a:solidFill>
                  <a:schemeClr val="tx1"/>
                </a:solidFill>
                <a:latin typeface="+mn-lt"/>
                <a:ea typeface="+mn-ea"/>
                <a:cs typeface="+mn-cs"/>
              </a:defRPr>
            </a:lvl4pPr>
            <a:lvl5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5pPr>
            <a:lvl6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6pPr>
            <a:lvl7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7pPr>
            <a:lvl8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8pPr>
            <a:lvl9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9pPr>
          </a:lstStyle>
          <a:p>
            <a:r>
              <a:rPr lang="de-DE" dirty="0">
                <a:solidFill>
                  <a:schemeClr val="accent1"/>
                </a:solidFill>
              </a:rPr>
              <a:t>Persona:</a:t>
            </a:r>
          </a:p>
        </p:txBody>
      </p:sp>
      <p:sp>
        <p:nvSpPr>
          <p:cNvPr id="40" name="TextBox 14">
            <a:extLst>
              <a:ext uri="{FF2B5EF4-FFF2-40B4-BE49-F238E27FC236}">
                <a16:creationId xmlns:a16="http://schemas.microsoft.com/office/drawing/2014/main" id="{49B662FB-97E9-C549-97FE-36AB8AEE2E9E}"/>
              </a:ext>
            </a:extLst>
          </p:cNvPr>
          <p:cNvSpPr txBox="1">
            <a:spLocks/>
          </p:cNvSpPr>
          <p:nvPr/>
        </p:nvSpPr>
        <p:spPr>
          <a:xfrm>
            <a:off x="6251577" y="1446256"/>
            <a:ext cx="5026020" cy="457479"/>
          </a:xfrm>
          <a:prstGeom prst="rect">
            <a:avLst/>
          </a:prstGeom>
          <a:noFill/>
          <a:extLst>
            <a:ext uri="{909E8E84-426E-40DD-AFC4-6F175D3DCCD1}">
              <a14:hiddenFill xmlns:a14="http://schemas.microsoft.com/office/drawing/2010/main">
                <a:solidFill>
                  <a:srgbClr val="FFFFFF"/>
                </a:solidFill>
              </a14:hiddenFill>
            </a:ext>
          </a:extLst>
        </p:spPr>
        <p:txBody>
          <a:bodyPr vert="horz" lIns="0" tIns="0" rIns="0" bIns="144000" rtlCol="0">
            <a:noAutofit/>
          </a:bodyPr>
          <a:lstStyle>
            <a:lvl1pPr marL="0" indent="0" algn="l" defTabSz="914400" rtl="0" eaLnBrk="1" latinLnBrk="0" hangingPunct="1">
              <a:lnSpc>
                <a:spcPct val="110000"/>
              </a:lnSpc>
              <a:spcBef>
                <a:spcPts val="0"/>
              </a:spcBef>
              <a:buClr>
                <a:schemeClr val="accent1"/>
              </a:buClr>
              <a:buFontTx/>
              <a:buNone/>
              <a:defRPr sz="1800" kern="1200">
                <a:solidFill>
                  <a:schemeClr val="tx1"/>
                </a:solidFill>
                <a:latin typeface="+mn-lt"/>
                <a:ea typeface="+mn-ea"/>
                <a:cs typeface="+mn-cs"/>
              </a:defRPr>
            </a:lvl1pPr>
            <a:lvl2pPr marL="144000" indent="-144000" algn="l" defTabSz="914400" rtl="0" eaLnBrk="1" latinLnBrk="0" hangingPunct="1">
              <a:lnSpc>
                <a:spcPct val="110000"/>
              </a:lnSpc>
              <a:spcBef>
                <a:spcPts val="0"/>
              </a:spcBef>
              <a:buClr>
                <a:schemeClr val="accent1"/>
              </a:buClr>
              <a:buFont typeface="Arial" panose="020B0604020202020204" pitchFamily="34" charset="0"/>
              <a:buChar char="•"/>
              <a:defRPr sz="1800" kern="1200">
                <a:solidFill>
                  <a:schemeClr val="tx1"/>
                </a:solidFill>
                <a:latin typeface="+mn-lt"/>
                <a:ea typeface="+mn-ea"/>
                <a:cs typeface="+mn-cs"/>
              </a:defRPr>
            </a:lvl2pPr>
            <a:lvl3pPr marL="540000" indent="-144000" algn="l" defTabSz="914400" rtl="0" eaLnBrk="1" latinLnBrk="0" hangingPunct="1">
              <a:lnSpc>
                <a:spcPct val="110000"/>
              </a:lnSpc>
              <a:spcBef>
                <a:spcPts val="0"/>
              </a:spcBef>
              <a:buClr>
                <a:schemeClr val="accent1"/>
              </a:buClr>
              <a:buFont typeface="Arial" panose="020B0604020202020204" pitchFamily="34" charset="0"/>
              <a:buChar char="•"/>
              <a:defRPr sz="1400" kern="1200">
                <a:solidFill>
                  <a:schemeClr val="tx1"/>
                </a:solidFill>
                <a:latin typeface="+mn-lt"/>
                <a:ea typeface="+mn-ea"/>
                <a:cs typeface="+mn-cs"/>
              </a:defRPr>
            </a:lvl3pPr>
            <a:lvl4pPr marL="900000" indent="-144000" algn="l" defTabSz="914400" rtl="0" eaLnBrk="1" latinLnBrk="0" hangingPunct="1">
              <a:lnSpc>
                <a:spcPct val="110000"/>
              </a:lnSpc>
              <a:spcBef>
                <a:spcPts val="0"/>
              </a:spcBef>
              <a:buClr>
                <a:schemeClr val="accent1"/>
              </a:buClr>
              <a:buFont typeface="Arial" panose="020B0604020202020204" pitchFamily="34" charset="0"/>
              <a:buChar char="•"/>
              <a:defRPr sz="1200" kern="1200">
                <a:solidFill>
                  <a:schemeClr val="tx1"/>
                </a:solidFill>
                <a:latin typeface="+mn-lt"/>
                <a:ea typeface="+mn-ea"/>
                <a:cs typeface="+mn-cs"/>
              </a:defRPr>
            </a:lvl4pPr>
            <a:lvl5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5pPr>
            <a:lvl6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6pPr>
            <a:lvl7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7pPr>
            <a:lvl8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8pPr>
            <a:lvl9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9pPr>
          </a:lstStyle>
          <a:p>
            <a:r>
              <a:rPr lang="de-DE" dirty="0">
                <a:solidFill>
                  <a:schemeClr val="accent1"/>
                </a:solidFill>
              </a:rPr>
              <a:t>Nutzungsszenario:</a:t>
            </a:r>
          </a:p>
        </p:txBody>
      </p:sp>
      <p:sp>
        <p:nvSpPr>
          <p:cNvPr id="30" name="Fußzeilenplatzhalter 1">
            <a:extLst>
              <a:ext uri="{FF2B5EF4-FFF2-40B4-BE49-F238E27FC236}">
                <a16:creationId xmlns:a16="http://schemas.microsoft.com/office/drawing/2014/main" id="{1B3D0A12-4D72-E941-B2D7-73FA8B2C72AC}"/>
              </a:ext>
            </a:extLst>
          </p:cNvPr>
          <p:cNvSpPr txBox="1">
            <a:spLocks/>
          </p:cNvSpPr>
          <p:nvPr/>
        </p:nvSpPr>
        <p:spPr>
          <a:xfrm>
            <a:off x="841375" y="6533500"/>
            <a:ext cx="7315200" cy="162092"/>
          </a:xfrm>
          <a:prstGeom prst="rect">
            <a:avLst/>
          </a:prstGeom>
        </p:spPr>
        <p:txBody>
          <a:bodyPr vert="horz" lIns="0" tIns="0" rIns="0" bIns="0" rtlCol="0" anchor="ctr" anchorCtr="0"/>
          <a:lstStyle>
            <a:defPPr>
              <a:defRPr lang="de-DE"/>
            </a:defPPr>
            <a:lvl1pPr marL="7200" indent="-7200" algn="r" defTabSz="914400" rtl="0" eaLnBrk="1" latinLnBrk="0" hangingPunct="1">
              <a:lnSpc>
                <a:spcPct val="100000"/>
              </a:lnSpc>
              <a:spcBef>
                <a:spcPts val="0"/>
              </a:spcBef>
              <a:buClr>
                <a:schemeClr val="accent1"/>
              </a:buClr>
              <a:buFontTx/>
              <a:buNone/>
              <a:defRPr sz="1000" kern="1200">
                <a:solidFill>
                  <a:srgbClr val="6F6F6F"/>
                </a:solidFill>
                <a:latin typeface="+mn-lt"/>
                <a:ea typeface="+mn-ea"/>
                <a:cs typeface="+mn-cs"/>
              </a:defRPr>
            </a:lvl1pPr>
            <a:lvl2pPr marL="144000" indent="-144000" algn="l" defTabSz="914400" rtl="0" eaLnBrk="1" latinLnBrk="0" hangingPunct="1">
              <a:lnSpc>
                <a:spcPct val="110000"/>
              </a:lnSpc>
              <a:spcBef>
                <a:spcPts val="0"/>
              </a:spcBef>
              <a:buClr>
                <a:schemeClr val="accent1"/>
              </a:buClr>
              <a:buFont typeface="Arial" panose="020B0604020202020204" pitchFamily="34" charset="0"/>
              <a:buChar char="•"/>
              <a:defRPr sz="1800" kern="1200">
                <a:solidFill>
                  <a:schemeClr val="tx1"/>
                </a:solidFill>
                <a:latin typeface="+mn-lt"/>
                <a:ea typeface="+mn-ea"/>
                <a:cs typeface="+mn-cs"/>
              </a:defRPr>
            </a:lvl2pPr>
            <a:lvl3pPr marL="540000" indent="-144000" algn="l" defTabSz="914400" rtl="0" eaLnBrk="1" latinLnBrk="0" hangingPunct="1">
              <a:lnSpc>
                <a:spcPct val="110000"/>
              </a:lnSpc>
              <a:spcBef>
                <a:spcPts val="0"/>
              </a:spcBef>
              <a:buClr>
                <a:schemeClr val="accent1"/>
              </a:buClr>
              <a:buFont typeface="Arial" panose="020B0604020202020204" pitchFamily="34" charset="0"/>
              <a:buChar char="•"/>
              <a:defRPr sz="1400" kern="1200">
                <a:solidFill>
                  <a:schemeClr val="tx1"/>
                </a:solidFill>
                <a:latin typeface="+mn-lt"/>
                <a:ea typeface="+mn-ea"/>
                <a:cs typeface="+mn-cs"/>
              </a:defRPr>
            </a:lvl3pPr>
            <a:lvl4pPr marL="900000" indent="-144000" algn="l" defTabSz="914400" rtl="0" eaLnBrk="1" latinLnBrk="0" hangingPunct="1">
              <a:lnSpc>
                <a:spcPct val="110000"/>
              </a:lnSpc>
              <a:spcBef>
                <a:spcPts val="0"/>
              </a:spcBef>
              <a:buClr>
                <a:schemeClr val="accent1"/>
              </a:buClr>
              <a:buFont typeface="Arial" panose="020B0604020202020204" pitchFamily="34" charset="0"/>
              <a:buChar char="•"/>
              <a:defRPr sz="1200" kern="1200">
                <a:solidFill>
                  <a:schemeClr val="tx1"/>
                </a:solidFill>
                <a:latin typeface="+mn-lt"/>
                <a:ea typeface="+mn-ea"/>
                <a:cs typeface="+mn-cs"/>
              </a:defRPr>
            </a:lvl4pPr>
            <a:lvl5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5pPr>
            <a:lvl6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6pPr>
            <a:lvl7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7pPr>
            <a:lvl8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8pPr>
            <a:lvl9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9pPr>
          </a:lstStyle>
          <a:p>
            <a:pPr algn="l"/>
            <a:r>
              <a:rPr lang="de-DE" dirty="0"/>
              <a:t>© msg systems ag | 2022 </a:t>
            </a:r>
            <a:r>
              <a:rPr lang="de-DE"/>
              <a:t>| </a:t>
            </a:r>
            <a:r>
              <a:rPr lang="de-DE">
                <a:hlinkClick r:id="rId3"/>
              </a:rPr>
              <a:t>https://user-experience-methods.com/02_define/storyboard.html</a:t>
            </a:r>
            <a:r>
              <a:rPr lang="de-DE"/>
              <a:t> </a:t>
            </a:r>
            <a:endParaRPr lang="de-DE" dirty="0"/>
          </a:p>
        </p:txBody>
      </p:sp>
      <p:cxnSp>
        <p:nvCxnSpPr>
          <p:cNvPr id="38" name="Gerade Verbindung 40">
            <a:extLst>
              <a:ext uri="{FF2B5EF4-FFF2-40B4-BE49-F238E27FC236}">
                <a16:creationId xmlns:a16="http://schemas.microsoft.com/office/drawing/2014/main" id="{1D611EA4-1105-F94E-83E8-130D2893D57A}"/>
              </a:ext>
            </a:extLst>
          </p:cNvPr>
          <p:cNvCxnSpPr>
            <a:cxnSpLocks/>
          </p:cNvCxnSpPr>
          <p:nvPr/>
        </p:nvCxnSpPr>
        <p:spPr>
          <a:xfrm>
            <a:off x="4224989" y="3412574"/>
            <a:ext cx="0" cy="191771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Gerader Verbinder 18">
            <a:extLst>
              <a:ext uri="{FF2B5EF4-FFF2-40B4-BE49-F238E27FC236}">
                <a16:creationId xmlns:a16="http://schemas.microsoft.com/office/drawing/2014/main" id="{7B30F4C9-3DD0-A041-A94C-E5FA04B6DD10}"/>
              </a:ext>
            </a:extLst>
          </p:cNvPr>
          <p:cNvCxnSpPr/>
          <p:nvPr/>
        </p:nvCxnSpPr>
        <p:spPr>
          <a:xfrm>
            <a:off x="3954989" y="5490429"/>
            <a:ext cx="540000" cy="0"/>
          </a:xfrm>
          <a:prstGeom prst="line">
            <a:avLst/>
          </a:prstGeom>
          <a:ln>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42" name="Gerade Verbindung 40">
            <a:extLst>
              <a:ext uri="{FF2B5EF4-FFF2-40B4-BE49-F238E27FC236}">
                <a16:creationId xmlns:a16="http://schemas.microsoft.com/office/drawing/2014/main" id="{1D865054-70F0-CA46-AE4F-C149690F8FD0}"/>
              </a:ext>
            </a:extLst>
          </p:cNvPr>
          <p:cNvCxnSpPr>
            <a:cxnSpLocks/>
          </p:cNvCxnSpPr>
          <p:nvPr/>
        </p:nvCxnSpPr>
        <p:spPr>
          <a:xfrm>
            <a:off x="4224989" y="5673174"/>
            <a:ext cx="0" cy="502105"/>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Gerade Verbindung 40">
            <a:extLst>
              <a:ext uri="{FF2B5EF4-FFF2-40B4-BE49-F238E27FC236}">
                <a16:creationId xmlns:a16="http://schemas.microsoft.com/office/drawing/2014/main" id="{099D5B37-913B-EA45-996C-0BDC3B7A5952}"/>
              </a:ext>
            </a:extLst>
          </p:cNvPr>
          <p:cNvCxnSpPr>
            <a:cxnSpLocks/>
          </p:cNvCxnSpPr>
          <p:nvPr/>
        </p:nvCxnSpPr>
        <p:spPr>
          <a:xfrm>
            <a:off x="7968602" y="3412574"/>
            <a:ext cx="0" cy="191771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Gerader Verbinder 23">
            <a:extLst>
              <a:ext uri="{FF2B5EF4-FFF2-40B4-BE49-F238E27FC236}">
                <a16:creationId xmlns:a16="http://schemas.microsoft.com/office/drawing/2014/main" id="{0BE053BF-02E0-E24C-89ED-4C52BDF349EA}"/>
              </a:ext>
            </a:extLst>
          </p:cNvPr>
          <p:cNvCxnSpPr/>
          <p:nvPr/>
        </p:nvCxnSpPr>
        <p:spPr>
          <a:xfrm>
            <a:off x="7698602" y="5490429"/>
            <a:ext cx="540000" cy="0"/>
          </a:xfrm>
          <a:prstGeom prst="line">
            <a:avLst/>
          </a:prstGeom>
          <a:ln>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45" name="Gerade Verbindung 40">
            <a:extLst>
              <a:ext uri="{FF2B5EF4-FFF2-40B4-BE49-F238E27FC236}">
                <a16:creationId xmlns:a16="http://schemas.microsoft.com/office/drawing/2014/main" id="{382BEE32-66FE-FF47-80A6-62392525BF44}"/>
              </a:ext>
            </a:extLst>
          </p:cNvPr>
          <p:cNvCxnSpPr>
            <a:cxnSpLocks/>
          </p:cNvCxnSpPr>
          <p:nvPr/>
        </p:nvCxnSpPr>
        <p:spPr>
          <a:xfrm>
            <a:off x="7968602" y="5673174"/>
            <a:ext cx="0" cy="502105"/>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4075528"/>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36243-16C7-4ED9-A5EC-2E1454A8BF44}"/>
            </a:ext>
          </a:extLst>
        </p:cNvPr>
        <p:cNvGrpSpPr/>
        <p:nvPr/>
      </p:nvGrpSpPr>
      <p:grpSpPr>
        <a:xfrm>
          <a:off x="0" y="0"/>
          <a:ext cx="0" cy="0"/>
          <a:chOff x="0" y="0"/>
          <a:chExt cx="0" cy="0"/>
        </a:xfrm>
      </p:grpSpPr>
      <p:sp>
        <p:nvSpPr>
          <p:cNvPr id="7" name="Textplatzhalter 6">
            <a:extLst>
              <a:ext uri="{FF2B5EF4-FFF2-40B4-BE49-F238E27FC236}">
                <a16:creationId xmlns:a16="http://schemas.microsoft.com/office/drawing/2014/main" id="{E0FAE29E-D261-CA61-AFBA-48749D09D552}"/>
              </a:ext>
            </a:extLst>
          </p:cNvPr>
          <p:cNvSpPr>
            <a:spLocks noGrp="1"/>
          </p:cNvSpPr>
          <p:nvPr>
            <p:ph type="body" sz="quarter" idx="12"/>
          </p:nvPr>
        </p:nvSpPr>
        <p:spPr/>
        <p:txBody>
          <a:bodyPr/>
          <a:lstStyle/>
          <a:p>
            <a:r>
              <a:rPr lang="de-DE" dirty="0"/>
              <a:t>Project:</a:t>
            </a:r>
          </a:p>
        </p:txBody>
      </p:sp>
      <p:sp>
        <p:nvSpPr>
          <p:cNvPr id="5" name="Titel 4">
            <a:extLst>
              <a:ext uri="{FF2B5EF4-FFF2-40B4-BE49-F238E27FC236}">
                <a16:creationId xmlns:a16="http://schemas.microsoft.com/office/drawing/2014/main" id="{C46FA759-09D7-531E-1AA7-940407C137C8}"/>
              </a:ext>
            </a:extLst>
          </p:cNvPr>
          <p:cNvSpPr>
            <a:spLocks noGrp="1"/>
          </p:cNvSpPr>
          <p:nvPr>
            <p:ph type="title"/>
          </p:nvPr>
        </p:nvSpPr>
        <p:spPr/>
        <p:txBody>
          <a:bodyPr/>
          <a:lstStyle/>
          <a:p>
            <a:r>
              <a:t>Storyboard</a:t>
            </a:r>
          </a:p>
        </p:txBody>
      </p:sp>
      <p:sp>
        <p:nvSpPr>
          <p:cNvPr id="33" name="Inhaltsplatzhalter 32">
            <a:extLst>
              <a:ext uri="{FF2B5EF4-FFF2-40B4-BE49-F238E27FC236}">
                <a16:creationId xmlns:a16="http://schemas.microsoft.com/office/drawing/2014/main" id="{AF1D9785-F2F4-34D4-1307-FDA177E1C8CF}"/>
              </a:ext>
            </a:extLst>
          </p:cNvPr>
          <p:cNvSpPr>
            <a:spLocks noGrp="1"/>
          </p:cNvSpPr>
          <p:nvPr/>
        </p:nvSpPr>
        <p:spPr>
          <a:xfrm>
            <a:off x="841374" y="2136863"/>
            <a:ext cx="2880000" cy="2389043"/>
          </a:xfrm>
          <a:prstGeom prst="rect">
            <a:avLst/>
          </a:prstGeom>
          <a:solidFill>
            <a:schemeClr val="bg1">
              <a:lumMod val="95000"/>
            </a:schemeClr>
          </a:solidFill>
        </p:spPr>
        <p:txBody>
          <a:bodyPr vert="horz" lIns="0" tIns="0" rIns="0" bIns="0" rtlCol="0">
            <a:noAutofit/>
          </a:bodyPr>
          <a:lstStyle>
            <a:lvl1pPr marL="0" indent="0" algn="l" defTabSz="914400" rtl="0" eaLnBrk="1" latinLnBrk="0" hangingPunct="1">
              <a:lnSpc>
                <a:spcPct val="110000"/>
              </a:lnSpc>
              <a:spcBef>
                <a:spcPts val="0"/>
              </a:spcBef>
              <a:buClr>
                <a:schemeClr val="accent1"/>
              </a:buClr>
              <a:buFontTx/>
              <a:buNone/>
              <a:defRPr sz="1800" kern="1200">
                <a:solidFill>
                  <a:schemeClr val="tx1"/>
                </a:solidFill>
                <a:latin typeface="+mn-lt"/>
                <a:ea typeface="+mn-ea"/>
                <a:cs typeface="+mn-cs"/>
              </a:defRPr>
            </a:lvl1pPr>
            <a:lvl2pPr marL="144000" indent="-144000" algn="l" defTabSz="914400" rtl="0" eaLnBrk="1" latinLnBrk="0" hangingPunct="1">
              <a:lnSpc>
                <a:spcPct val="110000"/>
              </a:lnSpc>
              <a:spcBef>
                <a:spcPts val="0"/>
              </a:spcBef>
              <a:buClr>
                <a:schemeClr val="accent1"/>
              </a:buClr>
              <a:buFont typeface="Arial" panose="020B0604020202020204" pitchFamily="34" charset="0"/>
              <a:buChar char="•"/>
              <a:defRPr sz="1800" kern="1200">
                <a:solidFill>
                  <a:schemeClr val="tx1"/>
                </a:solidFill>
                <a:latin typeface="+mn-lt"/>
                <a:ea typeface="+mn-ea"/>
                <a:cs typeface="+mn-cs"/>
              </a:defRPr>
            </a:lvl2pPr>
            <a:lvl3pPr marL="540000" indent="-144000" algn="l" defTabSz="914400" rtl="0" eaLnBrk="1" latinLnBrk="0" hangingPunct="1">
              <a:lnSpc>
                <a:spcPct val="110000"/>
              </a:lnSpc>
              <a:spcBef>
                <a:spcPts val="0"/>
              </a:spcBef>
              <a:buClr>
                <a:schemeClr val="accent1"/>
              </a:buClr>
              <a:buFont typeface="Arial" panose="020B0604020202020204" pitchFamily="34" charset="0"/>
              <a:buChar char="•"/>
              <a:defRPr sz="1400" kern="1200">
                <a:solidFill>
                  <a:schemeClr val="tx1"/>
                </a:solidFill>
                <a:latin typeface="+mn-lt"/>
                <a:ea typeface="+mn-ea"/>
                <a:cs typeface="+mn-cs"/>
              </a:defRPr>
            </a:lvl3pPr>
            <a:lvl4pPr marL="900000" indent="-144000" algn="l" defTabSz="914400" rtl="0" eaLnBrk="1" latinLnBrk="0" hangingPunct="1">
              <a:lnSpc>
                <a:spcPct val="110000"/>
              </a:lnSpc>
              <a:spcBef>
                <a:spcPts val="0"/>
              </a:spcBef>
              <a:buClr>
                <a:schemeClr val="accent1"/>
              </a:buClr>
              <a:buFont typeface="Arial" panose="020B0604020202020204" pitchFamily="34" charset="0"/>
              <a:buChar char="•"/>
              <a:defRPr sz="1200" kern="1200">
                <a:solidFill>
                  <a:schemeClr val="tx1"/>
                </a:solidFill>
                <a:latin typeface="+mn-lt"/>
                <a:ea typeface="+mn-ea"/>
                <a:cs typeface="+mn-cs"/>
              </a:defRPr>
            </a:lvl4pPr>
            <a:lvl5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5pPr>
            <a:lvl6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6pPr>
            <a:lvl7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7pPr>
            <a:lvl8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8pPr>
            <a:lvl9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9pPr>
          </a:lstStyle>
          <a:p>
            <a:endParaRPr lang="de-DE"/>
          </a:p>
        </p:txBody>
      </p:sp>
      <p:sp>
        <p:nvSpPr>
          <p:cNvPr id="34" name="Inhaltsplatzhalter 33">
            <a:extLst>
              <a:ext uri="{FF2B5EF4-FFF2-40B4-BE49-F238E27FC236}">
                <a16:creationId xmlns:a16="http://schemas.microsoft.com/office/drawing/2014/main" id="{54375B25-8009-0133-E777-E64984D62E72}"/>
              </a:ext>
            </a:extLst>
          </p:cNvPr>
          <p:cNvSpPr>
            <a:spLocks noGrp="1"/>
          </p:cNvSpPr>
          <p:nvPr/>
        </p:nvSpPr>
        <p:spPr>
          <a:xfrm>
            <a:off x="4680989" y="2131345"/>
            <a:ext cx="2880000" cy="2389043"/>
          </a:xfrm>
          <a:prstGeom prst="rect">
            <a:avLst/>
          </a:prstGeom>
          <a:solidFill>
            <a:schemeClr val="bg1">
              <a:lumMod val="95000"/>
            </a:schemeClr>
          </a:solidFill>
        </p:spPr>
        <p:txBody>
          <a:bodyPr vert="horz" lIns="0" tIns="0" rIns="0" bIns="0" rtlCol="0">
            <a:noAutofit/>
          </a:bodyPr>
          <a:lstStyle>
            <a:lvl1pPr marL="0" indent="0" algn="l" defTabSz="914400" rtl="0" eaLnBrk="1" latinLnBrk="0" hangingPunct="1">
              <a:lnSpc>
                <a:spcPct val="110000"/>
              </a:lnSpc>
              <a:spcBef>
                <a:spcPts val="0"/>
              </a:spcBef>
              <a:buClr>
                <a:schemeClr val="accent1"/>
              </a:buClr>
              <a:buFontTx/>
              <a:buNone/>
              <a:defRPr sz="1800" kern="1200">
                <a:solidFill>
                  <a:schemeClr val="tx1"/>
                </a:solidFill>
                <a:latin typeface="+mn-lt"/>
                <a:ea typeface="+mn-ea"/>
                <a:cs typeface="+mn-cs"/>
              </a:defRPr>
            </a:lvl1pPr>
            <a:lvl2pPr marL="144000" indent="-144000" algn="l" defTabSz="914400" rtl="0" eaLnBrk="1" latinLnBrk="0" hangingPunct="1">
              <a:lnSpc>
                <a:spcPct val="110000"/>
              </a:lnSpc>
              <a:spcBef>
                <a:spcPts val="0"/>
              </a:spcBef>
              <a:buClr>
                <a:schemeClr val="accent1"/>
              </a:buClr>
              <a:buFont typeface="Arial" panose="020B0604020202020204" pitchFamily="34" charset="0"/>
              <a:buChar char="•"/>
              <a:defRPr sz="1800" kern="1200">
                <a:solidFill>
                  <a:schemeClr val="tx1"/>
                </a:solidFill>
                <a:latin typeface="+mn-lt"/>
                <a:ea typeface="+mn-ea"/>
                <a:cs typeface="+mn-cs"/>
              </a:defRPr>
            </a:lvl2pPr>
            <a:lvl3pPr marL="540000" indent="-144000" algn="l" defTabSz="914400" rtl="0" eaLnBrk="1" latinLnBrk="0" hangingPunct="1">
              <a:lnSpc>
                <a:spcPct val="110000"/>
              </a:lnSpc>
              <a:spcBef>
                <a:spcPts val="0"/>
              </a:spcBef>
              <a:buClr>
                <a:schemeClr val="accent1"/>
              </a:buClr>
              <a:buFont typeface="Arial" panose="020B0604020202020204" pitchFamily="34" charset="0"/>
              <a:buChar char="•"/>
              <a:defRPr sz="1400" kern="1200">
                <a:solidFill>
                  <a:schemeClr val="tx1"/>
                </a:solidFill>
                <a:latin typeface="+mn-lt"/>
                <a:ea typeface="+mn-ea"/>
                <a:cs typeface="+mn-cs"/>
              </a:defRPr>
            </a:lvl3pPr>
            <a:lvl4pPr marL="900000" indent="-144000" algn="l" defTabSz="914400" rtl="0" eaLnBrk="1" latinLnBrk="0" hangingPunct="1">
              <a:lnSpc>
                <a:spcPct val="110000"/>
              </a:lnSpc>
              <a:spcBef>
                <a:spcPts val="0"/>
              </a:spcBef>
              <a:buClr>
                <a:schemeClr val="accent1"/>
              </a:buClr>
              <a:buFont typeface="Arial" panose="020B0604020202020204" pitchFamily="34" charset="0"/>
              <a:buChar char="•"/>
              <a:defRPr sz="1200" kern="1200">
                <a:solidFill>
                  <a:schemeClr val="tx1"/>
                </a:solidFill>
                <a:latin typeface="+mn-lt"/>
                <a:ea typeface="+mn-ea"/>
                <a:cs typeface="+mn-cs"/>
              </a:defRPr>
            </a:lvl4pPr>
            <a:lvl5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5pPr>
            <a:lvl6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6pPr>
            <a:lvl7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7pPr>
            <a:lvl8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8pPr>
            <a:lvl9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9pPr>
          </a:lstStyle>
          <a:p>
            <a:endParaRPr lang="de-DE"/>
          </a:p>
        </p:txBody>
      </p:sp>
      <p:sp>
        <p:nvSpPr>
          <p:cNvPr id="35" name="Inhaltsplatzhalter 34">
            <a:extLst>
              <a:ext uri="{FF2B5EF4-FFF2-40B4-BE49-F238E27FC236}">
                <a16:creationId xmlns:a16="http://schemas.microsoft.com/office/drawing/2014/main" id="{C736653C-77C8-5317-E48A-82C2CFAD2846}"/>
              </a:ext>
            </a:extLst>
          </p:cNvPr>
          <p:cNvSpPr>
            <a:spLocks noGrp="1"/>
          </p:cNvSpPr>
          <p:nvPr/>
        </p:nvSpPr>
        <p:spPr>
          <a:xfrm>
            <a:off x="8424603" y="2131345"/>
            <a:ext cx="2880000" cy="2389043"/>
          </a:xfrm>
          <a:prstGeom prst="rect">
            <a:avLst/>
          </a:prstGeom>
          <a:solidFill>
            <a:schemeClr val="bg1">
              <a:lumMod val="95000"/>
            </a:schemeClr>
          </a:solidFill>
        </p:spPr>
        <p:txBody>
          <a:bodyPr vert="horz" lIns="0" tIns="0" rIns="0" bIns="0" rtlCol="0">
            <a:noAutofit/>
          </a:bodyPr>
          <a:lstStyle>
            <a:lvl1pPr marL="0" indent="0" algn="l" defTabSz="914400" rtl="0" eaLnBrk="1" latinLnBrk="0" hangingPunct="1">
              <a:lnSpc>
                <a:spcPct val="110000"/>
              </a:lnSpc>
              <a:spcBef>
                <a:spcPts val="0"/>
              </a:spcBef>
              <a:buClr>
                <a:schemeClr val="accent1"/>
              </a:buClr>
              <a:buFontTx/>
              <a:buNone/>
              <a:defRPr sz="1800" kern="1200">
                <a:solidFill>
                  <a:schemeClr val="tx1"/>
                </a:solidFill>
                <a:latin typeface="+mn-lt"/>
                <a:ea typeface="+mn-ea"/>
                <a:cs typeface="+mn-cs"/>
              </a:defRPr>
            </a:lvl1pPr>
            <a:lvl2pPr marL="144000" indent="-144000" algn="l" defTabSz="914400" rtl="0" eaLnBrk="1" latinLnBrk="0" hangingPunct="1">
              <a:lnSpc>
                <a:spcPct val="110000"/>
              </a:lnSpc>
              <a:spcBef>
                <a:spcPts val="0"/>
              </a:spcBef>
              <a:buClr>
                <a:schemeClr val="accent1"/>
              </a:buClr>
              <a:buFont typeface="Arial" panose="020B0604020202020204" pitchFamily="34" charset="0"/>
              <a:buChar char="•"/>
              <a:defRPr sz="1800" kern="1200">
                <a:solidFill>
                  <a:schemeClr val="tx1"/>
                </a:solidFill>
                <a:latin typeface="+mn-lt"/>
                <a:ea typeface="+mn-ea"/>
                <a:cs typeface="+mn-cs"/>
              </a:defRPr>
            </a:lvl2pPr>
            <a:lvl3pPr marL="540000" indent="-144000" algn="l" defTabSz="914400" rtl="0" eaLnBrk="1" latinLnBrk="0" hangingPunct="1">
              <a:lnSpc>
                <a:spcPct val="110000"/>
              </a:lnSpc>
              <a:spcBef>
                <a:spcPts val="0"/>
              </a:spcBef>
              <a:buClr>
                <a:schemeClr val="accent1"/>
              </a:buClr>
              <a:buFont typeface="Arial" panose="020B0604020202020204" pitchFamily="34" charset="0"/>
              <a:buChar char="•"/>
              <a:defRPr sz="1400" kern="1200">
                <a:solidFill>
                  <a:schemeClr val="tx1"/>
                </a:solidFill>
                <a:latin typeface="+mn-lt"/>
                <a:ea typeface="+mn-ea"/>
                <a:cs typeface="+mn-cs"/>
              </a:defRPr>
            </a:lvl3pPr>
            <a:lvl4pPr marL="900000" indent="-144000" algn="l" defTabSz="914400" rtl="0" eaLnBrk="1" latinLnBrk="0" hangingPunct="1">
              <a:lnSpc>
                <a:spcPct val="110000"/>
              </a:lnSpc>
              <a:spcBef>
                <a:spcPts val="0"/>
              </a:spcBef>
              <a:buClr>
                <a:schemeClr val="accent1"/>
              </a:buClr>
              <a:buFont typeface="Arial" panose="020B0604020202020204" pitchFamily="34" charset="0"/>
              <a:buChar char="•"/>
              <a:defRPr sz="1200" kern="1200">
                <a:solidFill>
                  <a:schemeClr val="tx1"/>
                </a:solidFill>
                <a:latin typeface="+mn-lt"/>
                <a:ea typeface="+mn-ea"/>
                <a:cs typeface="+mn-cs"/>
              </a:defRPr>
            </a:lvl4pPr>
            <a:lvl5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5pPr>
            <a:lvl6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6pPr>
            <a:lvl7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7pPr>
            <a:lvl8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8pPr>
            <a:lvl9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9pPr>
          </a:lstStyle>
          <a:p>
            <a:endParaRPr lang="de-DE"/>
          </a:p>
        </p:txBody>
      </p:sp>
      <p:cxnSp>
        <p:nvCxnSpPr>
          <p:cNvPr id="17" name="Gerade Verbindung 40">
            <a:extLst>
              <a:ext uri="{FF2B5EF4-FFF2-40B4-BE49-F238E27FC236}">
                <a16:creationId xmlns:a16="http://schemas.microsoft.com/office/drawing/2014/main" id="{01E66F0D-F91F-0586-6941-5F1EA13F3D4E}"/>
              </a:ext>
            </a:extLst>
          </p:cNvPr>
          <p:cNvCxnSpPr>
            <a:cxnSpLocks/>
          </p:cNvCxnSpPr>
          <p:nvPr/>
        </p:nvCxnSpPr>
        <p:spPr>
          <a:xfrm>
            <a:off x="4224989" y="2083611"/>
            <a:ext cx="0" cy="2537876"/>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E8657072-59F1-ED92-5FA5-2B1980529C0C}"/>
              </a:ext>
            </a:extLst>
          </p:cNvPr>
          <p:cNvCxnSpPr/>
          <p:nvPr/>
        </p:nvCxnSpPr>
        <p:spPr>
          <a:xfrm>
            <a:off x="3954989" y="4805615"/>
            <a:ext cx="540000" cy="0"/>
          </a:xfrm>
          <a:prstGeom prst="line">
            <a:avLst/>
          </a:prstGeom>
          <a:ln>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21" name="Gerade Verbindung 40">
            <a:extLst>
              <a:ext uri="{FF2B5EF4-FFF2-40B4-BE49-F238E27FC236}">
                <a16:creationId xmlns:a16="http://schemas.microsoft.com/office/drawing/2014/main" id="{BAADA3DC-B87E-6E92-CB3A-0FBDD8A8764E}"/>
              </a:ext>
            </a:extLst>
          </p:cNvPr>
          <p:cNvCxnSpPr>
            <a:cxnSpLocks/>
          </p:cNvCxnSpPr>
          <p:nvPr/>
        </p:nvCxnSpPr>
        <p:spPr>
          <a:xfrm>
            <a:off x="4224989" y="5031731"/>
            <a:ext cx="0" cy="1076307"/>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Gerade Verbindung 40">
            <a:extLst>
              <a:ext uri="{FF2B5EF4-FFF2-40B4-BE49-F238E27FC236}">
                <a16:creationId xmlns:a16="http://schemas.microsoft.com/office/drawing/2014/main" id="{42F0992F-6B75-3C1B-F62D-1E1E8C4D5B12}"/>
              </a:ext>
            </a:extLst>
          </p:cNvPr>
          <p:cNvCxnSpPr>
            <a:cxnSpLocks/>
          </p:cNvCxnSpPr>
          <p:nvPr/>
        </p:nvCxnSpPr>
        <p:spPr>
          <a:xfrm>
            <a:off x="7968602" y="2083611"/>
            <a:ext cx="0" cy="2537876"/>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25B3D51D-8425-B315-74F4-F452728FCCBF}"/>
              </a:ext>
            </a:extLst>
          </p:cNvPr>
          <p:cNvCxnSpPr/>
          <p:nvPr/>
        </p:nvCxnSpPr>
        <p:spPr>
          <a:xfrm>
            <a:off x="7698602" y="4805615"/>
            <a:ext cx="540000" cy="0"/>
          </a:xfrm>
          <a:prstGeom prst="line">
            <a:avLst/>
          </a:prstGeom>
          <a:ln>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25" name="Gerade Verbindung 40">
            <a:extLst>
              <a:ext uri="{FF2B5EF4-FFF2-40B4-BE49-F238E27FC236}">
                <a16:creationId xmlns:a16="http://schemas.microsoft.com/office/drawing/2014/main" id="{61123541-76FD-0150-B793-EE606B303BD3}"/>
              </a:ext>
            </a:extLst>
          </p:cNvPr>
          <p:cNvCxnSpPr>
            <a:cxnSpLocks/>
          </p:cNvCxnSpPr>
          <p:nvPr/>
        </p:nvCxnSpPr>
        <p:spPr>
          <a:xfrm>
            <a:off x="7968602" y="5031731"/>
            <a:ext cx="0" cy="1076307"/>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TextBox 14">
            <a:extLst>
              <a:ext uri="{FF2B5EF4-FFF2-40B4-BE49-F238E27FC236}">
                <a16:creationId xmlns:a16="http://schemas.microsoft.com/office/drawing/2014/main" id="{5933AE7C-95A1-30F0-B212-AE9DC9DA67A0}"/>
              </a:ext>
            </a:extLst>
          </p:cNvPr>
          <p:cNvSpPr txBox="1">
            <a:spLocks/>
          </p:cNvSpPr>
          <p:nvPr/>
        </p:nvSpPr>
        <p:spPr>
          <a:xfrm>
            <a:off x="841377" y="1446256"/>
            <a:ext cx="5026020" cy="606127"/>
          </a:xfrm>
          <a:prstGeom prst="rect">
            <a:avLst/>
          </a:prstGeom>
          <a:noFill/>
          <a:extLst>
            <a:ext uri="{909E8E84-426E-40DD-AFC4-6F175D3DCCD1}">
              <a14:hiddenFill xmlns:a14="http://schemas.microsoft.com/office/drawing/2010/main">
                <a:solidFill>
                  <a:srgbClr val="FFFFFF"/>
                </a:solidFill>
              </a14:hiddenFill>
            </a:ext>
          </a:extLst>
        </p:spPr>
        <p:txBody>
          <a:bodyPr vert="horz" lIns="0" tIns="0" rIns="0" bIns="144000" rtlCol="0">
            <a:noAutofit/>
          </a:bodyPr>
          <a:lstStyle>
            <a:lvl1pPr marL="0" indent="0" algn="l" defTabSz="914400" rtl="0" eaLnBrk="1" latinLnBrk="0" hangingPunct="1">
              <a:lnSpc>
                <a:spcPct val="110000"/>
              </a:lnSpc>
              <a:spcBef>
                <a:spcPts val="0"/>
              </a:spcBef>
              <a:buClr>
                <a:schemeClr val="accent1"/>
              </a:buClr>
              <a:buFontTx/>
              <a:buNone/>
              <a:defRPr sz="1800" kern="1200">
                <a:solidFill>
                  <a:schemeClr val="tx1"/>
                </a:solidFill>
                <a:latin typeface="+mn-lt"/>
                <a:ea typeface="+mn-ea"/>
                <a:cs typeface="+mn-cs"/>
              </a:defRPr>
            </a:lvl1pPr>
            <a:lvl2pPr marL="144000" indent="-144000" algn="l" defTabSz="914400" rtl="0" eaLnBrk="1" latinLnBrk="0" hangingPunct="1">
              <a:lnSpc>
                <a:spcPct val="110000"/>
              </a:lnSpc>
              <a:spcBef>
                <a:spcPts val="0"/>
              </a:spcBef>
              <a:buClr>
                <a:schemeClr val="accent1"/>
              </a:buClr>
              <a:buFont typeface="Arial" panose="020B0604020202020204" pitchFamily="34" charset="0"/>
              <a:buChar char="•"/>
              <a:defRPr sz="1800" kern="1200">
                <a:solidFill>
                  <a:schemeClr val="tx1"/>
                </a:solidFill>
                <a:latin typeface="+mn-lt"/>
                <a:ea typeface="+mn-ea"/>
                <a:cs typeface="+mn-cs"/>
              </a:defRPr>
            </a:lvl2pPr>
            <a:lvl3pPr marL="540000" indent="-144000" algn="l" defTabSz="914400" rtl="0" eaLnBrk="1" latinLnBrk="0" hangingPunct="1">
              <a:lnSpc>
                <a:spcPct val="110000"/>
              </a:lnSpc>
              <a:spcBef>
                <a:spcPts val="0"/>
              </a:spcBef>
              <a:buClr>
                <a:schemeClr val="accent1"/>
              </a:buClr>
              <a:buFont typeface="Arial" panose="020B0604020202020204" pitchFamily="34" charset="0"/>
              <a:buChar char="•"/>
              <a:defRPr sz="1400" kern="1200">
                <a:solidFill>
                  <a:schemeClr val="tx1"/>
                </a:solidFill>
                <a:latin typeface="+mn-lt"/>
                <a:ea typeface="+mn-ea"/>
                <a:cs typeface="+mn-cs"/>
              </a:defRPr>
            </a:lvl3pPr>
            <a:lvl4pPr marL="900000" indent="-144000" algn="l" defTabSz="914400" rtl="0" eaLnBrk="1" latinLnBrk="0" hangingPunct="1">
              <a:lnSpc>
                <a:spcPct val="110000"/>
              </a:lnSpc>
              <a:spcBef>
                <a:spcPts val="0"/>
              </a:spcBef>
              <a:buClr>
                <a:schemeClr val="accent1"/>
              </a:buClr>
              <a:buFont typeface="Arial" panose="020B0604020202020204" pitchFamily="34" charset="0"/>
              <a:buChar char="•"/>
              <a:defRPr sz="1200" kern="1200">
                <a:solidFill>
                  <a:schemeClr val="tx1"/>
                </a:solidFill>
                <a:latin typeface="+mn-lt"/>
                <a:ea typeface="+mn-ea"/>
                <a:cs typeface="+mn-cs"/>
              </a:defRPr>
            </a:lvl4pPr>
            <a:lvl5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5pPr>
            <a:lvl6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6pPr>
            <a:lvl7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7pPr>
            <a:lvl8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8pPr>
            <a:lvl9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9pPr>
          </a:lstStyle>
          <a:p>
            <a:r>
              <a:rPr lang="de-DE" dirty="0">
                <a:solidFill>
                  <a:schemeClr val="accent1"/>
                </a:solidFill>
              </a:rPr>
              <a:t>Persona:</a:t>
            </a:r>
          </a:p>
          <a:p>
            <a:r>
              <a:rPr lang="de-DE" dirty="0" err="1">
                <a:solidFill>
                  <a:schemeClr val="accent1"/>
                </a:solidFill>
              </a:rPr>
              <a:t>Usage</a:t>
            </a:r>
            <a:r>
              <a:rPr lang="de-DE" dirty="0">
                <a:solidFill>
                  <a:schemeClr val="accent1"/>
                </a:solidFill>
              </a:rPr>
              <a:t> Scenario:</a:t>
            </a:r>
          </a:p>
        </p:txBody>
      </p:sp>
      <p:sp>
        <p:nvSpPr>
          <p:cNvPr id="8" name="Fußzeilenplatzhalter 1">
            <a:extLst>
              <a:ext uri="{FF2B5EF4-FFF2-40B4-BE49-F238E27FC236}">
                <a16:creationId xmlns:a16="http://schemas.microsoft.com/office/drawing/2014/main" id="{C8C686B6-5B01-E25B-D2C4-EA781D647819}"/>
              </a:ext>
            </a:extLst>
          </p:cNvPr>
          <p:cNvSpPr txBox="1">
            <a:spLocks/>
          </p:cNvSpPr>
          <p:nvPr/>
        </p:nvSpPr>
        <p:spPr>
          <a:xfrm>
            <a:off x="841375" y="6533500"/>
            <a:ext cx="7884000" cy="162092"/>
          </a:xfrm>
          <a:prstGeom prst="rect">
            <a:avLst/>
          </a:prstGeom>
        </p:spPr>
        <p:txBody>
          <a:bodyPr vert="horz" lIns="0" tIns="0" rIns="0" bIns="0" rtlCol="0" anchor="ctr" anchorCtr="0"/>
          <a:lstStyle>
            <a:defPPr>
              <a:defRPr lang="de-DE"/>
            </a:defPPr>
            <a:lvl1pPr marL="7200" indent="-7200" algn="r" defTabSz="914400" rtl="0" eaLnBrk="1" latinLnBrk="0" hangingPunct="1">
              <a:lnSpc>
                <a:spcPct val="100000"/>
              </a:lnSpc>
              <a:spcBef>
                <a:spcPts val="0"/>
              </a:spcBef>
              <a:buClr>
                <a:schemeClr val="accent1"/>
              </a:buClr>
              <a:buFontTx/>
              <a:buNone/>
              <a:defRPr sz="1000" kern="1200">
                <a:solidFill>
                  <a:srgbClr val="6F6F6F"/>
                </a:solidFill>
                <a:latin typeface="+mn-lt"/>
                <a:ea typeface="+mn-ea"/>
                <a:cs typeface="+mn-cs"/>
              </a:defRPr>
            </a:lvl1pPr>
            <a:lvl2pPr marL="144000" indent="-144000" algn="l" defTabSz="914400" rtl="0" eaLnBrk="1" latinLnBrk="0" hangingPunct="1">
              <a:lnSpc>
                <a:spcPct val="110000"/>
              </a:lnSpc>
              <a:spcBef>
                <a:spcPts val="0"/>
              </a:spcBef>
              <a:buClr>
                <a:schemeClr val="accent1"/>
              </a:buClr>
              <a:buFont typeface="Arial" panose="020B0604020202020204" pitchFamily="34" charset="0"/>
              <a:buChar char="•"/>
              <a:defRPr sz="1800" kern="1200">
                <a:solidFill>
                  <a:schemeClr val="tx1"/>
                </a:solidFill>
                <a:latin typeface="+mn-lt"/>
                <a:ea typeface="+mn-ea"/>
                <a:cs typeface="+mn-cs"/>
              </a:defRPr>
            </a:lvl2pPr>
            <a:lvl3pPr marL="540000" indent="-144000" algn="l" defTabSz="914400" rtl="0" eaLnBrk="1" latinLnBrk="0" hangingPunct="1">
              <a:lnSpc>
                <a:spcPct val="110000"/>
              </a:lnSpc>
              <a:spcBef>
                <a:spcPts val="0"/>
              </a:spcBef>
              <a:buClr>
                <a:schemeClr val="accent1"/>
              </a:buClr>
              <a:buFont typeface="Arial" panose="020B0604020202020204" pitchFamily="34" charset="0"/>
              <a:buChar char="•"/>
              <a:defRPr sz="1400" kern="1200">
                <a:solidFill>
                  <a:schemeClr val="tx1"/>
                </a:solidFill>
                <a:latin typeface="+mn-lt"/>
                <a:ea typeface="+mn-ea"/>
                <a:cs typeface="+mn-cs"/>
              </a:defRPr>
            </a:lvl3pPr>
            <a:lvl4pPr marL="900000" indent="-144000" algn="l" defTabSz="914400" rtl="0" eaLnBrk="1" latinLnBrk="0" hangingPunct="1">
              <a:lnSpc>
                <a:spcPct val="110000"/>
              </a:lnSpc>
              <a:spcBef>
                <a:spcPts val="0"/>
              </a:spcBef>
              <a:buClr>
                <a:schemeClr val="accent1"/>
              </a:buClr>
              <a:buFont typeface="Arial" panose="020B0604020202020204" pitchFamily="34" charset="0"/>
              <a:buChar char="•"/>
              <a:defRPr sz="1200" kern="1200">
                <a:solidFill>
                  <a:schemeClr val="tx1"/>
                </a:solidFill>
                <a:latin typeface="+mn-lt"/>
                <a:ea typeface="+mn-ea"/>
                <a:cs typeface="+mn-cs"/>
              </a:defRPr>
            </a:lvl4pPr>
            <a:lvl5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5pPr>
            <a:lvl6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6pPr>
            <a:lvl7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7pPr>
            <a:lvl8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8pPr>
            <a:lvl9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9pPr>
          </a:lstStyle>
          <a:p>
            <a:pPr algn="l"/>
            <a:r>
              <a:rPr lang="de-DE" dirty="0"/>
              <a:t>© </a:t>
            </a:r>
            <a:r>
              <a:rPr lang="de-DE" dirty="0" err="1"/>
              <a:t>msg</a:t>
            </a:r>
            <a:r>
              <a:rPr lang="de-DE" dirty="0"/>
              <a:t> </a:t>
            </a:r>
            <a:r>
              <a:rPr lang="de-DE" dirty="0" err="1"/>
              <a:t>systems</a:t>
            </a:r>
            <a:r>
              <a:rPr lang="de-DE" dirty="0"/>
              <a:t> </a:t>
            </a:r>
            <a:r>
              <a:rPr lang="de-DE" dirty="0" err="1"/>
              <a:t>ag</a:t>
            </a:r>
            <a:r>
              <a:rPr lang="de-DE" dirty="0"/>
              <a:t> | 2026 | User Experience Templates – Storyboard </a:t>
            </a:r>
            <a:r>
              <a:rPr lang="de-DE" dirty="0">
                <a:hlinkClick r:id="rId3"/>
              </a:rPr>
              <a:t>https://user-experience-methods.com/en/02_define/storyboard.html</a:t>
            </a:r>
            <a:r>
              <a:rPr lang="de-DE" dirty="0"/>
              <a:t>  </a:t>
            </a:r>
          </a:p>
        </p:txBody>
      </p:sp>
    </p:spTree>
    <p:extLst>
      <p:ext uri="{BB962C8B-B14F-4D97-AF65-F5344CB8AC3E}">
        <p14:creationId xmlns:p14="http://schemas.microsoft.com/office/powerpoint/2010/main" val="2099470023"/>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29D2C-DE34-50EB-81C7-8850A6FB87AA}"/>
            </a:ext>
          </a:extLst>
        </p:cNvPr>
        <p:cNvGrpSpPr/>
        <p:nvPr/>
      </p:nvGrpSpPr>
      <p:grpSpPr>
        <a:xfrm>
          <a:off x="0" y="0"/>
          <a:ext cx="0" cy="0"/>
          <a:chOff x="0" y="0"/>
          <a:chExt cx="0" cy="0"/>
        </a:xfrm>
      </p:grpSpPr>
      <p:sp>
        <p:nvSpPr>
          <p:cNvPr id="3" name="Textplatzhalter 2">
            <a:extLst>
              <a:ext uri="{FF2B5EF4-FFF2-40B4-BE49-F238E27FC236}">
                <a16:creationId xmlns:a16="http://schemas.microsoft.com/office/drawing/2014/main" id="{46F47CF9-4536-D405-BE79-4B74D6DC3ADA}"/>
              </a:ext>
            </a:extLst>
          </p:cNvPr>
          <p:cNvSpPr>
            <a:spLocks noGrp="1"/>
          </p:cNvSpPr>
          <p:nvPr>
            <p:ph type="body" sz="quarter" idx="12"/>
          </p:nvPr>
        </p:nvSpPr>
        <p:spPr/>
        <p:txBody>
          <a:bodyPr/>
          <a:lstStyle/>
          <a:p>
            <a:r>
              <a:rPr lang="de-DE" dirty="0"/>
              <a:t>Project:</a:t>
            </a:r>
          </a:p>
        </p:txBody>
      </p:sp>
      <p:sp>
        <p:nvSpPr>
          <p:cNvPr id="5" name="Titel 4">
            <a:extLst>
              <a:ext uri="{FF2B5EF4-FFF2-40B4-BE49-F238E27FC236}">
                <a16:creationId xmlns:a16="http://schemas.microsoft.com/office/drawing/2014/main" id="{DD1BEDDA-38BC-E2EA-0467-12D710029831}"/>
              </a:ext>
            </a:extLst>
          </p:cNvPr>
          <p:cNvSpPr>
            <a:spLocks noGrp="1"/>
          </p:cNvSpPr>
          <p:nvPr>
            <p:ph type="title"/>
          </p:nvPr>
        </p:nvSpPr>
        <p:spPr/>
        <p:txBody>
          <a:bodyPr/>
          <a:lstStyle/>
          <a:p>
            <a:r>
              <a:t>Storyboard</a:t>
            </a:r>
          </a:p>
        </p:txBody>
      </p:sp>
      <p:sp>
        <p:nvSpPr>
          <p:cNvPr id="9" name="Inhaltsplatzhalter 8">
            <a:extLst>
              <a:ext uri="{FF2B5EF4-FFF2-40B4-BE49-F238E27FC236}">
                <a16:creationId xmlns:a16="http://schemas.microsoft.com/office/drawing/2014/main" id="{C19E772A-448C-8E9D-F006-1AE58130DFF4}"/>
              </a:ext>
            </a:extLst>
          </p:cNvPr>
          <p:cNvSpPr>
            <a:spLocks noGrp="1"/>
          </p:cNvSpPr>
          <p:nvPr/>
        </p:nvSpPr>
        <p:spPr>
          <a:xfrm>
            <a:off x="841374" y="1860347"/>
            <a:ext cx="2879999" cy="1369482"/>
          </a:xfrm>
          <a:prstGeom prst="rect">
            <a:avLst/>
          </a:prstGeom>
          <a:solidFill>
            <a:schemeClr val="bg1">
              <a:lumMod val="95000"/>
            </a:schemeClr>
          </a:solidFill>
        </p:spPr>
        <p:txBody>
          <a:bodyPr vert="horz" lIns="0" tIns="0" rIns="0" bIns="0" rtlCol="0">
            <a:noAutofit/>
          </a:bodyPr>
          <a:lstStyle>
            <a:lvl1pPr marL="0" indent="0" algn="l" defTabSz="914400" rtl="0" eaLnBrk="1" latinLnBrk="0" hangingPunct="1">
              <a:lnSpc>
                <a:spcPct val="110000"/>
              </a:lnSpc>
              <a:spcBef>
                <a:spcPts val="0"/>
              </a:spcBef>
              <a:buClr>
                <a:schemeClr val="accent1"/>
              </a:buClr>
              <a:buFontTx/>
              <a:buNone/>
              <a:defRPr sz="1800" kern="1200">
                <a:solidFill>
                  <a:schemeClr val="tx1"/>
                </a:solidFill>
                <a:latin typeface="+mn-lt"/>
                <a:ea typeface="+mn-ea"/>
                <a:cs typeface="+mn-cs"/>
              </a:defRPr>
            </a:lvl1pPr>
            <a:lvl2pPr marL="144000" indent="-144000" algn="l" defTabSz="914400" rtl="0" eaLnBrk="1" latinLnBrk="0" hangingPunct="1">
              <a:lnSpc>
                <a:spcPct val="110000"/>
              </a:lnSpc>
              <a:spcBef>
                <a:spcPts val="0"/>
              </a:spcBef>
              <a:buClr>
                <a:schemeClr val="accent1"/>
              </a:buClr>
              <a:buFont typeface="Arial" panose="020B0604020202020204" pitchFamily="34" charset="0"/>
              <a:buChar char="•"/>
              <a:defRPr sz="1800" kern="1200">
                <a:solidFill>
                  <a:schemeClr val="tx1"/>
                </a:solidFill>
                <a:latin typeface="+mn-lt"/>
                <a:ea typeface="+mn-ea"/>
                <a:cs typeface="+mn-cs"/>
              </a:defRPr>
            </a:lvl2pPr>
            <a:lvl3pPr marL="540000" indent="-144000" algn="l" defTabSz="914400" rtl="0" eaLnBrk="1" latinLnBrk="0" hangingPunct="1">
              <a:lnSpc>
                <a:spcPct val="110000"/>
              </a:lnSpc>
              <a:spcBef>
                <a:spcPts val="0"/>
              </a:spcBef>
              <a:buClr>
                <a:schemeClr val="accent1"/>
              </a:buClr>
              <a:buFont typeface="Arial" panose="020B0604020202020204" pitchFamily="34" charset="0"/>
              <a:buChar char="•"/>
              <a:defRPr sz="1400" kern="1200">
                <a:solidFill>
                  <a:schemeClr val="tx1"/>
                </a:solidFill>
                <a:latin typeface="+mn-lt"/>
                <a:ea typeface="+mn-ea"/>
                <a:cs typeface="+mn-cs"/>
              </a:defRPr>
            </a:lvl3pPr>
            <a:lvl4pPr marL="900000" indent="-144000" algn="l" defTabSz="914400" rtl="0" eaLnBrk="1" latinLnBrk="0" hangingPunct="1">
              <a:lnSpc>
                <a:spcPct val="110000"/>
              </a:lnSpc>
              <a:spcBef>
                <a:spcPts val="0"/>
              </a:spcBef>
              <a:buClr>
                <a:schemeClr val="accent1"/>
              </a:buClr>
              <a:buFont typeface="Arial" panose="020B0604020202020204" pitchFamily="34" charset="0"/>
              <a:buChar char="•"/>
              <a:defRPr sz="1200" kern="1200">
                <a:solidFill>
                  <a:schemeClr val="tx1"/>
                </a:solidFill>
                <a:latin typeface="+mn-lt"/>
                <a:ea typeface="+mn-ea"/>
                <a:cs typeface="+mn-cs"/>
              </a:defRPr>
            </a:lvl4pPr>
            <a:lvl5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5pPr>
            <a:lvl6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6pPr>
            <a:lvl7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7pPr>
            <a:lvl8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8pPr>
            <a:lvl9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9pPr>
          </a:lstStyle>
          <a:p>
            <a:endParaRPr lang="de-DE"/>
          </a:p>
        </p:txBody>
      </p:sp>
      <p:sp>
        <p:nvSpPr>
          <p:cNvPr id="10" name="Inhaltsplatzhalter 9">
            <a:extLst>
              <a:ext uri="{FF2B5EF4-FFF2-40B4-BE49-F238E27FC236}">
                <a16:creationId xmlns:a16="http://schemas.microsoft.com/office/drawing/2014/main" id="{2C53E064-C2D6-951F-04E0-4427E3251FAC}"/>
              </a:ext>
            </a:extLst>
          </p:cNvPr>
          <p:cNvSpPr>
            <a:spLocks noGrp="1"/>
          </p:cNvSpPr>
          <p:nvPr/>
        </p:nvSpPr>
        <p:spPr>
          <a:xfrm>
            <a:off x="4680663" y="1860347"/>
            <a:ext cx="2879935" cy="1369482"/>
          </a:xfrm>
          <a:prstGeom prst="rect">
            <a:avLst/>
          </a:prstGeom>
          <a:solidFill>
            <a:schemeClr val="bg1">
              <a:lumMod val="95000"/>
            </a:schemeClr>
          </a:solidFill>
        </p:spPr>
        <p:txBody>
          <a:bodyPr vert="horz" lIns="0" tIns="0" rIns="0" bIns="0" rtlCol="0">
            <a:noAutofit/>
          </a:bodyPr>
          <a:lstStyle>
            <a:lvl1pPr marL="0" indent="0" algn="l" defTabSz="914400" rtl="0" eaLnBrk="1" latinLnBrk="0" hangingPunct="1">
              <a:lnSpc>
                <a:spcPct val="110000"/>
              </a:lnSpc>
              <a:spcBef>
                <a:spcPts val="0"/>
              </a:spcBef>
              <a:buClr>
                <a:schemeClr val="accent1"/>
              </a:buClr>
              <a:buFontTx/>
              <a:buNone/>
              <a:defRPr sz="1800" kern="1200">
                <a:solidFill>
                  <a:schemeClr val="tx1"/>
                </a:solidFill>
                <a:latin typeface="+mn-lt"/>
                <a:ea typeface="+mn-ea"/>
                <a:cs typeface="+mn-cs"/>
              </a:defRPr>
            </a:lvl1pPr>
            <a:lvl2pPr marL="144000" indent="-144000" algn="l" defTabSz="914400" rtl="0" eaLnBrk="1" latinLnBrk="0" hangingPunct="1">
              <a:lnSpc>
                <a:spcPct val="110000"/>
              </a:lnSpc>
              <a:spcBef>
                <a:spcPts val="0"/>
              </a:spcBef>
              <a:buClr>
                <a:schemeClr val="accent1"/>
              </a:buClr>
              <a:buFont typeface="Arial" panose="020B0604020202020204" pitchFamily="34" charset="0"/>
              <a:buChar char="•"/>
              <a:defRPr sz="1800" kern="1200">
                <a:solidFill>
                  <a:schemeClr val="tx1"/>
                </a:solidFill>
                <a:latin typeface="+mn-lt"/>
                <a:ea typeface="+mn-ea"/>
                <a:cs typeface="+mn-cs"/>
              </a:defRPr>
            </a:lvl2pPr>
            <a:lvl3pPr marL="540000" indent="-144000" algn="l" defTabSz="914400" rtl="0" eaLnBrk="1" latinLnBrk="0" hangingPunct="1">
              <a:lnSpc>
                <a:spcPct val="110000"/>
              </a:lnSpc>
              <a:spcBef>
                <a:spcPts val="0"/>
              </a:spcBef>
              <a:buClr>
                <a:schemeClr val="accent1"/>
              </a:buClr>
              <a:buFont typeface="Arial" panose="020B0604020202020204" pitchFamily="34" charset="0"/>
              <a:buChar char="•"/>
              <a:defRPr sz="1400" kern="1200">
                <a:solidFill>
                  <a:schemeClr val="tx1"/>
                </a:solidFill>
                <a:latin typeface="+mn-lt"/>
                <a:ea typeface="+mn-ea"/>
                <a:cs typeface="+mn-cs"/>
              </a:defRPr>
            </a:lvl3pPr>
            <a:lvl4pPr marL="900000" indent="-144000" algn="l" defTabSz="914400" rtl="0" eaLnBrk="1" latinLnBrk="0" hangingPunct="1">
              <a:lnSpc>
                <a:spcPct val="110000"/>
              </a:lnSpc>
              <a:spcBef>
                <a:spcPts val="0"/>
              </a:spcBef>
              <a:buClr>
                <a:schemeClr val="accent1"/>
              </a:buClr>
              <a:buFont typeface="Arial" panose="020B0604020202020204" pitchFamily="34" charset="0"/>
              <a:buChar char="•"/>
              <a:defRPr sz="1200" kern="1200">
                <a:solidFill>
                  <a:schemeClr val="tx1"/>
                </a:solidFill>
                <a:latin typeface="+mn-lt"/>
                <a:ea typeface="+mn-ea"/>
                <a:cs typeface="+mn-cs"/>
              </a:defRPr>
            </a:lvl4pPr>
            <a:lvl5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5pPr>
            <a:lvl6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6pPr>
            <a:lvl7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7pPr>
            <a:lvl8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8pPr>
            <a:lvl9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9pPr>
          </a:lstStyle>
          <a:p>
            <a:endParaRPr lang="de-DE"/>
          </a:p>
        </p:txBody>
      </p:sp>
      <p:sp>
        <p:nvSpPr>
          <p:cNvPr id="11" name="Inhaltsplatzhalter 10">
            <a:extLst>
              <a:ext uri="{FF2B5EF4-FFF2-40B4-BE49-F238E27FC236}">
                <a16:creationId xmlns:a16="http://schemas.microsoft.com/office/drawing/2014/main" id="{C31C57E0-0AEF-5D19-B1AD-AF834AF90F88}"/>
              </a:ext>
            </a:extLst>
          </p:cNvPr>
          <p:cNvSpPr>
            <a:spLocks noGrp="1"/>
          </p:cNvSpPr>
          <p:nvPr/>
        </p:nvSpPr>
        <p:spPr>
          <a:xfrm>
            <a:off x="8423011" y="1860346"/>
            <a:ext cx="2881591" cy="1369482"/>
          </a:xfrm>
          <a:prstGeom prst="rect">
            <a:avLst/>
          </a:prstGeom>
          <a:solidFill>
            <a:schemeClr val="bg1">
              <a:lumMod val="95000"/>
            </a:schemeClr>
          </a:solidFill>
        </p:spPr>
        <p:txBody>
          <a:bodyPr vert="horz" lIns="0" tIns="0" rIns="0" bIns="0" rtlCol="0">
            <a:noAutofit/>
          </a:bodyPr>
          <a:lstStyle>
            <a:lvl1pPr marL="0" indent="0" algn="l" defTabSz="914400" rtl="0" eaLnBrk="1" latinLnBrk="0" hangingPunct="1">
              <a:lnSpc>
                <a:spcPct val="110000"/>
              </a:lnSpc>
              <a:spcBef>
                <a:spcPts val="0"/>
              </a:spcBef>
              <a:buClr>
                <a:schemeClr val="accent1"/>
              </a:buClr>
              <a:buFontTx/>
              <a:buNone/>
              <a:defRPr sz="1800" kern="1200">
                <a:solidFill>
                  <a:schemeClr val="tx1"/>
                </a:solidFill>
                <a:latin typeface="+mn-lt"/>
                <a:ea typeface="+mn-ea"/>
                <a:cs typeface="+mn-cs"/>
              </a:defRPr>
            </a:lvl1pPr>
            <a:lvl2pPr marL="144000" indent="-144000" algn="l" defTabSz="914400" rtl="0" eaLnBrk="1" latinLnBrk="0" hangingPunct="1">
              <a:lnSpc>
                <a:spcPct val="110000"/>
              </a:lnSpc>
              <a:spcBef>
                <a:spcPts val="0"/>
              </a:spcBef>
              <a:buClr>
                <a:schemeClr val="accent1"/>
              </a:buClr>
              <a:buFont typeface="Arial" panose="020B0604020202020204" pitchFamily="34" charset="0"/>
              <a:buChar char="•"/>
              <a:defRPr sz="1800" kern="1200">
                <a:solidFill>
                  <a:schemeClr val="tx1"/>
                </a:solidFill>
                <a:latin typeface="+mn-lt"/>
                <a:ea typeface="+mn-ea"/>
                <a:cs typeface="+mn-cs"/>
              </a:defRPr>
            </a:lvl2pPr>
            <a:lvl3pPr marL="540000" indent="-144000" algn="l" defTabSz="914400" rtl="0" eaLnBrk="1" latinLnBrk="0" hangingPunct="1">
              <a:lnSpc>
                <a:spcPct val="110000"/>
              </a:lnSpc>
              <a:spcBef>
                <a:spcPts val="0"/>
              </a:spcBef>
              <a:buClr>
                <a:schemeClr val="accent1"/>
              </a:buClr>
              <a:buFont typeface="Arial" panose="020B0604020202020204" pitchFamily="34" charset="0"/>
              <a:buChar char="•"/>
              <a:defRPr sz="1400" kern="1200">
                <a:solidFill>
                  <a:schemeClr val="tx1"/>
                </a:solidFill>
                <a:latin typeface="+mn-lt"/>
                <a:ea typeface="+mn-ea"/>
                <a:cs typeface="+mn-cs"/>
              </a:defRPr>
            </a:lvl3pPr>
            <a:lvl4pPr marL="900000" indent="-144000" algn="l" defTabSz="914400" rtl="0" eaLnBrk="1" latinLnBrk="0" hangingPunct="1">
              <a:lnSpc>
                <a:spcPct val="110000"/>
              </a:lnSpc>
              <a:spcBef>
                <a:spcPts val="0"/>
              </a:spcBef>
              <a:buClr>
                <a:schemeClr val="accent1"/>
              </a:buClr>
              <a:buFont typeface="Arial" panose="020B0604020202020204" pitchFamily="34" charset="0"/>
              <a:buChar char="•"/>
              <a:defRPr sz="1200" kern="1200">
                <a:solidFill>
                  <a:schemeClr val="tx1"/>
                </a:solidFill>
                <a:latin typeface="+mn-lt"/>
                <a:ea typeface="+mn-ea"/>
                <a:cs typeface="+mn-cs"/>
              </a:defRPr>
            </a:lvl4pPr>
            <a:lvl5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5pPr>
            <a:lvl6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6pPr>
            <a:lvl7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7pPr>
            <a:lvl8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8pPr>
            <a:lvl9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9pPr>
          </a:lstStyle>
          <a:p>
            <a:endParaRPr lang="de-DE"/>
          </a:p>
        </p:txBody>
      </p:sp>
      <p:sp>
        <p:nvSpPr>
          <p:cNvPr id="12" name="Inhaltsplatzhalter 11">
            <a:extLst>
              <a:ext uri="{FF2B5EF4-FFF2-40B4-BE49-F238E27FC236}">
                <a16:creationId xmlns:a16="http://schemas.microsoft.com/office/drawing/2014/main" id="{DA944E75-EEEE-B88D-ED5F-9DE72AE66024}"/>
              </a:ext>
            </a:extLst>
          </p:cNvPr>
          <p:cNvSpPr>
            <a:spLocks noGrp="1"/>
          </p:cNvSpPr>
          <p:nvPr/>
        </p:nvSpPr>
        <p:spPr>
          <a:xfrm>
            <a:off x="839784" y="4225576"/>
            <a:ext cx="2929203" cy="1279423"/>
          </a:xfrm>
          <a:prstGeom prst="rect">
            <a:avLst/>
          </a:prstGeom>
          <a:solidFill>
            <a:schemeClr val="bg1">
              <a:lumMod val="95000"/>
            </a:schemeClr>
          </a:solidFill>
        </p:spPr>
        <p:txBody>
          <a:bodyPr vert="horz" lIns="0" tIns="0" rIns="0" bIns="0" rtlCol="0">
            <a:noAutofit/>
          </a:bodyPr>
          <a:lstStyle>
            <a:lvl1pPr marL="0" indent="0" algn="l" defTabSz="914400" rtl="0" eaLnBrk="1" latinLnBrk="0" hangingPunct="1">
              <a:lnSpc>
                <a:spcPct val="110000"/>
              </a:lnSpc>
              <a:spcBef>
                <a:spcPts val="0"/>
              </a:spcBef>
              <a:buClr>
                <a:schemeClr val="accent1"/>
              </a:buClr>
              <a:buFontTx/>
              <a:buNone/>
              <a:defRPr sz="1800" kern="1200">
                <a:solidFill>
                  <a:schemeClr val="tx1"/>
                </a:solidFill>
                <a:latin typeface="+mn-lt"/>
                <a:ea typeface="+mn-ea"/>
                <a:cs typeface="+mn-cs"/>
              </a:defRPr>
            </a:lvl1pPr>
            <a:lvl2pPr marL="144000" indent="-144000" algn="l" defTabSz="914400" rtl="0" eaLnBrk="1" latinLnBrk="0" hangingPunct="1">
              <a:lnSpc>
                <a:spcPct val="110000"/>
              </a:lnSpc>
              <a:spcBef>
                <a:spcPts val="0"/>
              </a:spcBef>
              <a:buClr>
                <a:schemeClr val="accent1"/>
              </a:buClr>
              <a:buFont typeface="Arial" panose="020B0604020202020204" pitchFamily="34" charset="0"/>
              <a:buChar char="•"/>
              <a:defRPr sz="1800" kern="1200">
                <a:solidFill>
                  <a:schemeClr val="tx1"/>
                </a:solidFill>
                <a:latin typeface="+mn-lt"/>
                <a:ea typeface="+mn-ea"/>
                <a:cs typeface="+mn-cs"/>
              </a:defRPr>
            </a:lvl2pPr>
            <a:lvl3pPr marL="540000" indent="-144000" algn="l" defTabSz="914400" rtl="0" eaLnBrk="1" latinLnBrk="0" hangingPunct="1">
              <a:lnSpc>
                <a:spcPct val="110000"/>
              </a:lnSpc>
              <a:spcBef>
                <a:spcPts val="0"/>
              </a:spcBef>
              <a:buClr>
                <a:schemeClr val="accent1"/>
              </a:buClr>
              <a:buFont typeface="Arial" panose="020B0604020202020204" pitchFamily="34" charset="0"/>
              <a:buChar char="•"/>
              <a:defRPr sz="1400" kern="1200">
                <a:solidFill>
                  <a:schemeClr val="tx1"/>
                </a:solidFill>
                <a:latin typeface="+mn-lt"/>
                <a:ea typeface="+mn-ea"/>
                <a:cs typeface="+mn-cs"/>
              </a:defRPr>
            </a:lvl3pPr>
            <a:lvl4pPr marL="900000" indent="-144000" algn="l" defTabSz="914400" rtl="0" eaLnBrk="1" latinLnBrk="0" hangingPunct="1">
              <a:lnSpc>
                <a:spcPct val="110000"/>
              </a:lnSpc>
              <a:spcBef>
                <a:spcPts val="0"/>
              </a:spcBef>
              <a:buClr>
                <a:schemeClr val="accent1"/>
              </a:buClr>
              <a:buFont typeface="Arial" panose="020B0604020202020204" pitchFamily="34" charset="0"/>
              <a:buChar char="•"/>
              <a:defRPr sz="1200" kern="1200">
                <a:solidFill>
                  <a:schemeClr val="tx1"/>
                </a:solidFill>
                <a:latin typeface="+mn-lt"/>
                <a:ea typeface="+mn-ea"/>
                <a:cs typeface="+mn-cs"/>
              </a:defRPr>
            </a:lvl4pPr>
            <a:lvl5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5pPr>
            <a:lvl6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6pPr>
            <a:lvl7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7pPr>
            <a:lvl8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8pPr>
            <a:lvl9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9pPr>
          </a:lstStyle>
          <a:p>
            <a:endParaRPr lang="de-DE" dirty="0"/>
          </a:p>
        </p:txBody>
      </p:sp>
      <p:sp>
        <p:nvSpPr>
          <p:cNvPr id="13" name="Inhaltsplatzhalter 12">
            <a:extLst>
              <a:ext uri="{FF2B5EF4-FFF2-40B4-BE49-F238E27FC236}">
                <a16:creationId xmlns:a16="http://schemas.microsoft.com/office/drawing/2014/main" id="{0AC2507F-BE7E-7C16-6F7A-6989E0678D34}"/>
              </a:ext>
            </a:extLst>
          </p:cNvPr>
          <p:cNvSpPr>
            <a:spLocks noGrp="1"/>
          </p:cNvSpPr>
          <p:nvPr/>
        </p:nvSpPr>
        <p:spPr>
          <a:xfrm>
            <a:off x="4632984" y="4163632"/>
            <a:ext cx="2927614" cy="1341370"/>
          </a:xfrm>
          <a:prstGeom prst="rect">
            <a:avLst/>
          </a:prstGeom>
          <a:solidFill>
            <a:schemeClr val="bg1">
              <a:lumMod val="95000"/>
            </a:schemeClr>
          </a:solidFill>
        </p:spPr>
        <p:txBody>
          <a:bodyPr vert="horz" lIns="0" tIns="0" rIns="0" bIns="0" rtlCol="0">
            <a:noAutofit/>
          </a:bodyPr>
          <a:lstStyle>
            <a:lvl1pPr marL="0" indent="0" algn="l" defTabSz="914400" rtl="0" eaLnBrk="1" latinLnBrk="0" hangingPunct="1">
              <a:lnSpc>
                <a:spcPct val="110000"/>
              </a:lnSpc>
              <a:spcBef>
                <a:spcPts val="0"/>
              </a:spcBef>
              <a:buClr>
                <a:schemeClr val="accent1"/>
              </a:buClr>
              <a:buFontTx/>
              <a:buNone/>
              <a:defRPr sz="1800" kern="1200">
                <a:solidFill>
                  <a:schemeClr val="tx1"/>
                </a:solidFill>
                <a:latin typeface="+mn-lt"/>
                <a:ea typeface="+mn-ea"/>
                <a:cs typeface="+mn-cs"/>
              </a:defRPr>
            </a:lvl1pPr>
            <a:lvl2pPr marL="144000" indent="-144000" algn="l" defTabSz="914400" rtl="0" eaLnBrk="1" latinLnBrk="0" hangingPunct="1">
              <a:lnSpc>
                <a:spcPct val="110000"/>
              </a:lnSpc>
              <a:spcBef>
                <a:spcPts val="0"/>
              </a:spcBef>
              <a:buClr>
                <a:schemeClr val="accent1"/>
              </a:buClr>
              <a:buFont typeface="Arial" panose="020B0604020202020204" pitchFamily="34" charset="0"/>
              <a:buChar char="•"/>
              <a:defRPr sz="1800" kern="1200">
                <a:solidFill>
                  <a:schemeClr val="tx1"/>
                </a:solidFill>
                <a:latin typeface="+mn-lt"/>
                <a:ea typeface="+mn-ea"/>
                <a:cs typeface="+mn-cs"/>
              </a:defRPr>
            </a:lvl2pPr>
            <a:lvl3pPr marL="540000" indent="-144000" algn="l" defTabSz="914400" rtl="0" eaLnBrk="1" latinLnBrk="0" hangingPunct="1">
              <a:lnSpc>
                <a:spcPct val="110000"/>
              </a:lnSpc>
              <a:spcBef>
                <a:spcPts val="0"/>
              </a:spcBef>
              <a:buClr>
                <a:schemeClr val="accent1"/>
              </a:buClr>
              <a:buFont typeface="Arial" panose="020B0604020202020204" pitchFamily="34" charset="0"/>
              <a:buChar char="•"/>
              <a:defRPr sz="1400" kern="1200">
                <a:solidFill>
                  <a:schemeClr val="tx1"/>
                </a:solidFill>
                <a:latin typeface="+mn-lt"/>
                <a:ea typeface="+mn-ea"/>
                <a:cs typeface="+mn-cs"/>
              </a:defRPr>
            </a:lvl3pPr>
            <a:lvl4pPr marL="900000" indent="-144000" algn="l" defTabSz="914400" rtl="0" eaLnBrk="1" latinLnBrk="0" hangingPunct="1">
              <a:lnSpc>
                <a:spcPct val="110000"/>
              </a:lnSpc>
              <a:spcBef>
                <a:spcPts val="0"/>
              </a:spcBef>
              <a:buClr>
                <a:schemeClr val="accent1"/>
              </a:buClr>
              <a:buFont typeface="Arial" panose="020B0604020202020204" pitchFamily="34" charset="0"/>
              <a:buChar char="•"/>
              <a:defRPr sz="1200" kern="1200">
                <a:solidFill>
                  <a:schemeClr val="tx1"/>
                </a:solidFill>
                <a:latin typeface="+mn-lt"/>
                <a:ea typeface="+mn-ea"/>
                <a:cs typeface="+mn-cs"/>
              </a:defRPr>
            </a:lvl4pPr>
            <a:lvl5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5pPr>
            <a:lvl6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6pPr>
            <a:lvl7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7pPr>
            <a:lvl8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8pPr>
            <a:lvl9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9pPr>
          </a:lstStyle>
          <a:p>
            <a:endParaRPr lang="de-DE" dirty="0"/>
          </a:p>
        </p:txBody>
      </p:sp>
      <p:sp>
        <p:nvSpPr>
          <p:cNvPr id="14" name="Inhaltsplatzhalter 13">
            <a:extLst>
              <a:ext uri="{FF2B5EF4-FFF2-40B4-BE49-F238E27FC236}">
                <a16:creationId xmlns:a16="http://schemas.microsoft.com/office/drawing/2014/main" id="{C03BA6D0-47AE-C8BF-DE32-26256D8E4F78}"/>
              </a:ext>
            </a:extLst>
          </p:cNvPr>
          <p:cNvSpPr>
            <a:spLocks noGrp="1"/>
          </p:cNvSpPr>
          <p:nvPr/>
        </p:nvSpPr>
        <p:spPr>
          <a:xfrm>
            <a:off x="8423010" y="4163632"/>
            <a:ext cx="2881591" cy="1326798"/>
          </a:xfrm>
          <a:prstGeom prst="rect">
            <a:avLst/>
          </a:prstGeom>
          <a:solidFill>
            <a:schemeClr val="bg1">
              <a:lumMod val="95000"/>
            </a:schemeClr>
          </a:solidFill>
        </p:spPr>
        <p:txBody>
          <a:bodyPr vert="horz" lIns="0" tIns="0" rIns="0" bIns="0" rtlCol="0">
            <a:noAutofit/>
          </a:bodyPr>
          <a:lstStyle>
            <a:lvl1pPr marL="0" indent="0" algn="l" defTabSz="914400" rtl="0" eaLnBrk="1" latinLnBrk="0" hangingPunct="1">
              <a:lnSpc>
                <a:spcPct val="110000"/>
              </a:lnSpc>
              <a:spcBef>
                <a:spcPts val="0"/>
              </a:spcBef>
              <a:buClr>
                <a:schemeClr val="accent1"/>
              </a:buClr>
              <a:buFontTx/>
              <a:buNone/>
              <a:defRPr sz="1800" kern="1200">
                <a:solidFill>
                  <a:schemeClr val="tx1"/>
                </a:solidFill>
                <a:latin typeface="+mn-lt"/>
                <a:ea typeface="+mn-ea"/>
                <a:cs typeface="+mn-cs"/>
              </a:defRPr>
            </a:lvl1pPr>
            <a:lvl2pPr marL="144000" indent="-144000" algn="l" defTabSz="914400" rtl="0" eaLnBrk="1" latinLnBrk="0" hangingPunct="1">
              <a:lnSpc>
                <a:spcPct val="110000"/>
              </a:lnSpc>
              <a:spcBef>
                <a:spcPts val="0"/>
              </a:spcBef>
              <a:buClr>
                <a:schemeClr val="accent1"/>
              </a:buClr>
              <a:buFont typeface="Arial" panose="020B0604020202020204" pitchFamily="34" charset="0"/>
              <a:buChar char="•"/>
              <a:defRPr sz="1800" kern="1200">
                <a:solidFill>
                  <a:schemeClr val="tx1"/>
                </a:solidFill>
                <a:latin typeface="+mn-lt"/>
                <a:ea typeface="+mn-ea"/>
                <a:cs typeface="+mn-cs"/>
              </a:defRPr>
            </a:lvl2pPr>
            <a:lvl3pPr marL="540000" indent="-144000" algn="l" defTabSz="914400" rtl="0" eaLnBrk="1" latinLnBrk="0" hangingPunct="1">
              <a:lnSpc>
                <a:spcPct val="110000"/>
              </a:lnSpc>
              <a:spcBef>
                <a:spcPts val="0"/>
              </a:spcBef>
              <a:buClr>
                <a:schemeClr val="accent1"/>
              </a:buClr>
              <a:buFont typeface="Arial" panose="020B0604020202020204" pitchFamily="34" charset="0"/>
              <a:buChar char="•"/>
              <a:defRPr sz="1400" kern="1200">
                <a:solidFill>
                  <a:schemeClr val="tx1"/>
                </a:solidFill>
                <a:latin typeface="+mn-lt"/>
                <a:ea typeface="+mn-ea"/>
                <a:cs typeface="+mn-cs"/>
              </a:defRPr>
            </a:lvl3pPr>
            <a:lvl4pPr marL="900000" indent="-144000" algn="l" defTabSz="914400" rtl="0" eaLnBrk="1" latinLnBrk="0" hangingPunct="1">
              <a:lnSpc>
                <a:spcPct val="110000"/>
              </a:lnSpc>
              <a:spcBef>
                <a:spcPts val="0"/>
              </a:spcBef>
              <a:buClr>
                <a:schemeClr val="accent1"/>
              </a:buClr>
              <a:buFont typeface="Arial" panose="020B0604020202020204" pitchFamily="34" charset="0"/>
              <a:buChar char="•"/>
              <a:defRPr sz="1200" kern="1200">
                <a:solidFill>
                  <a:schemeClr val="tx1"/>
                </a:solidFill>
                <a:latin typeface="+mn-lt"/>
                <a:ea typeface="+mn-ea"/>
                <a:cs typeface="+mn-cs"/>
              </a:defRPr>
            </a:lvl4pPr>
            <a:lvl5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5pPr>
            <a:lvl6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6pPr>
            <a:lvl7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7pPr>
            <a:lvl8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8pPr>
            <a:lvl9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9pPr>
          </a:lstStyle>
          <a:p>
            <a:endParaRPr lang="de-DE" dirty="0"/>
          </a:p>
        </p:txBody>
      </p:sp>
      <p:cxnSp>
        <p:nvCxnSpPr>
          <p:cNvPr id="17" name="Gerade Verbindung 40">
            <a:extLst>
              <a:ext uri="{FF2B5EF4-FFF2-40B4-BE49-F238E27FC236}">
                <a16:creationId xmlns:a16="http://schemas.microsoft.com/office/drawing/2014/main" id="{223939E6-1195-EBB3-CEAF-6526A3BB912E}"/>
              </a:ext>
            </a:extLst>
          </p:cNvPr>
          <p:cNvCxnSpPr>
            <a:cxnSpLocks/>
          </p:cNvCxnSpPr>
          <p:nvPr/>
        </p:nvCxnSpPr>
        <p:spPr>
          <a:xfrm>
            <a:off x="4224989" y="1860347"/>
            <a:ext cx="0" cy="1183938"/>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AEAFBDE5-C89C-25B7-36C6-D20DC459C023}"/>
              </a:ext>
            </a:extLst>
          </p:cNvPr>
          <p:cNvCxnSpPr/>
          <p:nvPr/>
        </p:nvCxnSpPr>
        <p:spPr>
          <a:xfrm>
            <a:off x="3954989" y="3229829"/>
            <a:ext cx="540000" cy="0"/>
          </a:xfrm>
          <a:prstGeom prst="line">
            <a:avLst/>
          </a:prstGeom>
          <a:ln>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23" name="Gerade Verbindung 40">
            <a:extLst>
              <a:ext uri="{FF2B5EF4-FFF2-40B4-BE49-F238E27FC236}">
                <a16:creationId xmlns:a16="http://schemas.microsoft.com/office/drawing/2014/main" id="{EF2A8835-8313-AB23-CB78-9A1BA3E92E6D}"/>
              </a:ext>
            </a:extLst>
          </p:cNvPr>
          <p:cNvCxnSpPr>
            <a:cxnSpLocks/>
          </p:cNvCxnSpPr>
          <p:nvPr/>
        </p:nvCxnSpPr>
        <p:spPr>
          <a:xfrm>
            <a:off x="7968602" y="1860347"/>
            <a:ext cx="0" cy="1183938"/>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0C08DD3F-3A60-23FD-8504-AA2CA0C38422}"/>
              </a:ext>
            </a:extLst>
          </p:cNvPr>
          <p:cNvCxnSpPr/>
          <p:nvPr/>
        </p:nvCxnSpPr>
        <p:spPr>
          <a:xfrm>
            <a:off x="7698602" y="3229829"/>
            <a:ext cx="540000" cy="0"/>
          </a:xfrm>
          <a:prstGeom prst="line">
            <a:avLst/>
          </a:prstGeom>
          <a:ln>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sp>
        <p:nvSpPr>
          <p:cNvPr id="39" name="TextBox 14">
            <a:extLst>
              <a:ext uri="{FF2B5EF4-FFF2-40B4-BE49-F238E27FC236}">
                <a16:creationId xmlns:a16="http://schemas.microsoft.com/office/drawing/2014/main" id="{64D80609-CEEB-775E-C712-7B5C7AF38CB9}"/>
              </a:ext>
            </a:extLst>
          </p:cNvPr>
          <p:cNvSpPr txBox="1">
            <a:spLocks/>
          </p:cNvSpPr>
          <p:nvPr/>
        </p:nvSpPr>
        <p:spPr>
          <a:xfrm>
            <a:off x="841377" y="1446256"/>
            <a:ext cx="5026020" cy="457479"/>
          </a:xfrm>
          <a:prstGeom prst="rect">
            <a:avLst/>
          </a:prstGeom>
          <a:noFill/>
          <a:extLst>
            <a:ext uri="{909E8E84-426E-40DD-AFC4-6F175D3DCCD1}">
              <a14:hiddenFill xmlns:a14="http://schemas.microsoft.com/office/drawing/2010/main">
                <a:solidFill>
                  <a:srgbClr val="FFFFFF"/>
                </a:solidFill>
              </a14:hiddenFill>
            </a:ext>
          </a:extLst>
        </p:spPr>
        <p:txBody>
          <a:bodyPr vert="horz" lIns="0" tIns="0" rIns="0" bIns="144000" rtlCol="0">
            <a:noAutofit/>
          </a:bodyPr>
          <a:lstStyle>
            <a:lvl1pPr marL="0" indent="0" algn="l" defTabSz="914400" rtl="0" eaLnBrk="1" latinLnBrk="0" hangingPunct="1">
              <a:lnSpc>
                <a:spcPct val="110000"/>
              </a:lnSpc>
              <a:spcBef>
                <a:spcPts val="0"/>
              </a:spcBef>
              <a:buClr>
                <a:schemeClr val="accent1"/>
              </a:buClr>
              <a:buFontTx/>
              <a:buNone/>
              <a:defRPr sz="1800" kern="1200">
                <a:solidFill>
                  <a:schemeClr val="tx1"/>
                </a:solidFill>
                <a:latin typeface="+mn-lt"/>
                <a:ea typeface="+mn-ea"/>
                <a:cs typeface="+mn-cs"/>
              </a:defRPr>
            </a:lvl1pPr>
            <a:lvl2pPr marL="144000" indent="-144000" algn="l" defTabSz="914400" rtl="0" eaLnBrk="1" latinLnBrk="0" hangingPunct="1">
              <a:lnSpc>
                <a:spcPct val="110000"/>
              </a:lnSpc>
              <a:spcBef>
                <a:spcPts val="0"/>
              </a:spcBef>
              <a:buClr>
                <a:schemeClr val="accent1"/>
              </a:buClr>
              <a:buFont typeface="Arial" panose="020B0604020202020204" pitchFamily="34" charset="0"/>
              <a:buChar char="•"/>
              <a:defRPr sz="1800" kern="1200">
                <a:solidFill>
                  <a:schemeClr val="tx1"/>
                </a:solidFill>
                <a:latin typeface="+mn-lt"/>
                <a:ea typeface="+mn-ea"/>
                <a:cs typeface="+mn-cs"/>
              </a:defRPr>
            </a:lvl2pPr>
            <a:lvl3pPr marL="540000" indent="-144000" algn="l" defTabSz="914400" rtl="0" eaLnBrk="1" latinLnBrk="0" hangingPunct="1">
              <a:lnSpc>
                <a:spcPct val="110000"/>
              </a:lnSpc>
              <a:spcBef>
                <a:spcPts val="0"/>
              </a:spcBef>
              <a:buClr>
                <a:schemeClr val="accent1"/>
              </a:buClr>
              <a:buFont typeface="Arial" panose="020B0604020202020204" pitchFamily="34" charset="0"/>
              <a:buChar char="•"/>
              <a:defRPr sz="1400" kern="1200">
                <a:solidFill>
                  <a:schemeClr val="tx1"/>
                </a:solidFill>
                <a:latin typeface="+mn-lt"/>
                <a:ea typeface="+mn-ea"/>
                <a:cs typeface="+mn-cs"/>
              </a:defRPr>
            </a:lvl3pPr>
            <a:lvl4pPr marL="900000" indent="-144000" algn="l" defTabSz="914400" rtl="0" eaLnBrk="1" latinLnBrk="0" hangingPunct="1">
              <a:lnSpc>
                <a:spcPct val="110000"/>
              </a:lnSpc>
              <a:spcBef>
                <a:spcPts val="0"/>
              </a:spcBef>
              <a:buClr>
                <a:schemeClr val="accent1"/>
              </a:buClr>
              <a:buFont typeface="Arial" panose="020B0604020202020204" pitchFamily="34" charset="0"/>
              <a:buChar char="•"/>
              <a:defRPr sz="1200" kern="1200">
                <a:solidFill>
                  <a:schemeClr val="tx1"/>
                </a:solidFill>
                <a:latin typeface="+mn-lt"/>
                <a:ea typeface="+mn-ea"/>
                <a:cs typeface="+mn-cs"/>
              </a:defRPr>
            </a:lvl4pPr>
            <a:lvl5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5pPr>
            <a:lvl6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6pPr>
            <a:lvl7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7pPr>
            <a:lvl8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8pPr>
            <a:lvl9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9pPr>
          </a:lstStyle>
          <a:p>
            <a:r>
              <a:rPr lang="de-DE" dirty="0">
                <a:solidFill>
                  <a:schemeClr val="accent1"/>
                </a:solidFill>
              </a:rPr>
              <a:t>Persona:</a:t>
            </a:r>
          </a:p>
        </p:txBody>
      </p:sp>
      <p:sp>
        <p:nvSpPr>
          <p:cNvPr id="40" name="TextBox 14">
            <a:extLst>
              <a:ext uri="{FF2B5EF4-FFF2-40B4-BE49-F238E27FC236}">
                <a16:creationId xmlns:a16="http://schemas.microsoft.com/office/drawing/2014/main" id="{F9187C70-8777-FC5D-F903-C0D702CD2A07}"/>
              </a:ext>
            </a:extLst>
          </p:cNvPr>
          <p:cNvSpPr txBox="1">
            <a:spLocks/>
          </p:cNvSpPr>
          <p:nvPr/>
        </p:nvSpPr>
        <p:spPr>
          <a:xfrm>
            <a:off x="6251577" y="1446256"/>
            <a:ext cx="5026020" cy="457479"/>
          </a:xfrm>
          <a:prstGeom prst="rect">
            <a:avLst/>
          </a:prstGeom>
          <a:noFill/>
          <a:extLst>
            <a:ext uri="{909E8E84-426E-40DD-AFC4-6F175D3DCCD1}">
              <a14:hiddenFill xmlns:a14="http://schemas.microsoft.com/office/drawing/2010/main">
                <a:solidFill>
                  <a:srgbClr val="FFFFFF"/>
                </a:solidFill>
              </a14:hiddenFill>
            </a:ext>
          </a:extLst>
        </p:spPr>
        <p:txBody>
          <a:bodyPr vert="horz" lIns="0" tIns="0" rIns="0" bIns="144000" rtlCol="0">
            <a:noAutofit/>
          </a:bodyPr>
          <a:lstStyle>
            <a:lvl1pPr marL="0" indent="0" algn="l" defTabSz="914400" rtl="0" eaLnBrk="1" latinLnBrk="0" hangingPunct="1">
              <a:lnSpc>
                <a:spcPct val="110000"/>
              </a:lnSpc>
              <a:spcBef>
                <a:spcPts val="0"/>
              </a:spcBef>
              <a:buClr>
                <a:schemeClr val="accent1"/>
              </a:buClr>
              <a:buFontTx/>
              <a:buNone/>
              <a:defRPr sz="1800" kern="1200">
                <a:solidFill>
                  <a:schemeClr val="tx1"/>
                </a:solidFill>
                <a:latin typeface="+mn-lt"/>
                <a:ea typeface="+mn-ea"/>
                <a:cs typeface="+mn-cs"/>
              </a:defRPr>
            </a:lvl1pPr>
            <a:lvl2pPr marL="144000" indent="-144000" algn="l" defTabSz="914400" rtl="0" eaLnBrk="1" latinLnBrk="0" hangingPunct="1">
              <a:lnSpc>
                <a:spcPct val="110000"/>
              </a:lnSpc>
              <a:spcBef>
                <a:spcPts val="0"/>
              </a:spcBef>
              <a:buClr>
                <a:schemeClr val="accent1"/>
              </a:buClr>
              <a:buFont typeface="Arial" panose="020B0604020202020204" pitchFamily="34" charset="0"/>
              <a:buChar char="•"/>
              <a:defRPr sz="1800" kern="1200">
                <a:solidFill>
                  <a:schemeClr val="tx1"/>
                </a:solidFill>
                <a:latin typeface="+mn-lt"/>
                <a:ea typeface="+mn-ea"/>
                <a:cs typeface="+mn-cs"/>
              </a:defRPr>
            </a:lvl2pPr>
            <a:lvl3pPr marL="540000" indent="-144000" algn="l" defTabSz="914400" rtl="0" eaLnBrk="1" latinLnBrk="0" hangingPunct="1">
              <a:lnSpc>
                <a:spcPct val="110000"/>
              </a:lnSpc>
              <a:spcBef>
                <a:spcPts val="0"/>
              </a:spcBef>
              <a:buClr>
                <a:schemeClr val="accent1"/>
              </a:buClr>
              <a:buFont typeface="Arial" panose="020B0604020202020204" pitchFamily="34" charset="0"/>
              <a:buChar char="•"/>
              <a:defRPr sz="1400" kern="1200">
                <a:solidFill>
                  <a:schemeClr val="tx1"/>
                </a:solidFill>
                <a:latin typeface="+mn-lt"/>
                <a:ea typeface="+mn-ea"/>
                <a:cs typeface="+mn-cs"/>
              </a:defRPr>
            </a:lvl3pPr>
            <a:lvl4pPr marL="900000" indent="-144000" algn="l" defTabSz="914400" rtl="0" eaLnBrk="1" latinLnBrk="0" hangingPunct="1">
              <a:lnSpc>
                <a:spcPct val="110000"/>
              </a:lnSpc>
              <a:spcBef>
                <a:spcPts val="0"/>
              </a:spcBef>
              <a:buClr>
                <a:schemeClr val="accent1"/>
              </a:buClr>
              <a:buFont typeface="Arial" panose="020B0604020202020204" pitchFamily="34" charset="0"/>
              <a:buChar char="•"/>
              <a:defRPr sz="1200" kern="1200">
                <a:solidFill>
                  <a:schemeClr val="tx1"/>
                </a:solidFill>
                <a:latin typeface="+mn-lt"/>
                <a:ea typeface="+mn-ea"/>
                <a:cs typeface="+mn-cs"/>
              </a:defRPr>
            </a:lvl4pPr>
            <a:lvl5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5pPr>
            <a:lvl6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6pPr>
            <a:lvl7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7pPr>
            <a:lvl8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8pPr>
            <a:lvl9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9pPr>
          </a:lstStyle>
          <a:p>
            <a:r>
              <a:rPr lang="de-DE" dirty="0" err="1">
                <a:solidFill>
                  <a:schemeClr val="accent1"/>
                </a:solidFill>
              </a:rPr>
              <a:t>Usage</a:t>
            </a:r>
            <a:r>
              <a:rPr lang="de-DE" dirty="0">
                <a:solidFill>
                  <a:schemeClr val="accent1"/>
                </a:solidFill>
              </a:rPr>
              <a:t> Scenario:</a:t>
            </a:r>
          </a:p>
        </p:txBody>
      </p:sp>
      <p:cxnSp>
        <p:nvCxnSpPr>
          <p:cNvPr id="38" name="Gerade Verbindung 40">
            <a:extLst>
              <a:ext uri="{FF2B5EF4-FFF2-40B4-BE49-F238E27FC236}">
                <a16:creationId xmlns:a16="http://schemas.microsoft.com/office/drawing/2014/main" id="{FF9887EF-FBF3-AB64-07C2-69B6D502FCC6}"/>
              </a:ext>
            </a:extLst>
          </p:cNvPr>
          <p:cNvCxnSpPr>
            <a:cxnSpLocks/>
          </p:cNvCxnSpPr>
          <p:nvPr/>
        </p:nvCxnSpPr>
        <p:spPr>
          <a:xfrm>
            <a:off x="4224989" y="3412574"/>
            <a:ext cx="0" cy="191771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Gerader Verbinder 18">
            <a:extLst>
              <a:ext uri="{FF2B5EF4-FFF2-40B4-BE49-F238E27FC236}">
                <a16:creationId xmlns:a16="http://schemas.microsoft.com/office/drawing/2014/main" id="{D01BACD5-2D40-CEEA-245C-D5458CD78586}"/>
              </a:ext>
            </a:extLst>
          </p:cNvPr>
          <p:cNvCxnSpPr/>
          <p:nvPr/>
        </p:nvCxnSpPr>
        <p:spPr>
          <a:xfrm>
            <a:off x="3954989" y="5490429"/>
            <a:ext cx="540000" cy="0"/>
          </a:xfrm>
          <a:prstGeom prst="line">
            <a:avLst/>
          </a:prstGeom>
          <a:ln>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42" name="Gerade Verbindung 40">
            <a:extLst>
              <a:ext uri="{FF2B5EF4-FFF2-40B4-BE49-F238E27FC236}">
                <a16:creationId xmlns:a16="http://schemas.microsoft.com/office/drawing/2014/main" id="{0DDB03D9-2835-F06D-D07D-A1B7F6A81BEC}"/>
              </a:ext>
            </a:extLst>
          </p:cNvPr>
          <p:cNvCxnSpPr>
            <a:cxnSpLocks/>
          </p:cNvCxnSpPr>
          <p:nvPr/>
        </p:nvCxnSpPr>
        <p:spPr>
          <a:xfrm>
            <a:off x="4224989" y="5673174"/>
            <a:ext cx="0" cy="502105"/>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Gerade Verbindung 40">
            <a:extLst>
              <a:ext uri="{FF2B5EF4-FFF2-40B4-BE49-F238E27FC236}">
                <a16:creationId xmlns:a16="http://schemas.microsoft.com/office/drawing/2014/main" id="{8DB97BBC-78C2-5C1A-66AA-6F64199067DB}"/>
              </a:ext>
            </a:extLst>
          </p:cNvPr>
          <p:cNvCxnSpPr>
            <a:cxnSpLocks/>
          </p:cNvCxnSpPr>
          <p:nvPr/>
        </p:nvCxnSpPr>
        <p:spPr>
          <a:xfrm>
            <a:off x="7968602" y="3412574"/>
            <a:ext cx="0" cy="191771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Gerader Verbinder 23">
            <a:extLst>
              <a:ext uri="{FF2B5EF4-FFF2-40B4-BE49-F238E27FC236}">
                <a16:creationId xmlns:a16="http://schemas.microsoft.com/office/drawing/2014/main" id="{437D29FE-E8B8-C3FD-A342-2E690E5AB456}"/>
              </a:ext>
            </a:extLst>
          </p:cNvPr>
          <p:cNvCxnSpPr/>
          <p:nvPr/>
        </p:nvCxnSpPr>
        <p:spPr>
          <a:xfrm>
            <a:off x="7698602" y="5490429"/>
            <a:ext cx="540000" cy="0"/>
          </a:xfrm>
          <a:prstGeom prst="line">
            <a:avLst/>
          </a:prstGeom>
          <a:ln>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45" name="Gerade Verbindung 40">
            <a:extLst>
              <a:ext uri="{FF2B5EF4-FFF2-40B4-BE49-F238E27FC236}">
                <a16:creationId xmlns:a16="http://schemas.microsoft.com/office/drawing/2014/main" id="{A50A8A8F-038D-7242-1BD9-4D6745D92CF9}"/>
              </a:ext>
            </a:extLst>
          </p:cNvPr>
          <p:cNvCxnSpPr>
            <a:cxnSpLocks/>
          </p:cNvCxnSpPr>
          <p:nvPr/>
        </p:nvCxnSpPr>
        <p:spPr>
          <a:xfrm>
            <a:off x="7968602" y="5673174"/>
            <a:ext cx="0" cy="502105"/>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ußzeilenplatzhalter 1">
            <a:extLst>
              <a:ext uri="{FF2B5EF4-FFF2-40B4-BE49-F238E27FC236}">
                <a16:creationId xmlns:a16="http://schemas.microsoft.com/office/drawing/2014/main" id="{B208662D-2FDE-1C60-D6BB-F4977C7A9287}"/>
              </a:ext>
            </a:extLst>
          </p:cNvPr>
          <p:cNvSpPr txBox="1">
            <a:spLocks/>
          </p:cNvSpPr>
          <p:nvPr/>
        </p:nvSpPr>
        <p:spPr>
          <a:xfrm>
            <a:off x="841375" y="6533500"/>
            <a:ext cx="7884000" cy="162092"/>
          </a:xfrm>
          <a:prstGeom prst="rect">
            <a:avLst/>
          </a:prstGeom>
        </p:spPr>
        <p:txBody>
          <a:bodyPr vert="horz" lIns="0" tIns="0" rIns="0" bIns="0" rtlCol="0" anchor="ctr" anchorCtr="0"/>
          <a:lstStyle>
            <a:defPPr>
              <a:defRPr lang="de-DE"/>
            </a:defPPr>
            <a:lvl1pPr marL="7200" indent="-7200" algn="r" defTabSz="914400" rtl="0" eaLnBrk="1" latinLnBrk="0" hangingPunct="1">
              <a:lnSpc>
                <a:spcPct val="100000"/>
              </a:lnSpc>
              <a:spcBef>
                <a:spcPts val="0"/>
              </a:spcBef>
              <a:buClr>
                <a:schemeClr val="accent1"/>
              </a:buClr>
              <a:buFontTx/>
              <a:buNone/>
              <a:defRPr sz="1000" kern="1200">
                <a:solidFill>
                  <a:srgbClr val="6F6F6F"/>
                </a:solidFill>
                <a:latin typeface="+mn-lt"/>
                <a:ea typeface="+mn-ea"/>
                <a:cs typeface="+mn-cs"/>
              </a:defRPr>
            </a:lvl1pPr>
            <a:lvl2pPr marL="144000" indent="-144000" algn="l" defTabSz="914400" rtl="0" eaLnBrk="1" latinLnBrk="0" hangingPunct="1">
              <a:lnSpc>
                <a:spcPct val="110000"/>
              </a:lnSpc>
              <a:spcBef>
                <a:spcPts val="0"/>
              </a:spcBef>
              <a:buClr>
                <a:schemeClr val="accent1"/>
              </a:buClr>
              <a:buFont typeface="Arial" panose="020B0604020202020204" pitchFamily="34" charset="0"/>
              <a:buChar char="•"/>
              <a:defRPr sz="1800" kern="1200">
                <a:solidFill>
                  <a:schemeClr val="tx1"/>
                </a:solidFill>
                <a:latin typeface="+mn-lt"/>
                <a:ea typeface="+mn-ea"/>
                <a:cs typeface="+mn-cs"/>
              </a:defRPr>
            </a:lvl2pPr>
            <a:lvl3pPr marL="540000" indent="-144000" algn="l" defTabSz="914400" rtl="0" eaLnBrk="1" latinLnBrk="0" hangingPunct="1">
              <a:lnSpc>
                <a:spcPct val="110000"/>
              </a:lnSpc>
              <a:spcBef>
                <a:spcPts val="0"/>
              </a:spcBef>
              <a:buClr>
                <a:schemeClr val="accent1"/>
              </a:buClr>
              <a:buFont typeface="Arial" panose="020B0604020202020204" pitchFamily="34" charset="0"/>
              <a:buChar char="•"/>
              <a:defRPr sz="1400" kern="1200">
                <a:solidFill>
                  <a:schemeClr val="tx1"/>
                </a:solidFill>
                <a:latin typeface="+mn-lt"/>
                <a:ea typeface="+mn-ea"/>
                <a:cs typeface="+mn-cs"/>
              </a:defRPr>
            </a:lvl3pPr>
            <a:lvl4pPr marL="900000" indent="-144000" algn="l" defTabSz="914400" rtl="0" eaLnBrk="1" latinLnBrk="0" hangingPunct="1">
              <a:lnSpc>
                <a:spcPct val="110000"/>
              </a:lnSpc>
              <a:spcBef>
                <a:spcPts val="0"/>
              </a:spcBef>
              <a:buClr>
                <a:schemeClr val="accent1"/>
              </a:buClr>
              <a:buFont typeface="Arial" panose="020B0604020202020204" pitchFamily="34" charset="0"/>
              <a:buChar char="•"/>
              <a:defRPr sz="1200" kern="1200">
                <a:solidFill>
                  <a:schemeClr val="tx1"/>
                </a:solidFill>
                <a:latin typeface="+mn-lt"/>
                <a:ea typeface="+mn-ea"/>
                <a:cs typeface="+mn-cs"/>
              </a:defRPr>
            </a:lvl4pPr>
            <a:lvl5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5pPr>
            <a:lvl6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6pPr>
            <a:lvl7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7pPr>
            <a:lvl8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8pPr>
            <a:lvl9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9pPr>
          </a:lstStyle>
          <a:p>
            <a:pPr algn="l"/>
            <a:r>
              <a:rPr lang="de-DE" dirty="0"/>
              <a:t>© </a:t>
            </a:r>
            <a:r>
              <a:rPr lang="de-DE" dirty="0" err="1"/>
              <a:t>msg</a:t>
            </a:r>
            <a:r>
              <a:rPr lang="de-DE" dirty="0"/>
              <a:t> </a:t>
            </a:r>
            <a:r>
              <a:rPr lang="de-DE" dirty="0" err="1"/>
              <a:t>systems</a:t>
            </a:r>
            <a:r>
              <a:rPr lang="de-DE" dirty="0"/>
              <a:t> </a:t>
            </a:r>
            <a:r>
              <a:rPr lang="de-DE" dirty="0" err="1"/>
              <a:t>ag</a:t>
            </a:r>
            <a:r>
              <a:rPr lang="de-DE" dirty="0"/>
              <a:t> | 2026 | User Experience Templates – Storyboard </a:t>
            </a:r>
            <a:r>
              <a:rPr lang="de-DE" dirty="0">
                <a:hlinkClick r:id="rId3"/>
              </a:rPr>
              <a:t>https://user-experience-methods.com/en/02_define/storyboard.html</a:t>
            </a:r>
            <a:r>
              <a:rPr lang="de-DE" dirty="0"/>
              <a:t>  </a:t>
            </a:r>
          </a:p>
        </p:txBody>
      </p:sp>
    </p:spTree>
    <p:extLst>
      <p:ext uri="{BB962C8B-B14F-4D97-AF65-F5344CB8AC3E}">
        <p14:creationId xmlns:p14="http://schemas.microsoft.com/office/powerpoint/2010/main" val="2042714305"/>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MIO_HDS" val="True"/>
  <p:tag name="MIO_SKIPVERSION" val="01.01.0001 00:00:00"/>
  <p:tag name="MIO_UPDATE" val="True"/>
  <p:tag name="MIO_FALLBACK_LAYOUT" val="9"/>
  <p:tag name="MIO_SHOW_DATE" val="True"/>
  <p:tag name="MIO_SHOW_FOOTER" val="True"/>
  <p:tag name="MIO_SHOW_PAGENUMBER" val="True"/>
  <p:tag name="MIO_AVOID_BLANK_LAYOUT" val="True"/>
  <p:tag name="MIO_CD_LAYOUT_VALID_AREA" val="True"/>
  <p:tag name="MIO_EMBED_FONT" val="False"/>
  <p:tag name="MIO_MATCH_COLOR_SCHEME" val="True"/>
  <p:tag name="MIO_NUMBER_OF_VALID_LAYOUTS" val="25"/>
  <p:tag name="MIO_EKGUID" val="44c94c4d-922e-43eb-a803-f33da24e4369"/>
  <p:tag name="MIO_DBID" val="0F45B44C-9BC7-4D85-81C4-7155EE70A7B9"/>
  <p:tag name="MIO_VERSION" val="09.05.2025 06:51:59"/>
  <p:tag name="MIO_OBJECTNAME" val="msg systems (grün)"/>
  <p:tag name="MIO_CONTENTTAG" val="bOIrMQsCCkuYAj2+8iM/aQ=="/>
  <p:tag name="MIO_LASTDOWNLOADED" val="14.01.2026 12:52:15.923"/>
  <p:tag name="MIO_CDID" val="6b9de737-e1f2-41bb-b3fb-d651211a689c"/>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MIO_PLACEHOLDER_MAPPING" val="msg MasterMIOPlaceholderMapping.Titelfolie grünMIOPlaceholderMapping.1MIOPlaceholderMapping.Title 1MIOPlaceholderMapping.0MIOPlaceholderMapping-msg_MasterMIOPlaceholderMapping.TitelfolieMIOPlaceholderMapping.1MIOPlaceholderMapping.Title 1MIOPlaceholderMapping.0MIOPlaceholderMapping;msg MasterMIOPlaceholderMapping.Titelfolie grünMIOPlaceholderMapping.1MIOPlaceholderMapping.Subtitle 2MIOPlaceholderMapping.1MIOPlaceholderMapping-msg_MasterMIOPlaceholderMapping.TitelfolieMIOPlaceholderMapping.1MIOPlaceholderMapping.Text Placeholder 27MIOPlaceholderMapping.10MIOPlaceholderMapping;msg MasterMIOPlaceholderMapping.Titelfolie grünMIOPlaceholderMapping.1MIOPlaceholderMapping-msg_MasterMIOPlaceholderMapping.TitelfolieMIOPlaceholderMapping.1MIOPlaceholderMapping;msg MasterMIOPlaceholderMapping.Titelfolie rotMIOPlaceholderMapping.2MIOPlaceholderMapping.Title 1MIOPlaceholderMapping.0MIOPlaceholderMapping-msg_MasterMIOPlaceholderMapping.TitelfolieMIOPlaceholderMapping.1MIOPlaceholderMapping.Title 1MIOPlaceholderMapping.0MIOPlaceholderMapping;msg MasterMIOPlaceholderMapping.Titelfolie rotMIOPlaceholderMapping.2MIOPlaceholderMapping.Subtitle 2MIOPlaceholderMapping.1MIOPlaceholderMapping-msg_MasterMIOPlaceholderMapping.TitelfolieMIOPlaceholderMapping.1MIOPlaceholderMapping.Text Placeholder 27MIOPlaceholderMapping.10MIOPlaceholderMapping;msg MasterMIOPlaceholderMapping.Titelfolie rotMIOPlaceholderMapping.2MIOPlaceholderMapping-msg_MasterMIOPlaceholderMapping.TitelfolieMIOPlaceholderMapping.1MIOPlaceholderMapping;msg MasterMIOPlaceholderMapping.Titelfolie lilaMIOPlaceholderMapping.3MIOPlaceholderMapping.Title 1MIOPlaceholderMapping.0MIOPlaceholderMapping-msg_MasterMIOPlaceholderMapping.TitelfolieMIOPlaceholderMapping.1MIOPlaceholderMapping.Title 1MIOPlaceholderMapping.0MIOPlaceholderMapping;msg MasterMIOPlaceholderMapping.Titelfolie lilaMIOPlaceholderMapping.3MIOPlaceholderMapping.Subtitle 2MIOPlaceholderMapping.1MIOPlaceholderMapping-msg_MasterMIOPlaceholderMapping.TitelfolieMIOPlaceholderMapping.1MIOPlaceholderMapping.Text Placeholder 27MIOPlaceholderMapping.10MIOPlaceholderMapping;msg MasterMIOPlaceholderMapping.Titelfolie lilaMIOPlaceholderMapping.3MIOPlaceholderMapping-msg_MasterMIOPlaceholderMapping.TitelfolieMIOPlaceholderMapping.1MIOPlaceholderMapping;msg MasterMIOPlaceholderMapping.Titelfolie gelbMIOPlaceholderMapping.4MIOPlaceholderMapping.Title 1MIOPlaceholderMapping.0MIOPlaceholderMapping-msg_MasterMIOPlaceholderMapping.TitelfolieMIOPlaceholderMapping.1MIOPlaceholderMapping.Title 1MIOPlaceholderMapping.0MIOPlaceholderMapping;msg MasterMIOPlaceholderMapping.Titelfolie gelbMIOPlaceholderMapping.4MIOPlaceholderMapping.Subtitle 2MIOPlaceholderMapping.1MIOPlaceholderMapping-msg_MasterMIOPlaceholderMapping.TitelfolieMIOPlaceholderMapping.1MIOPlaceholderMapping.Text Placeholder 27MIOPlaceholderMapping.10MIOPlaceholderMapping;msg MasterMIOPlaceholderMapping.Titelfolie gelbMIOPlaceholderMapping.4MIOPlaceholderMapping-msg_MasterMIOPlaceholderMapping.TitelfolieMIOPlaceholderMapping.1"/>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MIO_PLACEHOLDER_MAPPING" val="msg MasterMIOPlaceholderMapping.Bild rund rechts 1MIOPlaceholderMapping.5MIOPlaceholderMapping.Title 18MIOPlaceholderMapping.0MIOPlaceholderMapping-msg_MasterMIOPlaceholderMapping.KapitelMIOPlaceholderMapping.5MIOPlaceholderMapping.Textplatzhalter TitelMIOPlaceholderMapping.0MIOPlaceholderMapping;msg MasterMIOPlaceholderMapping.Bild rund rechts 1MIOPlaceholderMapping.5MIOPlaceholderMapping.Inhaltsplatzhalter 2MIOPlaceholderMapping.16MIOPlaceholderMapping-msg_MasterMIOPlaceholderMapping.KapitelMIOPlaceholderMapping.5MIOPlaceholderMapping.Textplatzhalter SubtitleMIOPlaceholderMapping.12MIOPlaceholderMapping;msg MasterMIOPlaceholderMapping.Bild rund rechts 1MIOPlaceholderMapping.5MIOPlaceholderMapping.Picture Placeholder 37MIOPlaceholderMapping.14MIOPlaceholderMapping-msg_MasterMIOPlaceholderMapping.KapitelMIOPlaceholderMapping.5MIOPlaceholderMapping.BildplatzhalterMIOPlaceholderMapping.13MIOPlaceholderMapping;msg MasterMIOPlaceholderMapping.Bild rund rechts 1MIOPlaceholderMapping.5MIOPlaceholderMapping-msg_MasterMIOPlaceholderMapping.KapitelMIOPlaceholderMapping.5MIOPlaceholderMapping;msg MasterMIOPlaceholderMapping.Bild rund rechts 2MIOPlaceholderMapping.6MIOPlaceholderMapping.Titel 18MIOPlaceholderMapping.0MIOPlaceholderMapping-msg_MasterMIOPlaceholderMapping.KapitelMIOPlaceholderMapping.5MIOPlaceholderMapping.Textplatzhalter TitelMIOPlaceholderMapping.0MIOPlaceholderMapping;msg MasterMIOPlaceholderMapping.Bild rund rechts 2MIOPlaceholderMapping.6MIOPlaceholderMapping.Inhaltsplatzhalter 2MIOPlaceholderMapping.16MIOPlaceholderMapping-msg_MasterMIOPlaceholderMapping.KapitelMIOPlaceholderMapping.5MIOPlaceholderMapping.Textplatzhalter SubtitleMIOPlaceholderMapping.12MIOPlaceholderMapping;msg MasterMIOPlaceholderMapping.Bild rund rechts 2MIOPlaceholderMapping.6MIOPlaceholderMapping.Picture Placeholder 19MIOPlaceholderMapping.14MIOPlaceholderMapping-msg_MasterMIOPlaceholderMapping.KapitelMIOPlaceholderMapping.5MIOPlaceholderMapping.BildplatzhalterMIOPlaceholderMapping.13MIOPlaceholderMapping;msg MasterMIOPlaceholderMapping.Bild rund rechts 2MIOPlaceholderMapping.6MIOPlaceholderMapping-msg_MasterMIOPlaceholderMapping.KapitelMIOPlaceholderMapping.5"/>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MIO_PLACEHOLDER_MAPPING" val="msg MasterMIOPlaceholderMapping.InhaltsfolieMIOPlaceholderMapping.7MIOPlaceholderMapping.Textplatzhalter 2MIOPlaceholderMapping.13MIOPlaceholderMapping-msg_MasterMIOPlaceholderMapping.Titel und InhaltMIOPlaceholderMapping.8MIOPlaceholderMapping.Text Placeholder 11MIOPlaceholderMapping.12MIOPlaceholderMapping;msg MasterMIOPlaceholderMapping.InhaltsfolieMIOPlaceholderMapping.7MIOPlaceholderMapping.Title 3MIOPlaceholderMapping.0MIOPlaceholderMapping-msg_MasterMIOPlaceholderMapping.Titel und InhaltMIOPlaceholderMapping.8MIOPlaceholderMapping.Title 1MIOPlaceholderMapping.0MIOPlaceholderMapping;msg MasterMIOPlaceholderMapping.InhaltsfolieMIOPlaceholderMapping.7MIOPlaceholderMapping.Content Placeholder 2MIOPlaceholderMapping.1MIOPlaceholderMapping-msg_MasterMIOPlaceholderMapping.Titel und InhaltMIOPlaceholderMapping.8MIOPlaceholderMapping.Content Placeholder 2MIOPlaceholderMapping.1MIOPlaceholderMapping;msg MasterMIOPlaceholderMapping.InhaltsfolieMIOPlaceholderMapping.7MIOPlaceholderMapping-msg_MasterMIOPlaceholderMapping.Titel und InhaltMIOPlaceholderMapping.8MIOPlaceholderMapping;msg MasterMIOPlaceholderMapping.Inhaltsfolie 1MIOPlaceholderMapping.8MIOPlaceholderMapping.Textplatzhalter 2MIOPlaceholderMapping.13MIOPlaceholderMapping-msg_MasterMIOPlaceholderMapping.Titel und InhaltMIOPlaceholderMapping.8MIOPlaceholderMapping.Text Placeholder 11MIOPlaceholderMapping.12MIOPlaceholderMapping;msg MasterMIOPlaceholderMapping.Inhaltsfolie 1MIOPlaceholderMapping.8MIOPlaceholderMapping.Title 5MIOPlaceholderMapping.0MIOPlaceholderMapping-msg_MasterMIOPlaceholderMapping.Titel und InhaltMIOPlaceholderMapping.8MIOPlaceholderMapping.Title 1MIOPlaceholderMapping.0MIOPlaceholderMapping;msg MasterMIOPlaceholderMapping.Inhaltsfolie 1MIOPlaceholderMapping.8MIOPlaceholderMapping.Content Placeholder 8MIOPlaceholderMapping.15MIOPlaceholderMapping-msg_MasterMIOPlaceholderMapping.Titel und InhaltMIOPlaceholderMapping.8MIOPlaceholderMapping.Content Placeholder 2MIOPlaceholderMapping.1MIOPlaceholderMapping;msg MasterMIOPlaceholderMapping.Inhaltsfolie 1MIOPlaceholderMapping.8MIOPlaceholderMapping-msg_MasterMIOPlaceholderMapping.Titel und InhaltMIOPlaceholderMapping.8MIOPlaceholderMapping;msg MasterMIOPlaceholderMapping.Inhaltsfolie 2MIOPlaceholderMapping.9MIOPlaceholderMapping.Textplatzhalter 2MIOPlaceholderMapping.13MIOPlaceholderMapping-msg_MasterMIOPlaceholderMapping.Titel und InhaltMIOPlaceholderMapping.8MIOPlaceholderMapping.Text Placeholder 11MIOPlaceholderMapping.12MIOPlaceholderMapping;msg MasterMIOPlaceholderMapping.Inhaltsfolie 2MIOPlaceholderMapping.9MIOPlaceholderMapping.Title 11MIOPlaceholderMapping.0MIOPlaceholderMapping-msg_MasterMIOPlaceholderMapping.Titel und InhaltMIOPlaceholderMapping.8MIOPlaceholderMapping.Title 1MIOPlaceholderMapping.0MIOPlaceholderMapping;msg MasterMIOPlaceholderMapping.Inhaltsfolie 2MIOPlaceholderMapping.9MIOPlaceholderMapping.Inhaltsplatzhalter 8MIOPlaceholderMapping.15MIOPlaceholderMapping-msg_MasterMIOPlaceholderMapping.Titel und InhaltMIOPlaceholderMapping.8MIOPlaceholderMapping.Content Placeholder 2MIOPlaceholderMapping.1MIOPlaceholderMapping;msg MasterMIOPlaceholderMapping.Inhaltsfolie 2MIOPlaceholderMapping.9MIOPlaceholderMapping-msg_MasterMIOPlaceholderMapping.Titel und InhaltMIOPlaceholderMapping.8MIOPlaceholderMapping;msg MasterMIOPlaceholderMapping.Inhaltsfolie, 1 TextspalteMIOPlaceholderMapping.11MIOPlaceholderMapping.Textplatzhalter 2MIOPlaceholderMapping.13MIOPlaceholderMapping-msg_MasterMIOPlaceholderMapping.Titel und InhaltMIOPlaceholderMapping.8MIOPlaceholderMapping.Text Placeholder 11MIOPlaceholderMapping.12MIOPlaceholderMapping;msg MasterMIOPlaceholderMapping.Inhaltsfolie, 1 TextspalteMIOPlaceholderMapping.11MIOPlaceholderMapping.Title 2MIOPlaceholderMapping.0MIOPlaceholderMapping-msg_MasterMIOPlaceholderMapping.Titel und InhaltMIOPlaceholderMapping.8MIOPlaceholderMapping.Title 1MIOPlaceholderMapping.0MIOPlaceholderMapping;msg MasterMIOPlaceholderMapping.Inhaltsfolie, 1 TextspalteMIOPlaceholderMapping.11MIOPlaceholderMapping.Content Placeholder 8MIOPlaceholderMapping.16MIOPlaceholderMapping-msg_MasterMIOPlaceholderMapping.Titel und InhaltMIOPlaceholderMapping.8MIOPlaceholderMapping.Content Placeholder 2MIOPlaceholderMapping.1MIOPlaceholderMapping;msg MasterMIOPlaceholderMapping.Inhaltsfolie, 1 TextspalteMIOPlaceholderMapping.11MIOPlaceholderMapping-msg_MasterMIOPlaceholderMapping.Titel und InhaltMIOPlaceholderMapping.8MIOPlaceholderMapping;msg MasterMIOPlaceholderMapping.Kreis mit Text rechtsMIOPlaceholderMapping.20MIOPlaceholderMapping.Titel 1MIOPlaceholderMapping.0MIOPlaceholderMapping-msg_MasterMIOPlaceholderMapping.Titel und InhaltMIOPlaceholderMapping.8MIOPlaceholderMapping.Title 1MIOPlaceholderMapping.0MIOPlaceholderMapping;msg MasterMIOPlaceholderMapping.Kreis mit Text rechtsMIOPlaceholderMapping.20MIOPlaceholderMapping.Inhaltsplatzhalter 2MIOPlaceholderMapping.17MIOPlaceholderMapping-msg_MasterMIOPlaceholderMapping.Titel und InhaltMIOPlaceholderMapping.8MIOPlaceholderMapping.Content Placeholder 2MIOPlaceholderMapping.1MIOPlaceholderMapping;msg MasterMIOPlaceholderMapping.Kreis mit Text rechtsMIOPlaceholderMapping.20MIOPlaceholderMapping-msg_MasterMIOPlaceholderMapping.Titel und InhaltMIOPlaceholderMapping.8"/>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MIO_PLACEHOLDER_MAPPING" val="msg MasterMIOPlaceholderMapping.Inhaltsfolie, Nur TitelMIOPlaceholderMapping.12MIOPlaceholderMapping.Textplatzhalter 2MIOPlaceholderMapping.13MIOPlaceholderMapping-msg_MasterMIOPlaceholderMapping.Nur TitelMIOPlaceholderMapping.9MIOPlaceholderMapping.Text Placeholder 11MIOPlaceholderMapping.12MIOPlaceholderMapping;msg MasterMIOPlaceholderMapping.Inhaltsfolie, Nur TitelMIOPlaceholderMapping.12MIOPlaceholderMapping.Title 2MIOPlaceholderMapping.0MIOPlaceholderMapping-msg_MasterMIOPlaceholderMapping.Nur TitelMIOPlaceholderMapping.9MIOPlaceholderMapping.Title 1MIOPlaceholderMapping.0MIOPlaceholderMapping;msg MasterMIOPlaceholderMapping.Inhaltsfolie, Nur TitelMIOPlaceholderMapping.12MIOPlaceholderMapping-msg_MasterMIOPlaceholderMapping.Nur TitelMIOPlaceholderMapping.9MIOPlaceholderMapping;msg MasterMIOPlaceholderMapping.Prozess mit 3 BildernMIOPlaceholderMapping.24MIOPlaceholderMapping.Textplatzhalter 2MIOPlaceholderMapping.13MIOPlaceholderMapping-msg_MasterMIOPlaceholderMapping.Nur TitelMIOPlaceholderMapping.9MIOPlaceholderMapping.Text Placeholder 11MIOPlaceholderMapping.12MIOPlaceholderMapping;msg MasterMIOPlaceholderMapping.Prozess mit 3 BildernMIOPlaceholderMapping.24MIOPlaceholderMapping.Title 2MIOPlaceholderMapping.0MIOPlaceholderMapping-msg_MasterMIOPlaceholderMapping.Nur TitelMIOPlaceholderMapping.9MIOPlaceholderMapping.Title 1MIOPlaceholderMapping.0MIOPlaceholderMapping;msg MasterMIOPlaceholderMapping.Prozess mit 3 BildernMIOPlaceholderMapping.24MIOPlaceholderMapping-msg_MasterMIOPlaceholderMapping.Nur TitelMIOPlaceholderMapping.9MIOPlaceholderMapping;msg MasterMIOPlaceholderMapping.10 BilderMIOPlaceholderMapping.25MIOPlaceholderMapping.Textplatzhalter 2MIOPlaceholderMapping.13MIOPlaceholderMapping-msg_MasterMIOPlaceholderMapping.Nur TitelMIOPlaceholderMapping.9MIOPlaceholderMapping.Text Placeholder 11MIOPlaceholderMapping.12MIOPlaceholderMapping;msg MasterMIOPlaceholderMapping.10 BilderMIOPlaceholderMapping.25MIOPlaceholderMapping.Title 2MIOPlaceholderMapping.0MIOPlaceholderMapping-msg_MasterMIOPlaceholderMapping.Nur TitelMIOPlaceholderMapping.9MIOPlaceholderMapping.Title 1MIOPlaceholderMapping.0MIOPlaceholderMapping;msg MasterMIOPlaceholderMapping.10 BilderMIOPlaceholderMapping.25MIOPlaceholderMapping-msg_MasterMIOPlaceholderMapping.Nur TitelMIOPlaceholderMapping.9MIOPlaceholderMapping;msg MasterMIOPlaceholderMapping.BranchenMIOPlaceholderMapping.26MIOPlaceholderMapping.Textplatzhalter 2MIOPlaceholderMapping.13MIOPlaceholderMapping-msg_MasterMIOPlaceholderMapping.Nur TitelMIOPlaceholderMapping.9MIOPlaceholderMapping.Text Placeholder 11MIOPlaceholderMapping.12MIOPlaceholderMapping;msg MasterMIOPlaceholderMapping.BranchenMIOPlaceholderMapping.26MIOPlaceholderMapping.Title 2MIOPlaceholderMapping.0MIOPlaceholderMapping-msg_MasterMIOPlaceholderMapping.Nur TitelMIOPlaceholderMapping.9MIOPlaceholderMapping.Title 1MIOPlaceholderMapping.0MIOPlaceholderMapping;msg MasterMIOPlaceholderMapping.BranchenMIOPlaceholderMapping.26MIOPlaceholderMapping-msg_MasterMIOPlaceholderMapping.Nur TitelMIOPlaceholderMapping.9"/>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MIO_PLACEHOLDER_MAPPING" val="msg MasterMIOPlaceholderMapping.Inhaltsfolie, 2 TextspaltenMIOPlaceholderMapping.10MIOPlaceholderMapping.Textplatzhalter 2MIOPlaceholderMapping.15MIOPlaceholderMapping-msg_MasterMIOPlaceholderMapping.2 SpaltenMIOPlaceholderMapping.10MIOPlaceholderMapping.Text Placeholder 11MIOPlaceholderMapping.12MIOPlaceholderMapping;msg MasterMIOPlaceholderMapping.Inhaltsfolie, 2 TextspaltenMIOPlaceholderMapping.10MIOPlaceholderMapping.Title 2MIOPlaceholderMapping.0MIOPlaceholderMapping-msg_MasterMIOPlaceholderMapping.2 SpaltenMIOPlaceholderMapping.10MIOPlaceholderMapping.Title 1MIOPlaceholderMapping.0MIOPlaceholderMapping;msg MasterMIOPlaceholderMapping.Inhaltsfolie, 2 TextspaltenMIOPlaceholderMapping.10MIOPlaceholderMapping.Inhaltsplatzhalter 8MIOPlaceholderMapping.16MIOPlaceholderMapping-msg_MasterMIOPlaceholderMapping.2 SpaltenMIOPlaceholderMapping.10MIOPlaceholderMapping.Text Placeholder 4MIOPlaceholderMapping.13MIOPlaceholderMapping;msg MasterMIOPlaceholderMapping.Inhaltsfolie, 2 TextspaltenMIOPlaceholderMapping.10MIOPlaceholderMapping.Inhaltsplatzhalter 8MIOPlaceholderMapping.17MIOPlaceholderMapping-msg_MasterMIOPlaceholderMapping.2 SpaltenMIOPlaceholderMapping.10MIOPlaceholderMapping.Text Placeholder 6MIOPlaceholderMapping.14MIOPlaceholderMapping;msg MasterMIOPlaceholderMapping.Inhaltsfolie, 2 TextspaltenMIOPlaceholderMapping.10MIOPlaceholderMapping-msg_MasterMIOPlaceholderMapping.2 SpaltenMIOPlaceholderMapping.10"/>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MIO_PLACEHOLDER_MAPPING" val="msg MasterMIOPlaceholderMapping.Bild links, Text rechtsMIOPlaceholderMapping.13MIOPlaceholderMapping.Textplatzhalter 2MIOPlaceholderMapping.13MIOPlaceholderMapping-msg_MasterMIOPlaceholderMapping.Text und Bild 1MIOPlaceholderMapping.12MIOPlaceholderMapping.Text Placeholder 11MIOPlaceholderMapping.12MIOPlaceholderMapping;msg MasterMIOPlaceholderMapping.Bild links, Text rechtsMIOPlaceholderMapping.13MIOPlaceholderMapping.Title 2MIOPlaceholderMapping.0MIOPlaceholderMapping-msg_MasterMIOPlaceholderMapping.Text und Bild 1MIOPlaceholderMapping.12MIOPlaceholderMapping.Title 1MIOPlaceholderMapping.0MIOPlaceholderMapping;msg MasterMIOPlaceholderMapping.Bild links, Text rechtsMIOPlaceholderMapping.13MIOPlaceholderMapping.Bildplatzhalter 27MIOPlaceholderMapping.20MIOPlaceholderMapping-msg_MasterMIOPlaceholderMapping.Text und Bild 1MIOPlaceholderMapping.12MIOPlaceholderMapping.Picture Placeholder 90MIOPlaceholderMapping.14MIOPlaceholderMapping;msg MasterMIOPlaceholderMapping.Bild links, Text rechtsMIOPlaceholderMapping.13MIOPlaceholderMapping.Inhaltsplatzhalter 8MIOPlaceholderMapping.16MIOPlaceholderMapping-msg_MasterMIOPlaceholderMapping.Text und Bild 1MIOPlaceholderMapping.12MIOPlaceholderMapping.Text Placeholder 4MIOPlaceholderMapping.13MIOPlaceholderMapping;msg MasterMIOPlaceholderMapping.Bild links, Text rechtsMIOPlaceholderMapping.13MIOPlaceholderMapping-msg_MasterMIOPlaceholderMapping.Text und Bild 1MIOPlaceholderMapping.12MIOPlaceholderMapping;msg MasterMIOPlaceholderMapping.Bild links oben, Text rechtsMIOPlaceholderMapping.14MIOPlaceholderMapping.Title 1MIOPlaceholderMapping.0MIOPlaceholderMapping-msg_MasterMIOPlaceholderMapping.Text und Bild 1MIOPlaceholderMapping.12MIOPlaceholderMapping.Title 1MIOPlaceholderMapping.0MIOPlaceholderMapping;msg MasterMIOPlaceholderMapping.Bild links oben, Text rechtsMIOPlaceholderMapping.14MIOPlaceholderMapping.Inhaltsplatzhalter 8MIOPlaceholderMapping.16MIOPlaceholderMapping-msg_MasterMIOPlaceholderMapping.Text und Bild 1MIOPlaceholderMapping.12MIOPlaceholderMapping.Text Placeholder 4MIOPlaceholderMapping.13MIOPlaceholderMapping;msg MasterMIOPlaceholderMapping.Bild links oben, Text rechtsMIOPlaceholderMapping.14MIOPlaceholderMapping.Bildplatzhalter 27MIOPlaceholderMapping.20MIOPlaceholderMapping-msg_MasterMIOPlaceholderMapping.Text und Bild 1MIOPlaceholderMapping.12MIOPlaceholderMapping.Picture Placeholder 90MIOPlaceholderMapping.14MIOPlaceholderMapping;msg MasterMIOPlaceholderMapping.Bild links oben, Text rechtsMIOPlaceholderMapping.14MIOPlaceholderMapping-msg_MasterMIOPlaceholderMapping.Text und Bild 1MIOPlaceholderMapping.12MIOPlaceholderMapping;msg MasterMIOPlaceholderMapping.Rundes Bild links, Text rechtsMIOPlaceholderMapping.16MIOPlaceholderMapping.Title 1MIOPlaceholderMapping.0MIOPlaceholderMapping-msg_MasterMIOPlaceholderMapping.Text und Bild 1MIOPlaceholderMapping.12MIOPlaceholderMapping.Title 1MIOPlaceholderMapping.0MIOPlaceholderMapping;msg MasterMIOPlaceholderMapping.Rundes Bild links, Text rechtsMIOPlaceholderMapping.16MIOPlaceholderMapping.Inhaltsplatzhalter 8MIOPlaceholderMapping.16MIOPlaceholderMapping-msg_MasterMIOPlaceholderMapping.Text und Bild 1MIOPlaceholderMapping.12MIOPlaceholderMapping.Text Placeholder 4MIOPlaceholderMapping.13MIOPlaceholderMapping;msg MasterMIOPlaceholderMapping.Rundes Bild links, Text rechtsMIOPlaceholderMapping.16MIOPlaceholderMapping.Bildplatzhalter 64MIOPlaceholderMapping.13MIOPlaceholderMapping-msg_MasterMIOPlaceholderMapping.Text und Bild 1MIOPlaceholderMapping.12MIOPlaceholderMapping.Picture Placeholder 90MIOPlaceholderMapping.14MIOPlaceholderMapping;msg MasterMIOPlaceholderMapping.Rundes Bild links, Text rechtsMIOPlaceholderMapping.16MIOPlaceholderMapping-msg_MasterMIOPlaceholderMapping.Text und Bild 1MIOPlaceholderMapping.12MIOPlaceholderMapping;msg MasterMIOPlaceholderMapping.Bild links, Text rechts 2MIOPlaceholderMapping.17MIOPlaceholderMapping.Title 1MIOPlaceholderMapping.0MIOPlaceholderMapping-msg_MasterMIOPlaceholderMapping.Text und Bild 1MIOPlaceholderMapping.12MIOPlaceholderMapping.Title 1MIOPlaceholderMapping.0MIOPlaceholderMapping;msg MasterMIOPlaceholderMapping.Bild links, Text rechts 2MIOPlaceholderMapping.17MIOPlaceholderMapping.Inhaltsplatzhalter 2MIOPlaceholderMapping.17MIOPlaceholderMapping-msg_MasterMIOPlaceholderMapping.Text und Bild 1MIOPlaceholderMapping.12MIOPlaceholderMapping.Text Placeholder 4MIOPlaceholderMapping.13MIOPlaceholderMapping;msg MasterMIOPlaceholderMapping.Bild links, Text rechts 2MIOPlaceholderMapping.17MIOPlaceholderMapping.Bildplatzhalter 64MIOPlaceholderMapping.13MIOPlaceholderMapping-msg_MasterMIOPlaceholderMapping.Text und Bild 1MIOPlaceholderMapping.12MIOPlaceholderMapping.Picture Placeholder 90MIOPlaceholderMapping.14MIOPlaceholderMapping;msg MasterMIOPlaceholderMapping.Bild links, Text rechts 2MIOPlaceholderMapping.17MIOPlaceholderMapping-msg_MasterMIOPlaceholderMapping.Text und Bild 1MIOPlaceholderMapping.12"/>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MIO_PLACEHOLDER_MAPPING" val="msg MasterMIOPlaceholderMapping.Bild rechts unten, Text linksMIOPlaceholderMapping.15MIOPlaceholderMapping.Textplatzhalter 2MIOPlaceholderMapping.13MIOPlaceholderMapping-msg_MasterMIOPlaceholderMapping.Text und Bild 2MIOPlaceholderMapping.13MIOPlaceholderMapping.Text Placeholder 11MIOPlaceholderMapping.12MIOPlaceholderMapping;msg MasterMIOPlaceholderMapping.Bild rechts unten, Text linksMIOPlaceholderMapping.15MIOPlaceholderMapping.Title 2MIOPlaceholderMapping.0MIOPlaceholderMapping-msg_MasterMIOPlaceholderMapping.Text und Bild 2MIOPlaceholderMapping.13MIOPlaceholderMapping.Title 1MIOPlaceholderMapping.0MIOPlaceholderMapping;msg MasterMIOPlaceholderMapping.Bild rechts unten, Text linksMIOPlaceholderMapping.15MIOPlaceholderMapping.Inhaltsplatzhalter 8MIOPlaceholderMapping.16MIOPlaceholderMapping-msg_MasterMIOPlaceholderMapping.Text und Bild 2MIOPlaceholderMapping.13MIOPlaceholderMapping.Text Placeholder 4MIOPlaceholderMapping.13MIOPlaceholderMapping;msg MasterMIOPlaceholderMapping.Bild rechts unten, Text linksMIOPlaceholderMapping.15MIOPlaceholderMapping.Bildplatzhalter 14MIOPlaceholderMapping.20MIOPlaceholderMapping-msg_MasterMIOPlaceholderMapping.Text und Bild 2MIOPlaceholderMapping.13MIOPlaceholderMapping.Picture Placeholder 111MIOPlaceholderMapping.14MIOPlaceholderMapping;msg MasterMIOPlaceholderMapping.Bild rechts unten, Text linksMIOPlaceholderMapping.15MIOPlaceholderMapping-msg_MasterMIOPlaceholderMapping.Text und Bild 2MIOPlaceholderMapping.13MIOPlaceholderMapping;msg MasterMIOPlaceholderMapping.Bild rund rechts 3MIOPlaceholderMapping.27MIOPlaceholderMapping.Title 1MIOPlaceholderMapping.0MIOPlaceholderMapping-msg_MasterMIOPlaceholderMapping.Text und Bild 2MIOPlaceholderMapping.13MIOPlaceholderMapping.Title 1MIOPlaceholderMapping.0MIOPlaceholderMapping;msg MasterMIOPlaceholderMapping.Bild rund rechts 3MIOPlaceholderMapping.27MIOPlaceholderMapping.Inhaltsplatzhalter 2MIOPlaceholderMapping.17MIOPlaceholderMapping-msg_MasterMIOPlaceholderMapping.Text und Bild 2MIOPlaceholderMapping.13MIOPlaceholderMapping.Text Placeholder 4MIOPlaceholderMapping.13MIOPlaceholderMapping;msg MasterMIOPlaceholderMapping.Bild rund rechts 3MIOPlaceholderMapping.27MIOPlaceholderMapping.Picture Placeholder 27MIOPlaceholderMapping.14MIOPlaceholderMapping-msg_MasterMIOPlaceholderMapping.Text und Bild 2MIOPlaceholderMapping.13MIOPlaceholderMapping.Picture Placeholder 111MIOPlaceholderMapping.14MIOPlaceholderMapping;msg MasterMIOPlaceholderMapping.Bild rund rechts 3MIOPlaceholderMapping.27MIOPlaceholderMapping-msg_MasterMIOPlaceholderMapping.Text und Bild 2MIOPlaceholderMapping.13MIOPlaceholderMapping;msg MasterMIOPlaceholderMapping.Bild rund rechts 4MIOPlaceholderMapping.28MIOPlaceholderMapping.Title 1MIOPlaceholderMapping.0MIOPlaceholderMapping-msg_MasterMIOPlaceholderMapping.Text und Bild 2MIOPlaceholderMapping.13MIOPlaceholderMapping.Title 1MIOPlaceholderMapping.0MIOPlaceholderMapping;msg MasterMIOPlaceholderMapping.Bild rund rechts 4MIOPlaceholderMapping.28MIOPlaceholderMapping.Inhaltsplatzhalter 2MIOPlaceholderMapping.17MIOPlaceholderMapping-msg_MasterMIOPlaceholderMapping.Text und Bild 2MIOPlaceholderMapping.13MIOPlaceholderMapping.Text Placeholder 4MIOPlaceholderMapping.13MIOPlaceholderMapping;msg MasterMIOPlaceholderMapping.Bild rund rechts 4MIOPlaceholderMapping.28MIOPlaceholderMapping.Picture Placeholder 28MIOPlaceholderMapping.14MIOPlaceholderMapping-msg_MasterMIOPlaceholderMapping.Text und Bild 2MIOPlaceholderMapping.13MIOPlaceholderMapping.Picture Placeholder 111MIOPlaceholderMapping.14MIOPlaceholderMapping;msg MasterMIOPlaceholderMapping.Bild rund rechts 4MIOPlaceholderMapping.28MIOPlaceholderMapping-msg_MasterMIOPlaceholderMapping.Text und Bild 2MIOPlaceholderMapping.13"/>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MIO_PLACEHOLDER_MAPPING" val="msg MasterMIOPlaceholderMapping.Bild rund links 1MIOPlaceholderMapping.29MIOPlaceholderMapping.Title 1MIOPlaceholderMapping.0MIOPlaceholderMapping-msg_MasterMIOPlaceholderMapping.Bild und AufzählungMIOPlaceholderMapping.17MIOPlaceholderMapping.Title 1MIOPlaceholderMapping.0MIOPlaceholderMapping;msg MasterMIOPlaceholderMapping.Bild rund links 1MIOPlaceholderMapping.29MIOPlaceholderMapping.Inhaltsplatzhalter 2MIOPlaceholderMapping.17MIOPlaceholderMapping-msg_MasterMIOPlaceholderMapping.Bild und AufzählungMIOPlaceholderMapping.17MIOPlaceholderMapping.Text Placeholder 4MIOPlaceholderMapping.13MIOPlaceholderMapping;msg MasterMIOPlaceholderMapping.Bild rund links 1MIOPlaceholderMapping.29MIOPlaceholderMapping.Picture Placeholder 36MIOPlaceholderMapping.13MIOPlaceholderMapping-msg_MasterMIOPlaceholderMapping.Bild und AufzählungMIOPlaceholderMapping.17MIOPlaceholderMapping.Picture Placeholder 111MIOPlaceholderMapping.14MIOPlaceholderMapping;msg MasterMIOPlaceholderMapping.Bild rund links 1MIOPlaceholderMapping.29MIOPlaceholderMapping-msg_MasterMIOPlaceholderMapping.Bild und AufzählungMIOPlaceholderMapping.17MIOPlaceholderMapping;msg MasterMIOPlaceholderMapping.Bild rund links 2MIOPlaceholderMapping.30MIOPlaceholderMapping.Title 1MIOPlaceholderMapping.0MIOPlaceholderMapping-msg_MasterMIOPlaceholderMapping.Bild und AufzählungMIOPlaceholderMapping.17MIOPlaceholderMapping.Title 1MIOPlaceholderMapping.0MIOPlaceholderMapping;msg MasterMIOPlaceholderMapping.Bild rund links 2MIOPlaceholderMapping.30MIOPlaceholderMapping.Inhaltsplatzhalter 4MIOPlaceholderMapping.19MIOPlaceholderMapping-msg_MasterMIOPlaceholderMapping.Bild und AufzählungMIOPlaceholderMapping.17MIOPlaceholderMapping.Text Placeholder 4MIOPlaceholderMapping.13MIOPlaceholderMapping;msg MasterMIOPlaceholderMapping.Bild rund links 2MIOPlaceholderMapping.30MIOPlaceholderMapping.Picture Placeholder 31MIOPlaceholderMapping.12MIOPlaceholderMapping-msg_MasterMIOPlaceholderMapping.Bild und AufzählungMIOPlaceholderMapping.17MIOPlaceholderMapping.Picture Placeholder 111MIOPlaceholderMapping.14MIOPlaceholderMapping;msg MasterMIOPlaceholderMapping.Bild rund links 2MIOPlaceholderMapping.30MIOPlaceholderMapping-msg_MasterMIOPlaceholderMapping.Bild und AufzählungMIOPlaceholderMapping.17"/>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MIO_PLACEHOLDER_MAPPING" val="msg MasterMIOPlaceholderMapping.BilderMIOPlaceholderMapping.22MIOPlaceholderMapping-msg_MasterMIOPlaceholderMapping.MosaikMIOPlaceholderMapping.18"/>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MIO_PLACEHOLDER_MAPPING" val="msg MasterMIOPlaceholderMapping.Bild ganze SeiteMIOPlaceholderMapping.31MIOPlaceholderMapping.Picture Placeholder 6MIOPlaceholderMapping.13MIOPlaceholderMapping-msg_MasterMIOPlaceholderMapping.Keymessage mit BildMIOPlaceholderMapping.19MIOPlaceholderMapping.Picture Placeholder 3MIOPlaceholderMapping.14MIOPlaceholderMapping;msg MasterMIOPlaceholderMapping.Bild ganze SeiteMIOPlaceholderMapping.31MIOPlaceholderMapping-msg_MasterMIOPlaceholderMapping.Keymessage mit BildMIOPlaceholderMapping.19"/>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MIO_PLACEHOLDER_MAPPING" val="msg MasterMIOPlaceholderMapping.Folie mit Zitat 1MIOPlaceholderMapping.18MIOPlaceholderMapping.Text Placeholder 20MIOPlaceholderMapping.13MIOPlaceholderMapping-msg_MasterMIOPlaceholderMapping.Keymessage grünMIOPlaceholderMapping.20MIOPlaceholderMapping.Title 4MIOPlaceholderMapping.0MIOPlaceholderMapping;msg MasterMIOPlaceholderMapping.Folie mit Zitat 1MIOPlaceholderMapping.18MIOPlaceholderMapping-msg_MasterMIOPlaceholderMapping.Keymessage grünMIOPlaceholderMapping.20"/>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MIO_PLACEHOLDER_MAPPING" val="msg MasterMIOPlaceholderMapping.Folie mit Zitat 2MIOPlaceholderMapping.19MIOPlaceholderMapping.Textplatzhalter 20MIOPlaceholderMapping.13MIOPlaceholderMapping-msg_MasterMIOPlaceholderMapping.Keymessage gelbMIOPlaceholderMapping.21MIOPlaceholderMapping.Title 4MIOPlaceholderMapping.0MIOPlaceholderMapping;msg MasterMIOPlaceholderMapping.Folie mit Zitat 2MIOPlaceholderMapping.19MIOPlaceholderMapping-msg_MasterMIOPlaceholderMapping.Keymessage gelbMIOPlaceholderMapping.21"/>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MIO_PLACEHOLDER_MAPPING" val="msg MasterMIOPlaceholderMapping.AnsprechpartnerMIOPlaceholderMapping.21MIOPlaceholderMapping.Title 6MIOPlaceholderMapping.0MIOPlaceholderMapping-msg_MasterMIOPlaceholderMapping.8 KontakteMIOPlaceholderMapping.23MIOPlaceholderMapping.Title 1MIOPlaceholderMapping.0MIOPlaceholderMapping;msg MasterMIOPlaceholderMapping.AnsprechpartnerMIOPlaceholderMapping.21MIOPlaceholderMapping.Picture Placeholder 8MIOPlaceholderMapping.15MIOPlaceholderMapping-msg_MasterMIOPlaceholderMapping.8 KontakteMIOPlaceholderMapping.23MIOPlaceholderMapping.Picture Placeholder 15MIOPlaceholderMapping.12MIOPlaceholderMapping;msg MasterMIOPlaceholderMapping.AnsprechpartnerMIOPlaceholderMapping.21MIOPlaceholderMapping.Bildplatzhalter 8MIOPlaceholderMapping.39MIOPlaceholderMapping-msg_MasterMIOPlaceholderMapping.8 KontakteMIOPlaceholderMapping.23MIOPlaceholderMapping.Picture Placeholder 23MIOPlaceholderMapping.16MIOPlaceholderMapping;msg MasterMIOPlaceholderMapping.AnsprechpartnerMIOPlaceholderMapping.21MIOPlaceholderMapping.Bildplatzhalter 8MIOPlaceholderMapping.18MIOPlaceholderMapping-msg_MasterMIOPlaceholderMapping.8 KontakteMIOPlaceholderMapping.23MIOPlaceholderMapping.Picture Placeholder 17MIOPlaceholderMapping.13MIOPlaceholderMapping;msg MasterMIOPlaceholderMapping.AnsprechpartnerMIOPlaceholderMapping.21MIOPlaceholderMapping.Bildplatzhalter 8MIOPlaceholderMapping.40MIOPlaceholderMapping-msg_MasterMIOPlaceholderMapping.8 KontakteMIOPlaceholderMapping.23MIOPlaceholderMapping.Picture Placeholder 25MIOPlaceholderMapping.17MIOPlaceholderMapping;msg MasterMIOPlaceholderMapping.AnsprechpartnerMIOPlaceholderMapping.21MIOPlaceholderMapping.Bildplatzhalter 8MIOPlaceholderMapping.41MIOPlaceholderMapping-msg_MasterMIOPlaceholderMapping.8 KontakteMIOPlaceholderMapping.23MIOPlaceholderMapping.Picture Placeholder 27MIOPlaceholderMapping.18MIOPlaceholderMapping;msg MasterMIOPlaceholderMapping.AnsprechpartnerMIOPlaceholderMapping.21MIOPlaceholderMapping.Text Placeholder 17MIOPlaceholderMapping.33MIOPlaceholderMapping-msg_MasterMIOPlaceholderMapping.8 KontakteMIOPlaceholderMapping.23MIOPlaceholderMapping.Text Placeholder 39MIOPlaceholderMapping.20MIOPlaceholderMapping;msg MasterMIOPlaceholderMapping.AnsprechpartnerMIOPlaceholderMapping.21MIOPlaceholderMapping.Textplatzhalter 17MIOPlaceholderMapping.48MIOPlaceholderMapping-msg_MasterMIOPlaceholderMapping.8 KontakteMIOPlaceholderMapping.23MIOPlaceholderMapping.Text Placeholder 47MIOPlaceholderMapping.24MIOPlaceholderMapping;msg MasterMIOPlaceholderMapping.AnsprechpartnerMIOPlaceholderMapping.21MIOPlaceholderMapping.Textplatzhalter 17MIOPlaceholderMapping.49MIOPlaceholderMapping-msg_MasterMIOPlaceholderMapping.8 KontakteMIOPlaceholderMapping.23MIOPlaceholderMapping.Text Placeholder 41MIOPlaceholderMapping.21MIOPlaceholderMapping;msg MasterMIOPlaceholderMapping.AnsprechpartnerMIOPlaceholderMapping.21MIOPlaceholderMapping.Textplatzhalter 17MIOPlaceholderMapping.50MIOPlaceholderMapping-msg_MasterMIOPlaceholderMapping.8 KontakteMIOPlaceholderMapping.23MIOPlaceholderMapping.Text Placeholder 49MIOPlaceholderMapping.25MIOPlaceholderMapping;msg MasterMIOPlaceholderMapping.AnsprechpartnerMIOPlaceholderMapping.21MIOPlaceholderMapping.Textplatzhalter 17MIOPlaceholderMapping.51MIOPlaceholderMapping-msg_MasterMIOPlaceholderMapping.8 KontakteMIOPlaceholderMapping.23MIOPlaceholderMapping.Text Placeholder 43MIOPlaceholderMapping.22MIOPlaceholderMapping;msg MasterMIOPlaceholderMapping.AnsprechpartnerMIOPlaceholderMapping.21MIOPlaceholderMapping.Textplatzhalter 17MIOPlaceholderMapping.52MIOPlaceholderMapping-msg_MasterMIOPlaceholderMapping.8 KontakteMIOPlaceholderMapping.23MIOPlaceholderMapping.Text Placeholder 51MIOPlaceholderMapping.26MIOPlaceholderMapping;msg MasterMIOPlaceholderMapping.AnsprechpartnerMIOPlaceholderMapping.21MIOPlaceholderMapping-msg_MasterMIOPlaceholderMapping.8 KontakteMIOPlaceholderMapping.23MIOPlaceholderMapping;msg MasterMIOPlaceholderMapping.Auflistung mit 4 BildernMIOPlaceholderMapping.23MIOPlaceholderMapping.Title 2MIOPlaceholderMapping.0MIOPlaceholderMapping-msg_MasterMIOPlaceholderMapping.8 KontakteMIOPlaceholderMapping.23MIOPlaceholderMapping.Title 1MIOPlaceholderMapping.0MIOPlaceholderMapping;msg MasterMIOPlaceholderMapping.Auflistung mit 4 BildernMIOPlaceholderMapping.23MIOPlaceholderMapping.Picture Placeholder 8MIOPlaceholderMapping.15MIOPlaceholderMapping-msg_MasterMIOPlaceholderMapping.8 KontakteMIOPlaceholderMapping.23MIOPlaceholderMapping.Picture Placeholder 15MIOPlaceholderMapping.12MIOPlaceholderMapping;msg MasterMIOPlaceholderMapping.Auflistung mit 4 BildernMIOPlaceholderMapping.23MIOPlaceholderMapping.Bildplatzhalter 8MIOPlaceholderMapping.17MIOPlaceholderMapping-msg_MasterMIOPlaceholderMapping.8 KontakteMIOPlaceholderMapping.23MIOPlaceholderMapping.Picture Placeholder 23MIOPlaceholderMapping.16MIOPlaceholderMapping;msg MasterMIOPlaceholderMapping.Auflistung mit 4 BildernMIOPlaceholderMapping.23MIOPlaceholderMapping.Bildplatzhalter 8MIOPlaceholderMapping.18MIOPlaceholderMapping-msg_MasterMIOPlaceholderMapping.8 KontakteMIOPlaceholderMapping.23MIOPlaceholderMapping.Picture Placeholder 17MIOPlaceholderMapping.13MIOPlaceholderMapping;msg MasterMIOPlaceholderMapping.Auflistung mit 4 BildernMIOPlaceholderMapping.23MIOPlaceholderMapping.Bildplatzhalter 8MIOPlaceholderMapping.16MIOPlaceholderMapping-msg_MasterMIOPlaceholderMapping.8 KontakteMIOPlaceholderMapping.23MIOPlaceholderMapping.Picture Placeholder 25MIOPlaceholderMapping.17MIOPlaceholderMapping;msg MasterMIOPlaceholderMapping.Auflistung mit 4 BildernMIOPlaceholderMapping.23MIOPlaceholderMapping.Textplatzhalter 17MIOPlaceholderMapping.37MIOPlaceholderMapping-msg_MasterMIOPlaceholderMapping.8 KontakteMIOPlaceholderMapping.23MIOPlaceholderMapping.Text Placeholder 39MIOPlaceholderMapping.20MIOPlaceholderMapping;msg MasterMIOPlaceholderMapping.Auflistung mit 4 BildernMIOPlaceholderMapping.23MIOPlaceholderMapping.Textplatzhalter 17MIOPlaceholderMapping.45MIOPlaceholderMapping-msg_MasterMIOPlaceholderMapping.8 KontakteMIOPlaceholderMapping.23MIOPlaceholderMapping.Text Placeholder 47MIOPlaceholderMapping.24MIOPlaceholderMapping;msg MasterMIOPlaceholderMapping.Auflistung mit 4 BildernMIOPlaceholderMapping.23MIOPlaceholderMapping.Textplatzhalter 17MIOPlaceholderMapping.46MIOPlaceholderMapping-msg_MasterMIOPlaceholderMapping.8 KontakteMIOPlaceholderMapping.23MIOPlaceholderMapping.Text Placeholder 41MIOPlaceholderMapping.21MIOPlaceholderMapping;msg MasterMIOPlaceholderMapping.Auflistung mit 4 BildernMIOPlaceholderMapping.23MIOPlaceholderMapping.Textplatzhalter 17MIOPlaceholderMapping.47MIOPlaceholderMapping-msg_MasterMIOPlaceholderMapping.8 KontakteMIOPlaceholderMapping.23MIOPlaceholderMapping.Text Placeholder 49MIOPlaceholderMapping.25MIOPlaceholderMapping;msg MasterMIOPlaceholderMapping.Auflistung mit 4 BildernMIOPlaceholderMapping.23MIOPlaceholderMapping-msg_MasterMIOPlaceholderMapping.8 KontakteMIOPlaceholderMapping.23MIOPlaceholderMapping;msg MasterMIOPlaceholderMapping.KontaktMIOPlaceholderMapping.32MIOPlaceholderMapping.Bildplatzhalter 39MIOPlaceholderMapping.16MIOPlaceholderMapping-msg_MasterMIOPlaceholderMapping.8 KontakteMIOPlaceholderMapping.23MIOPlaceholderMapping.Picture Placeholder 15MIOPlaceholderMapping.12MIOPlaceholderMapping;msg MasterMIOPlaceholderMapping.KontaktMIOPlaceholderMapping.32MIOPlaceholderMapping.Bildplatzhalter 40MIOPlaceholderMapping.17MIOPlaceholderMapping-msg_MasterMIOPlaceholderMapping.8 KontakteMIOPlaceholderMapping.23MIOPlaceholderMapping.Picture Placeholder 17MIOPlaceholderMapping.13MIOPlaceholderMapping;msg MasterMIOPlaceholderMapping.KontaktMIOPlaceholderMapping.32MIOPlaceholderMapping.Bildplatzhalter 41MIOPlaceholderMapping.18MIOPlaceholderMapping-msg_MasterMIOPlaceholderMapping.8 KontakteMIOPlaceholderMapping.23MIOPlaceholderMapping.Picture Placeholder 19MIOPlaceholderMapping.14MIOPlaceholderMapping;msg MasterMIOPlaceholderMapping.KontaktMIOPlaceholderMapping.32MIOPlaceholderMapping.Text Placeholder 33MIOPlaceholderMapping.22MIOPlaceholderMapping-msg_MasterMIOPlaceholderMapping.8 KontakteMIOPlaceholderMapping.23MIOPlaceholderMapping.Text Placeholder 39MIOPlaceholderMapping.20MIOPlaceholderMapping;msg MasterMIOPlaceholderMapping.KontaktMIOPlaceholderMapping.32MIOPlaceholderMapping.Textplatzhalter 33MIOPlaceholderMapping.23MIOPlaceholderMapping-msg_MasterMIOPlaceholderMapping.8 KontakteMIOPlaceholderMapping.23MIOPlaceholderMapping.Text Placeholder 41MIOPlaceholderMapping.21MIOPlaceholderMapping;msg MasterMIOPlaceholderMapping.KontaktMIOPlaceholderMapping.32MIOPlaceholderMapping.Textplatzhalter 33MIOPlaceholderMapping.25MIOPlaceholderMapping-msg_MasterMIOPlaceholderMapping.8 KontakteMIOPlaceholderMapping.23MIOPlaceholderMapping.Text Placeholder 43MIOPlaceholderMapping.22MIOPlaceholderMapping;msg MasterMIOPlaceholderMapping.KontaktMIOPlaceholderMapping.32MIOPlaceholderMapping-msg_MasterMIOPlaceholderMapping.8 KontakteMIOPlaceholderMapping.23"/>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MIO_PLACEHOLDER_MAPPING" val="msg MasterMIOPlaceholderMapping.Lets ConnectMIOPlaceholderMapping.33MIOPlaceholderMapping-msg_MasterMIOPlaceholderMapping.SchlussfolieMIOPlaceholderMapping.25"/>
</p:tagLst>
</file>

<file path=ppt/theme/theme1.xml><?xml version="1.0" encoding="utf-8"?>
<a:theme xmlns:a="http://schemas.openxmlformats.org/drawingml/2006/main" name="msg Master">
  <a:themeElements>
    <a:clrScheme name="msg systems">
      <a:dk1>
        <a:sysClr val="windowText" lastClr="000000"/>
      </a:dk1>
      <a:lt1>
        <a:sysClr val="window" lastClr="FFFFFF"/>
      </a:lt1>
      <a:dk2>
        <a:srgbClr val="6F6F6F"/>
      </a:dk2>
      <a:lt2>
        <a:srgbClr val="E9E9E9"/>
      </a:lt2>
      <a:accent1>
        <a:srgbClr val="A01441"/>
      </a:accent1>
      <a:accent2>
        <a:srgbClr val="4A4A4A"/>
      </a:accent2>
      <a:accent3>
        <a:srgbClr val="ACACAC"/>
      </a:accent3>
      <a:accent4>
        <a:srgbClr val="E9E9E9"/>
      </a:accent4>
      <a:accent5>
        <a:srgbClr val="56A3BC"/>
      </a:accent5>
      <a:accent6>
        <a:srgbClr val="6DA000"/>
      </a:accent6>
      <a:hlink>
        <a:srgbClr val="A01441"/>
      </a:hlink>
      <a:folHlink>
        <a:srgbClr val="A01441"/>
      </a:folHlink>
    </a:clrScheme>
    <a:fontScheme name="msg systems">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ot="0" spcFirstLastPara="0" vertOverflow="overflow" horzOverflow="overflow" vert="horz" wrap="square" lIns="108000" tIns="72000" rIns="108000" bIns="72000" numCol="1" spcCol="0" rtlCol="0" fromWordArt="0" anchor="t" anchorCtr="0" forceAA="0" compatLnSpc="1">
        <a:prstTxWarp prst="textNoShape">
          <a:avLst/>
        </a:prstTxWarp>
        <a:noAutofit/>
      </a:bodyPr>
      <a:lstStyle>
        <a:defPPr algn="l">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4A4A4A"/>
          </a:solidFill>
        </a:ln>
      </a:spPr>
      <a:bodyPr/>
      <a:lstStyle/>
      <a:style>
        <a:lnRef idx="1">
          <a:schemeClr val="accent1"/>
        </a:lnRef>
        <a:fillRef idx="0">
          <a:schemeClr val="accent1"/>
        </a:fillRef>
        <a:effectRef idx="0">
          <a:schemeClr val="accent1"/>
        </a:effectRef>
        <a:fontRef idx="minor">
          <a:schemeClr val="tx1"/>
        </a:fontRef>
      </a:style>
    </a:lnDef>
    <a:txDef>
      <a:spPr/>
      <a:bodyPr vert="horz" lIns="0" tIns="0" rIns="0" bIns="0" rtlCol="0">
        <a:spAutoFit/>
      </a:bodyPr>
      <a:lstStyle>
        <a:defPPr algn="l">
          <a:defRPr dirty="0" smtClean="0"/>
        </a:defPPr>
      </a:lstStyle>
    </a:txDef>
  </a:objectDefaults>
  <a:extraClrSchemeLst/>
  <a:custClrLst>
    <a:custClr>
      <a:srgbClr val="F3B545"/>
    </a:custClr>
    <a:custClr>
      <a:srgbClr val="F15931"/>
    </a:custClr>
    <a:custClr>
      <a:srgbClr val="001F60"/>
    </a:custClr>
    <a:custClr>
      <a:srgbClr val="68A2B9"/>
    </a:custClr>
  </a:custClrLst>
  <a:extLst>
    <a:ext uri="{05A4C25C-085E-4340-85A3-A5531E510DB2}">
      <thm15:themeFamily xmlns:thm15="http://schemas.microsoft.com/office/thememl/2012/main" name="PPT_Master-Template_msg_2020.potx" id="{53679F4E-16F5-4E96-A9D6-492002F3C548}" vid="{2FB6E49D-778D-47EF-B7E1-4B170AF4ADCF}"/>
    </a:ext>
  </a:extLst>
</a:theme>
</file>

<file path=ppt/theme/theme2.xml><?xml version="1.0" encoding="utf-8"?>
<a:theme xmlns:a="http://schemas.openxmlformats.org/drawingml/2006/main" name="msg_Master">
  <a:themeElements>
    <a:clrScheme name="msg_Colors">
      <a:dk1>
        <a:sysClr val="windowText" lastClr="000000"/>
      </a:dk1>
      <a:lt1>
        <a:sysClr val="window" lastClr="FFFFFF"/>
      </a:lt1>
      <a:dk2>
        <a:srgbClr val="4A4A4A"/>
      </a:dk2>
      <a:lt2>
        <a:srgbClr val="ACACAC"/>
      </a:lt2>
      <a:accent1>
        <a:srgbClr val="A01441"/>
      </a:accent1>
      <a:accent2>
        <a:srgbClr val="139EAD"/>
      </a:accent2>
      <a:accent3>
        <a:srgbClr val="F5B510"/>
      </a:accent3>
      <a:accent4>
        <a:srgbClr val="70DC51"/>
      </a:accent4>
      <a:accent5>
        <a:srgbClr val="5866E3"/>
      </a:accent5>
      <a:accent6>
        <a:srgbClr val="D74B94"/>
      </a:accent6>
      <a:hlink>
        <a:srgbClr val="A01441"/>
      </a:hlink>
      <a:folHlink>
        <a:srgbClr val="A01441"/>
      </a:folHlink>
    </a:clrScheme>
    <a:fontScheme name="msg_Fonts_Aptos">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lIns="108000" tIns="72000" rIns="108000" bIns="72000" rtlCol="0" anchor="ctr"/>
      <a:lstStyle>
        <a:defPPr algn="ctr">
          <a:defRPr sz="1600" dirty="0"/>
        </a:defPPr>
      </a:lstStyle>
      <a:style>
        <a:lnRef idx="2">
          <a:schemeClr val="accent1">
            <a:shade val="15000"/>
          </a:schemeClr>
        </a:lnRef>
        <a:fillRef idx="1">
          <a:schemeClr val="accent1"/>
        </a:fillRef>
        <a:effectRef idx="0">
          <a:schemeClr val="accent1"/>
        </a:effectRef>
        <a:fontRef idx="minor">
          <a:schemeClr val="lt1"/>
        </a:fontRef>
      </a:style>
    </a:spDef>
    <a:lnDef>
      <a:spPr>
        <a:ln w="9525">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sz="1600" dirty="0" err="1"/>
        </a:defPPr>
      </a:lstStyle>
    </a:txDef>
  </a:objectDefaults>
  <a:extraClrSchemeLst/>
  <a:extLst>
    <a:ext uri="{05A4C25C-085E-4340-85A3-A5531E510DB2}">
      <thm15:themeFamily xmlns:thm15="http://schemas.microsoft.com/office/thememl/2012/main" name="Präsentation1" id="{2FF413C8-C60F-4A30-8F66-A7DE22120762}" vid="{5AB65387-BC4D-4841-A28E-A33A31CED6F0}"/>
    </a:ext>
  </a:extLst>
</a:theme>
</file>

<file path=ppt/theme/theme3.xml><?xml version="1.0" encoding="utf-8"?>
<a:theme xmlns:a="http://schemas.openxmlformats.org/drawingml/2006/main" name="Office">
  <a:themeElements>
    <a:clrScheme name="msg systems">
      <a:dk1>
        <a:sysClr val="windowText" lastClr="000000"/>
      </a:dk1>
      <a:lt1>
        <a:sysClr val="window" lastClr="FFFFFF"/>
      </a:lt1>
      <a:dk2>
        <a:srgbClr val="6F6F6F"/>
      </a:dk2>
      <a:lt2>
        <a:srgbClr val="E9E9E9"/>
      </a:lt2>
      <a:accent1>
        <a:srgbClr val="A01441"/>
      </a:accent1>
      <a:accent2>
        <a:srgbClr val="4A4A4A"/>
      </a:accent2>
      <a:accent3>
        <a:srgbClr val="ACACAC"/>
      </a:accent3>
      <a:accent4>
        <a:srgbClr val="E9E9E9"/>
      </a:accent4>
      <a:accent5>
        <a:srgbClr val="56A3BC"/>
      </a:accent5>
      <a:accent6>
        <a:srgbClr val="6DA000"/>
      </a:accent6>
      <a:hlink>
        <a:srgbClr val="A01441"/>
      </a:hlink>
      <a:folHlink>
        <a:srgbClr val="A01441"/>
      </a:folHlink>
    </a:clrScheme>
    <a:fontScheme name="msg">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a:themeElements>
    <a:clrScheme name="msg systems">
      <a:dk1>
        <a:sysClr val="windowText" lastClr="000000"/>
      </a:dk1>
      <a:lt1>
        <a:sysClr val="window" lastClr="FFFFFF"/>
      </a:lt1>
      <a:dk2>
        <a:srgbClr val="6F6F6F"/>
      </a:dk2>
      <a:lt2>
        <a:srgbClr val="E9E9E9"/>
      </a:lt2>
      <a:accent1>
        <a:srgbClr val="A01441"/>
      </a:accent1>
      <a:accent2>
        <a:srgbClr val="4A4A4A"/>
      </a:accent2>
      <a:accent3>
        <a:srgbClr val="ACACAC"/>
      </a:accent3>
      <a:accent4>
        <a:srgbClr val="E9E9E9"/>
      </a:accent4>
      <a:accent5>
        <a:srgbClr val="56A3BC"/>
      </a:accent5>
      <a:accent6>
        <a:srgbClr val="6DA000"/>
      </a:accent6>
      <a:hlink>
        <a:srgbClr val="A01441"/>
      </a:hlink>
      <a:folHlink>
        <a:srgbClr val="A01441"/>
      </a:folHlink>
    </a:clrScheme>
    <a:fontScheme name="msg">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3.xml><?xml version="1.0" encoding="utf-8"?>
<?mso-contentType ?>
<SharedContentType xmlns="Microsoft.SharePoint.Taxonomy.ContentTypeSync" SourceId="a53a62bb-fe8c-40a9-b721-69dc556ec299" ContentTypeId="0x010100C7CE61CC9E288946BEFBDDE329B145E8" PreviousValue="false"/>
</file>

<file path=customXml/item4.xml><?xml version="1.0" encoding="utf-8"?>
<ct:contentTypeSchema xmlns:ct="http://schemas.microsoft.com/office/2006/metadata/contentType" xmlns:ma="http://schemas.microsoft.com/office/2006/metadata/properties/metaAttributes" ct:_="" ma:_="" ma:contentTypeName="msg_group_dokument" ma:contentTypeID="0x010100C7CE61CC9E288946BEFBDDE329B145E800E099B3B09A02E047B856306410CCD360" ma:contentTypeVersion="33" ma:contentTypeDescription="Ein neues Dokument erstellen." ma:contentTypeScope="" ma:versionID="1802f6f6bd39ed322181cebadc035169">
  <xsd:schema xmlns:xsd="http://www.w3.org/2001/XMLSchema" xmlns:xs="http://www.w3.org/2001/XMLSchema" xmlns:p="http://schemas.microsoft.com/office/2006/metadata/properties" xmlns:ns2="f719ecbf-a19d-4b01-ba1f-7ffa0d8a5235" xmlns:ns4="3c757777-1ef4-4ef1-8186-b47ba6172be4" targetNamespace="http://schemas.microsoft.com/office/2006/metadata/properties" ma:root="true" ma:fieldsID="e5aa37571a04c28a3dd4bcf43f61a63d" ns2:_="" ns4:_="">
    <xsd:import namespace="f719ecbf-a19d-4b01-ba1f-7ffa0d8a5235"/>
    <xsd:import namespace="3c757777-1ef4-4ef1-8186-b47ba6172be4"/>
    <xsd:element name="properties">
      <xsd:complexType>
        <xsd:sequence>
          <xsd:element name="documentManagement">
            <xsd:complexType>
              <xsd:all>
                <xsd:element ref="ns2:msg_Klassifizierung" minOccurs="0"/>
                <xsd:element ref="ns2:msg_Status" minOccurs="0"/>
                <xsd:element ref="ns2:msg_Version" minOccurs="0"/>
                <xsd:element ref="ns2:msg_Firma" minOccurs="0"/>
                <xsd:element ref="ns2:msg_Manager" minOccurs="0"/>
                <xsd:element ref="ns2:msg_Dokumententyp" minOccurs="0"/>
                <xsd:element ref="ns2:msg_Kommentar" minOccurs="0"/>
                <xsd:element ref="ns2:msg_gueltig_ab" minOccurs="0"/>
                <xsd:element ref="ns2:msg_gueltig_bis" minOccurs="0"/>
                <xsd:element ref="ns2:TaxCatchAll" minOccurs="0"/>
                <xsd:element ref="ns2:TaxCatchAllLabel" minOccurs="0"/>
                <xsd:element ref="ns4:Mappenstatus"/>
                <xsd:element ref="ns4:jec0c8c6f490443cb5bef598bc1f4264" minOccurs="0"/>
                <xsd:element ref="ns4:_dlc_DocId" minOccurs="0"/>
                <xsd:element ref="ns4:_dlc_DocIdUrl" minOccurs="0"/>
                <xsd:element ref="ns4: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719ecbf-a19d-4b01-ba1f-7ffa0d8a5235" elementFormDefault="qualified">
    <xsd:import namespace="http://schemas.microsoft.com/office/2006/documentManagement/types"/>
    <xsd:import namespace="http://schemas.microsoft.com/office/infopath/2007/PartnerControls"/>
    <xsd:element name="msg_Klassifizierung" ma:index="2" nillable="true" ma:displayName="msg_Klassifizierung" ma:default="internal" ma:format="Dropdown" ma:internalName="msg_Klassifizierung" ma:readOnly="false">
      <xsd:simpleType>
        <xsd:union memberTypes="dms:Text">
          <xsd:simpleType>
            <xsd:restriction base="dms:Choice">
              <xsd:enumeration value="public"/>
              <xsd:enumeration value="internal"/>
              <xsd:enumeration value="confidential"/>
              <xsd:enumeration value="strictly confidential"/>
            </xsd:restriction>
          </xsd:simpleType>
        </xsd:union>
      </xsd:simpleType>
    </xsd:element>
    <xsd:element name="msg_Status" ma:index="3" nillable="true" ma:displayName="msg_Status" ma:default="draft" ma:format="Dropdown" ma:internalName="msg_Status" ma:readOnly="false">
      <xsd:simpleType>
        <xsd:union memberTypes="dms:Text">
          <xsd:simpleType>
            <xsd:restriction base="dms:Choice">
              <xsd:enumeration value="draft"/>
              <xsd:enumeration value="final"/>
              <xsd:enumeration value="review"/>
            </xsd:restriction>
          </xsd:simpleType>
        </xsd:union>
      </xsd:simpleType>
    </xsd:element>
    <xsd:element name="msg_Version" ma:index="5" nillable="true" ma:displayName="msg_Version" ma:internalName="msg_Version" ma:readOnly="false">
      <xsd:simpleType>
        <xsd:restriction base="dms:Text">
          <xsd:maxLength value="255"/>
        </xsd:restriction>
      </xsd:simpleType>
    </xsd:element>
    <xsd:element name="msg_Firma" ma:index="6" nillable="true" ma:displayName="msg_Firma" ma:internalName="msg_Firma" ma:readOnly="false">
      <xsd:simpleType>
        <xsd:restriction base="dms:Text">
          <xsd:maxLength value="255"/>
        </xsd:restriction>
      </xsd:simpleType>
    </xsd:element>
    <xsd:element name="msg_Manager" ma:index="7" nillable="true" ma:displayName="msg_Manager" ma:internalName="msg_Manager" ma:readOnly="false">
      <xsd:simpleType>
        <xsd:restriction base="dms:Text">
          <xsd:maxLength value="255"/>
        </xsd:restriction>
      </xsd:simpleType>
    </xsd:element>
    <xsd:element name="msg_Dokumententyp" ma:index="8" nillable="true" ma:displayName="msg_Dokumententyp" ma:default="Schriftwechsel (allgemein)" ma:format="Dropdown" ma:internalName="msg_Dokumententyp" ma:readOnly="false">
      <xsd:simpleType>
        <xsd:restriction base="dms:Choice">
          <xsd:enumeration value="Angebote"/>
          <xsd:enumeration value="Ausgangsrechnungen"/>
          <xsd:enumeration value="Bestell- und Auftragsunterlagen"/>
          <xsd:enumeration value="Eingangsrechnungen"/>
          <xsd:enumeration value="Rechnungen"/>
          <xsd:enumeration value="Reisekostenabrechnungen"/>
          <xsd:enumeration value="Schriftwechsel (allgemein)"/>
          <xsd:enumeration value="Telefonkostennachweise (soweit Buchungsbelege)"/>
          <xsd:enumeration value="Überstundenlisten"/>
          <xsd:enumeration value="Verträge (soweit nicht Buchungsgrundlage)"/>
          <xsd:enumeration value="Projektunterlagen"/>
        </xsd:restriction>
      </xsd:simpleType>
    </xsd:element>
    <xsd:element name="msg_Kommentar" ma:index="9" nillable="true" ma:displayName="msg_Kommentar" ma:internalName="msg_Kommentar" ma:readOnly="false">
      <xsd:simpleType>
        <xsd:restriction base="dms:Note"/>
      </xsd:simpleType>
    </xsd:element>
    <xsd:element name="msg_gueltig_ab" ma:index="10" nillable="true" ma:displayName="msg_gueltig_ab" ma:format="DateOnly" ma:internalName="msg_gueltig_ab" ma:readOnly="false">
      <xsd:simpleType>
        <xsd:restriction base="dms:DateTime"/>
      </xsd:simpleType>
    </xsd:element>
    <xsd:element name="msg_gueltig_bis" ma:index="11" nillable="true" ma:displayName="msg_gueltig_bis" ma:format="DateOnly" ma:internalName="msg_gueltig_bis" ma:readOnly="false">
      <xsd:simpleType>
        <xsd:restriction base="dms:DateTime"/>
      </xsd:simpleType>
    </xsd:element>
    <xsd:element name="TaxCatchAll" ma:index="18" nillable="true" ma:displayName="Taxonomy Catch All Column" ma:hidden="true" ma:list="{c9e4e77b-c84a-4b10-a896-f56a931cdefc}" ma:internalName="TaxCatchAll" ma:showField="CatchAllData" ma:web="3c757777-1ef4-4ef1-8186-b47ba6172be4">
      <xsd:complexType>
        <xsd:complexContent>
          <xsd:extension base="dms:MultiChoiceLookup">
            <xsd:sequence>
              <xsd:element name="Value" type="dms:Lookup" maxOccurs="unbounded" minOccurs="0" nillable="true"/>
            </xsd:sequence>
          </xsd:extension>
        </xsd:complexContent>
      </xsd:complexType>
    </xsd:element>
    <xsd:element name="TaxCatchAllLabel" ma:index="19" nillable="true" ma:displayName="Taxonomy Catch All Column1" ma:hidden="true" ma:list="{c9e4e77b-c84a-4b10-a896-f56a931cdefc}" ma:internalName="TaxCatchAllLabel" ma:readOnly="true" ma:showField="CatchAllDataLabel" ma:web="3c757777-1ef4-4ef1-8186-b47ba6172be4">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3c757777-1ef4-4ef1-8186-b47ba6172be4" elementFormDefault="qualified">
    <xsd:import namespace="http://schemas.microsoft.com/office/2006/documentManagement/types"/>
    <xsd:import namespace="http://schemas.microsoft.com/office/infopath/2007/PartnerControls"/>
    <xsd:element name="Mappenstatus" ma:index="21" ma:displayName="Mappenstatus" ma:default="OPEN" ma:description="Spiegelt den Status einer Dokumentenmappe wieder." ma:format="Dropdown" ma:internalName="Mappenstatus" ma:readOnly="false">
      <xsd:simpleType>
        <xsd:restriction base="dms:Choice">
          <xsd:enumeration value="OPEN"/>
          <xsd:enumeration value="CLOSED"/>
          <xsd:enumeration value="ARCHIVED"/>
          <xsd:enumeration value="DISCARDED"/>
        </xsd:restriction>
      </xsd:simpleType>
    </xsd:element>
    <xsd:element name="jec0c8c6f490443cb5bef598bc1f4264" ma:index="22" nillable="true" ma:taxonomy="true" ma:internalName="jec0c8c6f490443cb5bef598bc1f4264" ma:taxonomyFieldName="Bezug" ma:displayName="Bezug" ma:readOnly="false" ma:fieldId="{3ec0c8c6-f490-443c-b5be-f598bc1f4264}" ma:taxonomyMulti="true" ma:sspId="a53a62bb-fe8c-40a9-b721-69dc556ec299" ma:termSetId="bc19e16c-5bf5-4037-9da8-c9c82bbbc802" ma:anchorId="00000000-0000-0000-0000-000000000000" ma:open="true" ma:isKeyword="false">
      <xsd:complexType>
        <xsd:sequence>
          <xsd:element ref="pc:Terms" minOccurs="0" maxOccurs="1"/>
        </xsd:sequence>
      </xsd:complexType>
    </xsd:element>
    <xsd:element name="_dlc_DocId" ma:index="23" nillable="true" ma:displayName="Wert der Dokument-ID" ma:description="Der Wert der diesem Element zugewiesenen Dokument-ID." ma:internalName="_dlc_DocId" ma:readOnly="true">
      <xsd:simpleType>
        <xsd:restriction base="dms:Text"/>
      </xsd:simpleType>
    </xsd:element>
    <xsd:element name="_dlc_DocIdUrl" ma:index="24" nillable="true" ma:displayName="Dokument-ID" ma:description="Permanenter Hyperlink zu diesem Dok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25" nillable="true" ma:displayName="Beständige ID" ma:description="ID beim Hinzufügen beibehalten."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ma:index="4" ma:displayName="Autor"/>
        <xsd:element ref="dcterms:created" minOccurs="0" maxOccurs="1"/>
        <xsd:element ref="dc:identifier" minOccurs="0" maxOccurs="1"/>
        <xsd:element name="contentType" minOccurs="0" maxOccurs="1" type="xsd:string" ma:index="13" ma:displayName="Inhaltstyp"/>
        <xsd:element ref="dc:title" minOccurs="0" maxOccurs="1" ma:index="1"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5.xml><?xml version="1.0" encoding="utf-8"?>
<p:properties xmlns:p="http://schemas.microsoft.com/office/2006/metadata/properties" xmlns:xsi="http://www.w3.org/2001/XMLSchema-instance" xmlns:pc="http://schemas.microsoft.com/office/infopath/2007/PartnerControls">
  <documentManagement>
    <msg_Klassifizierung xmlns="f719ecbf-a19d-4b01-ba1f-7ffa0d8a5235">internal</msg_Klassifizierung>
    <msg_Status xmlns="f719ecbf-a19d-4b01-ba1f-7ffa0d8a5235">draft</msg_Status>
    <msg_Firma xmlns="f719ecbf-a19d-4b01-ba1f-7ffa0d8a5235">msg systems ag</msg_Firma>
    <msg_Version xmlns="f719ecbf-a19d-4b01-ba1f-7ffa0d8a5235">0.1</msg_Version>
    <msg_Manager xmlns="f719ecbf-a19d-4b01-ba1f-7ffa0d8a5235">[Dokumentverantwortlicher]</msg_Manager>
    <msg_Dokumententyp xmlns="f719ecbf-a19d-4b01-ba1f-7ffa0d8a5235">Schriftwechsel (allgemein)</msg_Dokumententyp>
    <msg_gueltig_ab xmlns="f719ecbf-a19d-4b01-ba1f-7ffa0d8a5235">2021-08-09T12:00:00+00:00</msg_gueltig_ab>
    <msg_gueltig_bis xmlns="f719ecbf-a19d-4b01-ba1f-7ffa0d8a5235">2027-12-31T12:00:00+00:00</msg_gueltig_bis>
    <msg_Kommentar xmlns="f719ecbf-a19d-4b01-ba1f-7ffa0d8a5235">Neues Dokument erstellt.</msg_Kommentar>
    <jec0c8c6f490443cb5bef598bc1f4264 xmlns="3c757777-1ef4-4ef1-8186-b47ba6172be4">
      <Terms xmlns="http://schemas.microsoft.com/office/infopath/2007/PartnerControls"/>
    </jec0c8c6f490443cb5bef598bc1f4264>
    <Mappenstatus xmlns="3c757777-1ef4-4ef1-8186-b47ba6172be4">OPEN</Mappenstatus>
    <_dlc_DocIdPersistId xmlns="3c757777-1ef4-4ef1-8186-b47ba6172be4" xsi:nil="true"/>
    <_dlc_DocId xmlns="3c757777-1ef4-4ef1-8186-b47ba6172be4">XTDOC-210768851-138045</_dlc_DocId>
    <_dlc_DocIdUrl xmlns="3c757777-1ef4-4ef1-8186-b47ba6172be4">
      <Url>https://msggroup.sharepoint.com/sites/msg-research/_layouts/15/DocIdRedir.aspx?ID=XTDOC-210768851-138045</Url>
      <Description>XTDOC-210768851-138045</Description>
    </_dlc_DocIdUrl>
    <TaxCatchAllLabel xmlns="f719ecbf-a19d-4b01-ba1f-7ffa0d8a5235" xsi:nil="true"/>
    <TaxCatchAll xmlns="f719ecbf-a19d-4b01-ba1f-7ffa0d8a5235" xsi:nil="true"/>
  </documentManagement>
</p:properties>
</file>

<file path=customXml/itemProps1.xml><?xml version="1.0" encoding="utf-8"?>
<ds:datastoreItem xmlns:ds="http://schemas.openxmlformats.org/officeDocument/2006/customXml" ds:itemID="{5C21EE54-0A68-4CC6-8E98-7046EC794689}">
  <ds:schemaRefs>
    <ds:schemaRef ds:uri="http://schemas.microsoft.com/sharepoint/v3/contenttype/forms"/>
  </ds:schemaRefs>
</ds:datastoreItem>
</file>

<file path=customXml/itemProps2.xml><?xml version="1.0" encoding="utf-8"?>
<ds:datastoreItem xmlns:ds="http://schemas.openxmlformats.org/officeDocument/2006/customXml" ds:itemID="{5BB2929B-F4B3-47D3-8A69-C00CBD6E6B33}">
  <ds:schemaRefs>
    <ds:schemaRef ds:uri="http://schemas.microsoft.com/sharepoint/events"/>
  </ds:schemaRefs>
</ds:datastoreItem>
</file>

<file path=customXml/itemProps3.xml><?xml version="1.0" encoding="utf-8"?>
<ds:datastoreItem xmlns:ds="http://schemas.openxmlformats.org/officeDocument/2006/customXml" ds:itemID="{DB0B0F96-149E-482F-9AC7-1914DDA2E106}">
  <ds:schemaRefs>
    <ds:schemaRef ds:uri="Microsoft.SharePoint.Taxonomy.ContentTypeSync"/>
  </ds:schemaRefs>
</ds:datastoreItem>
</file>

<file path=customXml/itemProps4.xml><?xml version="1.0" encoding="utf-8"?>
<ds:datastoreItem xmlns:ds="http://schemas.openxmlformats.org/officeDocument/2006/customXml" ds:itemID="{D3E03C68-11AA-4C18-80D8-1D7AEC1CC7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719ecbf-a19d-4b01-ba1f-7ffa0d8a5235"/>
    <ds:schemaRef ds:uri="3c757777-1ef4-4ef1-8186-b47ba6172be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5.xml><?xml version="1.0" encoding="utf-8"?>
<ds:datastoreItem xmlns:ds="http://schemas.openxmlformats.org/officeDocument/2006/customXml" ds:itemID="{501D449E-140A-4C61-A2D9-9165DE2C0CC7}">
  <ds:schemaRefs>
    <ds:schemaRef ds:uri="http://schemas.microsoft.com/office/2006/metadata/properties"/>
    <ds:schemaRef ds:uri="http://purl.org/dc/terms/"/>
    <ds:schemaRef ds:uri="f719ecbf-a19d-4b01-ba1f-7ffa0d8a5235"/>
    <ds:schemaRef ds:uri="http://purl.org/dc/elements/1.1/"/>
    <ds:schemaRef ds:uri="http://schemas.microsoft.com/office/2006/documentManagement/types"/>
    <ds:schemaRef ds:uri="http://schemas.openxmlformats.org/package/2006/metadata/core-properties"/>
    <ds:schemaRef ds:uri="http://schemas.microsoft.com/office/infopath/2007/PartnerControls"/>
    <ds:schemaRef ds:uri="http://www.w3.org/XML/1998/namespace"/>
    <ds:schemaRef ds:uri="3c757777-1ef4-4ef1-8186-b47ba6172be4"/>
    <ds:schemaRef ds:uri="http://purl.org/dc/dcmitype/"/>
  </ds:schemaRefs>
</ds:datastoreItem>
</file>

<file path=docMetadata/LabelInfo.xml><?xml version="1.0" encoding="utf-8"?>
<clbl:labelList xmlns:clbl="http://schemas.microsoft.com/office/2020/mipLabelMetadata">
  <clbl:label id="{7b563a01-caf2-48ed-8708-7300e4e42e72}" enabled="1" method="Privileged" siteId="{763b2760-45c5-46d3-883e-29705bba49b7}" removed="0"/>
</clbl:labelList>
</file>

<file path=docProps/app.xml><?xml version="1.0" encoding="utf-8"?>
<Properties xmlns="http://schemas.openxmlformats.org/officeDocument/2006/extended-properties" xmlns:vt="http://schemas.openxmlformats.org/officeDocument/2006/docPropsVTypes">
  <Template>PPT_Master-Template_msg_2020</Template>
  <TotalTime>0</TotalTime>
  <Words>161</Words>
  <Application>Microsoft Office PowerPoint</Application>
  <PresentationFormat>Breitbild</PresentationFormat>
  <Paragraphs>27</Paragraphs>
  <Slides>4</Slides>
  <Notes>4</Notes>
  <HiddenSlides>0</HiddenSlides>
  <MMClips>0</MMClips>
  <ScaleCrop>false</ScaleCrop>
  <HeadingPairs>
    <vt:vector size="8" baseType="variant">
      <vt:variant>
        <vt:lpstr>Verwendete Schriftarten</vt:lpstr>
      </vt:variant>
      <vt:variant>
        <vt:i4>5</vt:i4>
      </vt:variant>
      <vt:variant>
        <vt:lpstr>Design</vt:lpstr>
      </vt:variant>
      <vt:variant>
        <vt:i4>2</vt:i4>
      </vt:variant>
      <vt:variant>
        <vt:lpstr>Eingebettete OLE-Server</vt:lpstr>
      </vt:variant>
      <vt:variant>
        <vt:i4>1</vt:i4>
      </vt:variant>
      <vt:variant>
        <vt:lpstr>Folientitel</vt:lpstr>
      </vt:variant>
      <vt:variant>
        <vt:i4>4</vt:i4>
      </vt:variant>
    </vt:vector>
  </HeadingPairs>
  <TitlesOfParts>
    <vt:vector size="12" baseType="lpstr">
      <vt:lpstr>Aptos</vt:lpstr>
      <vt:lpstr>Arial</vt:lpstr>
      <vt:lpstr>Calibri</vt:lpstr>
      <vt:lpstr>Carnac Light</vt:lpstr>
      <vt:lpstr>Wingdings</vt:lpstr>
      <vt:lpstr>msg Master</vt:lpstr>
      <vt:lpstr>msg_Master</vt:lpstr>
      <vt:lpstr>think-cell Folie</vt:lpstr>
      <vt:lpstr>Storyboard</vt:lpstr>
      <vt:lpstr>Storyboard</vt:lpstr>
      <vt:lpstr>Storyboard</vt:lpstr>
      <vt:lpstr>Storyboard</vt:lpstr>
    </vt:vector>
  </TitlesOfParts>
  <Manager>[Dokumentverantwortlicher]</Manager>
  <Company>msg systems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Storyboard Template</dc:title>
  <dc:creator>Andrea Nutsi</dc:creator>
  <cp:lastModifiedBy>Andrea Nutsi</cp:lastModifiedBy>
  <cp:revision>21</cp:revision>
  <dcterms:created xsi:type="dcterms:W3CDTF">2021-08-09T09:11:38Z</dcterms:created>
  <dcterms:modified xsi:type="dcterms:W3CDTF">2026-01-14T11:56:49Z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g_AssistantVisibility">
    <vt:bool>true</vt:bool>
  </property>
  <property fmtid="{D5CDD505-2E9C-101B-9397-08002B2CF9AE}" pid="3" name="msg_DueDateChanged">
    <vt:filetime>2021-08-09T09:11:40Z</vt:filetime>
  </property>
  <property fmtid="{D5CDD505-2E9C-101B-9397-08002B2CF9AE}" pid="4" name="ContentTypeId">
    <vt:lpwstr>0x010100C7CE61CC9E288946BEFBDDE329B145E800E099B3B09A02E047B856306410CCD360</vt:lpwstr>
  </property>
  <property fmtid="{D5CDD505-2E9C-101B-9397-08002B2CF9AE}" pid="5" name="Bezug">
    <vt:lpwstr/>
  </property>
  <property fmtid="{D5CDD505-2E9C-101B-9397-08002B2CF9AE}" pid="6" name="_dlc_DocIdItemGuid">
    <vt:lpwstr>a8217e08-8ef5-4bdc-b5ea-c1370f6226b5</vt:lpwstr>
  </property>
  <property fmtid="{D5CDD505-2E9C-101B-9397-08002B2CF9AE}" pid="7" name="MediaServiceImageTags">
    <vt:lpwstr/>
  </property>
  <property fmtid="{D5CDD505-2E9C-101B-9397-08002B2CF9AE}" pid="8" name="lcf76f155ced4ddcb4097134ff3c332f">
    <vt:lpwstr/>
  </property>
  <property fmtid="{D5CDD505-2E9C-101B-9397-08002B2CF9AE}" pid="9" name="h3f1b06ce09f48098d4991f35ddb7359">
    <vt:lpwstr/>
  </property>
  <property fmtid="{D5CDD505-2E9C-101B-9397-08002B2CF9AE}" pid="10" name="msg_status0">
    <vt:lpwstr/>
  </property>
  <property fmtid="{D5CDD505-2E9C-101B-9397-08002B2CF9AE}" pid="11" name="msg_firma0">
    <vt:lpwstr/>
  </property>
  <property fmtid="{D5CDD505-2E9C-101B-9397-08002B2CF9AE}" pid="12" name="f16d888152304445aa5b35ba4716d4a8">
    <vt:lpwstr/>
  </property>
</Properties>
</file>